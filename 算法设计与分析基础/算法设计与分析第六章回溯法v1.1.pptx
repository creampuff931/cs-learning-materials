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5"/>
  </p:notesMasterIdLst>
  <p:sldIdLst>
    <p:sldId id="438" r:id="rId3"/>
    <p:sldId id="510" r:id="rId4"/>
    <p:sldId id="680" r:id="rId5"/>
    <p:sldId id="742" r:id="rId6"/>
    <p:sldId id="735" r:id="rId7"/>
    <p:sldId id="738" r:id="rId8"/>
    <p:sldId id="736" r:id="rId9"/>
    <p:sldId id="737" r:id="rId10"/>
    <p:sldId id="743" r:id="rId11"/>
    <p:sldId id="744" r:id="rId12"/>
    <p:sldId id="745" r:id="rId13"/>
    <p:sldId id="746" r:id="rId14"/>
    <p:sldId id="747" r:id="rId15"/>
    <p:sldId id="787" r:id="rId16"/>
    <p:sldId id="739" r:id="rId17"/>
    <p:sldId id="750" r:id="rId18"/>
    <p:sldId id="752" r:id="rId19"/>
    <p:sldId id="755" r:id="rId20"/>
    <p:sldId id="753" r:id="rId21"/>
    <p:sldId id="754" r:id="rId22"/>
    <p:sldId id="748" r:id="rId23"/>
    <p:sldId id="756" r:id="rId24"/>
    <p:sldId id="788" r:id="rId25"/>
    <p:sldId id="789" r:id="rId26"/>
    <p:sldId id="790" r:id="rId27"/>
    <p:sldId id="791" r:id="rId28"/>
    <p:sldId id="792" r:id="rId29"/>
    <p:sldId id="749" r:id="rId30"/>
    <p:sldId id="758" r:id="rId31"/>
    <p:sldId id="741" r:id="rId32"/>
    <p:sldId id="784" r:id="rId33"/>
    <p:sldId id="759" r:id="rId34"/>
    <p:sldId id="757" r:id="rId35"/>
    <p:sldId id="760" r:id="rId36"/>
    <p:sldId id="766" r:id="rId37"/>
    <p:sldId id="767" r:id="rId38"/>
    <p:sldId id="768" r:id="rId39"/>
    <p:sldId id="772" r:id="rId40"/>
    <p:sldId id="773" r:id="rId41"/>
    <p:sldId id="774" r:id="rId42"/>
    <p:sldId id="769" r:id="rId43"/>
    <p:sldId id="770" r:id="rId44"/>
    <p:sldId id="775" r:id="rId45"/>
    <p:sldId id="776" r:id="rId46"/>
    <p:sldId id="777" r:id="rId47"/>
    <p:sldId id="778" r:id="rId48"/>
    <p:sldId id="779" r:id="rId49"/>
    <p:sldId id="780" r:id="rId50"/>
    <p:sldId id="781" r:id="rId51"/>
    <p:sldId id="782" r:id="rId52"/>
    <p:sldId id="786" r:id="rId53"/>
    <p:sldId id="43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F4F"/>
    <a:srgbClr val="D52B1E"/>
    <a:srgbClr val="005AA0"/>
    <a:srgbClr val="E8ECEF"/>
    <a:srgbClr val="B5121B"/>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25" autoAdjust="0"/>
    <p:restoredTop sz="96383" autoAdjust="0"/>
  </p:normalViewPr>
  <p:slideViewPr>
    <p:cSldViewPr>
      <p:cViewPr varScale="1">
        <p:scale>
          <a:sx n="112" d="100"/>
          <a:sy n="112" d="100"/>
        </p:scale>
        <p:origin x="1698" y="78"/>
      </p:cViewPr>
      <p:guideLst>
        <p:guide orient="horz" pos="2160"/>
        <p:guide pos="816"/>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CDB6F-9360-4AC5-A1A4-B746F8B27D7E}" type="datetimeFigureOut">
              <a:rPr lang="en-GB" smtClean="0"/>
              <a:pPr/>
              <a:t>17/04/2024</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C8AF62-0413-459D-A055-9BD345497D1F}" type="slidenum">
              <a:rPr lang="en-GB" smtClean="0"/>
              <a:pPr/>
              <a:t>‹#›</a:t>
            </a:fld>
            <a:endParaRPr lang="en-GB"/>
          </a:p>
        </p:txBody>
      </p:sp>
    </p:spTree>
    <p:extLst>
      <p:ext uri="{BB962C8B-B14F-4D97-AF65-F5344CB8AC3E}">
        <p14:creationId xmlns:p14="http://schemas.microsoft.com/office/powerpoint/2010/main" val="3773165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C8AF62-0413-459D-A055-9BD345497D1F}" type="slidenum">
              <a:rPr lang="en-GB" smtClean="0"/>
              <a:pPr/>
              <a:t>3</a:t>
            </a:fld>
            <a:endParaRPr lang="en-GB"/>
          </a:p>
        </p:txBody>
      </p:sp>
    </p:spTree>
    <p:extLst>
      <p:ext uri="{BB962C8B-B14F-4D97-AF65-F5344CB8AC3E}">
        <p14:creationId xmlns:p14="http://schemas.microsoft.com/office/powerpoint/2010/main" val="54384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C8AF62-0413-459D-A055-9BD345497D1F}" type="slidenum">
              <a:rPr lang="en-GB" smtClean="0"/>
              <a:pPr/>
              <a:t>4</a:t>
            </a:fld>
            <a:endParaRPr lang="en-GB"/>
          </a:p>
        </p:txBody>
      </p:sp>
    </p:spTree>
    <p:extLst>
      <p:ext uri="{BB962C8B-B14F-4D97-AF65-F5344CB8AC3E}">
        <p14:creationId xmlns:p14="http://schemas.microsoft.com/office/powerpoint/2010/main" val="663424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C8AF62-0413-459D-A055-9BD345497D1F}" type="slidenum">
              <a:rPr lang="en-GB" smtClean="0"/>
              <a:pPr/>
              <a:t>5</a:t>
            </a:fld>
            <a:endParaRPr lang="en-GB"/>
          </a:p>
        </p:txBody>
      </p:sp>
    </p:spTree>
    <p:extLst>
      <p:ext uri="{BB962C8B-B14F-4D97-AF65-F5344CB8AC3E}">
        <p14:creationId xmlns:p14="http://schemas.microsoft.com/office/powerpoint/2010/main" val="2960388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C8AF62-0413-459D-A055-9BD345497D1F}" type="slidenum">
              <a:rPr lang="en-GB" smtClean="0"/>
              <a:pPr/>
              <a:t>7</a:t>
            </a:fld>
            <a:endParaRPr lang="en-GB"/>
          </a:p>
        </p:txBody>
      </p:sp>
    </p:spTree>
    <p:extLst>
      <p:ext uri="{BB962C8B-B14F-4D97-AF65-F5344CB8AC3E}">
        <p14:creationId xmlns:p14="http://schemas.microsoft.com/office/powerpoint/2010/main" val="4103351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C8AF62-0413-459D-A055-9BD345497D1F}" type="slidenum">
              <a:rPr lang="en-GB" smtClean="0"/>
              <a:pPr/>
              <a:t>15</a:t>
            </a:fld>
            <a:endParaRPr lang="en-GB"/>
          </a:p>
        </p:txBody>
      </p:sp>
    </p:spTree>
    <p:extLst>
      <p:ext uri="{BB962C8B-B14F-4D97-AF65-F5344CB8AC3E}">
        <p14:creationId xmlns:p14="http://schemas.microsoft.com/office/powerpoint/2010/main" val="3031427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611492" y="2276875"/>
            <a:ext cx="10945216" cy="1010543"/>
          </a:xfrm>
          <a:prstGeom prst="rect">
            <a:avLst/>
          </a:prstGeom>
        </p:spPr>
        <p:txBody>
          <a:bodyPr/>
          <a:lstStyle>
            <a:lvl1pPr algn="l">
              <a:lnSpc>
                <a:spcPts val="3500"/>
              </a:lnSpc>
              <a:defRPr sz="3600">
                <a:solidFill>
                  <a:srgbClr val="005AA0"/>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629883" y="3717032"/>
            <a:ext cx="10945216" cy="1584176"/>
          </a:xfrm>
          <a:prstGeom prst="rect">
            <a:avLst/>
          </a:prstGeom>
        </p:spPr>
        <p:txBody>
          <a:bodyPr/>
          <a:lstStyle>
            <a:lvl1pPr marL="0" indent="0" algn="l">
              <a:spcBef>
                <a:spcPts val="0"/>
              </a:spcBef>
              <a:buNone/>
              <a:defRPr sz="2000">
                <a:solidFill>
                  <a:srgbClr val="323F4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695400" y="404664"/>
            <a:ext cx="10009112" cy="647774"/>
          </a:xfrm>
          <a:prstGeom prst="rect">
            <a:avLst/>
          </a:prstGeom>
        </p:spPr>
        <p:txBody>
          <a:bodyPr/>
          <a:lstStyle>
            <a:lvl1pPr algn="l">
              <a:lnSpc>
                <a:spcPts val="3500"/>
              </a:lnSpc>
              <a:defRPr sz="3200">
                <a:solidFill>
                  <a:srgbClr val="005AA0"/>
                </a:solidFill>
                <a:effectLst>
                  <a:outerShdw blurRad="60007" dist="310007" dir="7680000" sy="30000" kx="1300200" algn="ctr" rotWithShape="0">
                    <a:prstClr val="black">
                      <a:alpha val="32000"/>
                    </a:prstClr>
                  </a:outerShdw>
                </a:effectLst>
              </a:defRPr>
            </a:lvl1pPr>
          </a:lstStyle>
          <a:p>
            <a:r>
              <a:rPr lang="en-US" dirty="0"/>
              <a:t>Click to edit Master title style</a:t>
            </a:r>
            <a:endParaRPr lang="en-GB" dirty="0"/>
          </a:p>
        </p:txBody>
      </p:sp>
      <p:sp>
        <p:nvSpPr>
          <p:cNvPr id="3" name="页脚占位符 2">
            <a:extLst>
              <a:ext uri="{FF2B5EF4-FFF2-40B4-BE49-F238E27FC236}">
                <a16:creationId xmlns="" xmlns:a16="http://schemas.microsoft.com/office/drawing/2014/main" id="{7E1AC3CE-DD9A-424A-B460-B6E7DA652FFE}"/>
              </a:ext>
            </a:extLst>
          </p:cNvPr>
          <p:cNvSpPr>
            <a:spLocks noGrp="1"/>
          </p:cNvSpPr>
          <p:nvPr>
            <p:ph type="ftr" sz="quarter" idx="15"/>
          </p:nvPr>
        </p:nvSpPr>
        <p:spPr>
          <a:xfrm>
            <a:off x="4038600" y="6485093"/>
            <a:ext cx="4114800" cy="365125"/>
          </a:xfrm>
          <a:prstGeom prst="rect">
            <a:avLst/>
          </a:prstGeom>
        </p:spPr>
        <p:txBody>
          <a:bodyPr/>
          <a:lstStyle/>
          <a:p>
            <a:endParaRPr lang="zh-CN" altLang="en-US" dirty="0"/>
          </a:p>
        </p:txBody>
      </p:sp>
      <p:sp>
        <p:nvSpPr>
          <p:cNvPr id="6" name="灯片编号占位符 5">
            <a:extLst>
              <a:ext uri="{FF2B5EF4-FFF2-40B4-BE49-F238E27FC236}">
                <a16:creationId xmlns="" xmlns:a16="http://schemas.microsoft.com/office/drawing/2014/main" id="{6DF744FB-F32A-4D86-BF46-E39455BD7C5E}"/>
              </a:ext>
            </a:extLst>
          </p:cNvPr>
          <p:cNvSpPr>
            <a:spLocks noGrp="1"/>
          </p:cNvSpPr>
          <p:nvPr>
            <p:ph type="sldNum" sz="quarter" idx="16"/>
          </p:nvPr>
        </p:nvSpPr>
        <p:spPr>
          <a:xfrm>
            <a:off x="11376589" y="6485092"/>
            <a:ext cx="660681" cy="365125"/>
          </a:xfrm>
          <a:prstGeom prst="rect">
            <a:avLst/>
          </a:prstGeom>
        </p:spPr>
        <p:txBody>
          <a:bodyPr/>
          <a:lstStyle/>
          <a:p>
            <a:fld id="{6C276BF9-DA2C-4EDA-B310-41054C53A8AE}" type="slidenum">
              <a:rPr lang="zh-CN" altLang="en-US" smtClean="0"/>
              <a:pPr/>
              <a:t>‹#›</a:t>
            </a:fld>
            <a:endParaRPr lang="zh-CN" altLang="en-US"/>
          </a:p>
        </p:txBody>
      </p:sp>
      <p:sp>
        <p:nvSpPr>
          <p:cNvPr id="7" name="Text Placeholder 7">
            <a:extLst>
              <a:ext uri="{FF2B5EF4-FFF2-40B4-BE49-F238E27FC236}">
                <a16:creationId xmlns="" xmlns:a16="http://schemas.microsoft.com/office/drawing/2014/main" id="{01C62417-F7EB-7A46-8803-C58DF8FDDCBE}"/>
              </a:ext>
            </a:extLst>
          </p:cNvPr>
          <p:cNvSpPr>
            <a:spLocks noGrp="1"/>
          </p:cNvSpPr>
          <p:nvPr>
            <p:ph type="body" sz="quarter" idx="14" hasCustomPrompt="1"/>
          </p:nvPr>
        </p:nvSpPr>
        <p:spPr>
          <a:xfrm>
            <a:off x="623392" y="1196752"/>
            <a:ext cx="11089232" cy="4752975"/>
          </a:xfrm>
          <a:prstGeom prst="rect">
            <a:avLst/>
          </a:prstGeom>
        </p:spPr>
        <p:txBody>
          <a:bodyPr vert="horz"/>
          <a:lstStyle>
            <a:lvl1pPr marL="342900" indent="-342900">
              <a:buClr>
                <a:schemeClr val="tx2"/>
              </a:buClr>
              <a:buSzPct val="60000"/>
              <a:buFont typeface="Wingdings" pitchFamily="2" charset="2"/>
              <a:buChar char="n"/>
              <a:defRPr sz="2400">
                <a:solidFill>
                  <a:schemeClr val="tx1"/>
                </a:solidFill>
                <a:latin typeface="+mn-ea"/>
                <a:ea typeface="+mn-ea"/>
              </a:defRPr>
            </a:lvl1pPr>
            <a:lvl2pPr marL="742950" indent="-285750">
              <a:buClr>
                <a:schemeClr val="tx2"/>
              </a:buClr>
              <a:buSzPct val="60000"/>
              <a:buFont typeface="Wingdings" pitchFamily="2" charset="2"/>
              <a:buChar char="l"/>
              <a:defRPr sz="2200">
                <a:solidFill>
                  <a:schemeClr val="tx1"/>
                </a:solidFill>
                <a:latin typeface="+mn-ea"/>
                <a:ea typeface="+mn-ea"/>
              </a:defRPr>
            </a:lvl2pPr>
            <a:lvl3pPr marL="1143000" indent="-228600">
              <a:buClr>
                <a:schemeClr val="tx2"/>
              </a:buClr>
              <a:buSzPct val="60000"/>
              <a:buFont typeface="Wingdings" pitchFamily="2" charset="2"/>
              <a:buChar char="u"/>
              <a:defRPr sz="2000">
                <a:solidFill>
                  <a:schemeClr val="tx1"/>
                </a:solidFill>
                <a:latin typeface="+mn-ea"/>
                <a:ea typeface="+mn-ea"/>
              </a:defRPr>
            </a:lvl3pPr>
            <a:lvl4pPr>
              <a:defRPr sz="1800">
                <a:solidFill>
                  <a:schemeClr val="tx1"/>
                </a:solidFill>
                <a:latin typeface="+mn-ea"/>
                <a:ea typeface="+mn-ea"/>
              </a:defRPr>
            </a:lvl4pPr>
            <a:lvl5pPr>
              <a:defRPr sz="1600">
                <a:solidFill>
                  <a:schemeClr val="tx1"/>
                </a:solidFill>
                <a:latin typeface="+mn-ea"/>
                <a:ea typeface="+mn-ea"/>
              </a:defRPr>
            </a:lvl5pPr>
          </a:lstStyle>
          <a:p>
            <a:pPr lvl="0"/>
            <a:r>
              <a:rPr lang="en-GB" dirty="0"/>
              <a:t>Click to edit Master text styles</a:t>
            </a:r>
          </a:p>
        </p:txBody>
      </p:sp>
    </p:spTree>
    <p:extLst>
      <p:ext uri="{BB962C8B-B14F-4D97-AF65-F5344CB8AC3E}">
        <p14:creationId xmlns:p14="http://schemas.microsoft.com/office/powerpoint/2010/main" val="65568887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695400" y="404664"/>
            <a:ext cx="10009112" cy="647774"/>
          </a:xfrm>
          <a:prstGeom prst="rect">
            <a:avLst/>
          </a:prstGeom>
        </p:spPr>
        <p:txBody>
          <a:bodyPr/>
          <a:lstStyle>
            <a:lvl1pPr algn="l">
              <a:lnSpc>
                <a:spcPts val="3500"/>
              </a:lnSpc>
              <a:defRPr sz="3200">
                <a:solidFill>
                  <a:srgbClr val="005AA0"/>
                </a:solidFill>
                <a:effectLst>
                  <a:outerShdw blurRad="60007" dist="310007" dir="7680000" sy="30000" kx="1300200" algn="ctr" rotWithShape="0">
                    <a:prstClr val="black">
                      <a:alpha val="32000"/>
                    </a:prstClr>
                  </a:outerShdw>
                </a:effectLst>
              </a:defRPr>
            </a:lvl1pPr>
          </a:lstStyle>
          <a:p>
            <a:r>
              <a:rPr lang="en-US" dirty="0"/>
              <a:t>Click to edit Master title style</a:t>
            </a:r>
            <a:endParaRPr lang="en-GB" dirty="0"/>
          </a:p>
        </p:txBody>
      </p:sp>
      <p:sp>
        <p:nvSpPr>
          <p:cNvPr id="3" name="页脚占位符 2">
            <a:extLst>
              <a:ext uri="{FF2B5EF4-FFF2-40B4-BE49-F238E27FC236}">
                <a16:creationId xmlns="" xmlns:a16="http://schemas.microsoft.com/office/drawing/2014/main" id="{7E1AC3CE-DD9A-424A-B460-B6E7DA652FFE}"/>
              </a:ext>
            </a:extLst>
          </p:cNvPr>
          <p:cNvSpPr>
            <a:spLocks noGrp="1"/>
          </p:cNvSpPr>
          <p:nvPr>
            <p:ph type="ftr" sz="quarter" idx="15"/>
          </p:nvPr>
        </p:nvSpPr>
        <p:spPr/>
        <p:txBody>
          <a:bodyPr/>
          <a:lstStyle/>
          <a:p>
            <a:endParaRPr lang="zh-CN" altLang="en-US" dirty="0"/>
          </a:p>
        </p:txBody>
      </p:sp>
      <p:sp>
        <p:nvSpPr>
          <p:cNvPr id="6" name="灯片编号占位符 5">
            <a:extLst>
              <a:ext uri="{FF2B5EF4-FFF2-40B4-BE49-F238E27FC236}">
                <a16:creationId xmlns="" xmlns:a16="http://schemas.microsoft.com/office/drawing/2014/main" id="{6DF744FB-F32A-4D86-BF46-E39455BD7C5E}"/>
              </a:ext>
            </a:extLst>
          </p:cNvPr>
          <p:cNvSpPr>
            <a:spLocks noGrp="1"/>
          </p:cNvSpPr>
          <p:nvPr>
            <p:ph type="sldNum" sz="quarter" idx="16"/>
          </p:nvPr>
        </p:nvSpPr>
        <p:spPr/>
        <p:txBody>
          <a:bodyPr/>
          <a:lstStyle/>
          <a:p>
            <a:fld id="{6C276BF9-DA2C-4EDA-B310-41054C53A8AE}" type="slidenum">
              <a:rPr lang="zh-CN" altLang="en-US" smtClean="0"/>
              <a:pPr/>
              <a:t>‹#›</a:t>
            </a:fld>
            <a:endParaRPr lang="zh-CN" altLang="en-US"/>
          </a:p>
        </p:txBody>
      </p:sp>
      <p:sp>
        <p:nvSpPr>
          <p:cNvPr id="7" name="Text Placeholder 7">
            <a:extLst>
              <a:ext uri="{FF2B5EF4-FFF2-40B4-BE49-F238E27FC236}">
                <a16:creationId xmlns="" xmlns:a16="http://schemas.microsoft.com/office/drawing/2014/main" id="{01C62417-F7EB-7A46-8803-C58DF8FDDCBE}"/>
              </a:ext>
            </a:extLst>
          </p:cNvPr>
          <p:cNvSpPr>
            <a:spLocks noGrp="1"/>
          </p:cNvSpPr>
          <p:nvPr>
            <p:ph type="body" sz="quarter" idx="14" hasCustomPrompt="1"/>
          </p:nvPr>
        </p:nvSpPr>
        <p:spPr>
          <a:xfrm>
            <a:off x="623392" y="1196752"/>
            <a:ext cx="11089232" cy="4752975"/>
          </a:xfrm>
          <a:prstGeom prst="rect">
            <a:avLst/>
          </a:prstGeom>
        </p:spPr>
        <p:txBody>
          <a:bodyPr vert="horz"/>
          <a:lstStyle>
            <a:lvl1pPr marL="342900" indent="-342900">
              <a:buClr>
                <a:schemeClr val="tx2"/>
              </a:buClr>
              <a:buSzPct val="60000"/>
              <a:buFont typeface="Wingdings" pitchFamily="2" charset="2"/>
              <a:buChar char="n"/>
              <a:defRPr sz="2400">
                <a:solidFill>
                  <a:schemeClr val="tx1"/>
                </a:solidFill>
                <a:latin typeface="+mn-ea"/>
                <a:ea typeface="+mn-ea"/>
              </a:defRPr>
            </a:lvl1pPr>
            <a:lvl2pPr marL="742950" indent="-285750">
              <a:buClr>
                <a:schemeClr val="tx2"/>
              </a:buClr>
              <a:buSzPct val="60000"/>
              <a:buFont typeface="Wingdings" pitchFamily="2" charset="2"/>
              <a:buChar char="l"/>
              <a:defRPr sz="2200">
                <a:solidFill>
                  <a:schemeClr val="tx1"/>
                </a:solidFill>
                <a:latin typeface="+mn-ea"/>
                <a:ea typeface="+mn-ea"/>
              </a:defRPr>
            </a:lvl2pPr>
            <a:lvl3pPr marL="1143000" indent="-228600">
              <a:buClr>
                <a:schemeClr val="tx2"/>
              </a:buClr>
              <a:buSzPct val="60000"/>
              <a:buFont typeface="Wingdings" pitchFamily="2" charset="2"/>
              <a:buChar char="u"/>
              <a:defRPr sz="2000">
                <a:solidFill>
                  <a:schemeClr val="tx1"/>
                </a:solidFill>
                <a:latin typeface="+mn-ea"/>
                <a:ea typeface="+mn-ea"/>
              </a:defRPr>
            </a:lvl3pPr>
            <a:lvl4pPr>
              <a:defRPr sz="1800">
                <a:solidFill>
                  <a:schemeClr val="tx1"/>
                </a:solidFill>
                <a:latin typeface="+mn-ea"/>
                <a:ea typeface="+mn-ea"/>
              </a:defRPr>
            </a:lvl4pPr>
            <a:lvl5pPr>
              <a:defRPr sz="1600">
                <a:solidFill>
                  <a:schemeClr val="tx1"/>
                </a:solidFill>
                <a:latin typeface="+mn-ea"/>
                <a:ea typeface="+mn-ea"/>
              </a:defRPr>
            </a:lvl5pPr>
          </a:lstStyle>
          <a:p>
            <a:pPr lvl="0"/>
            <a:r>
              <a:rPr lang="en-GB" dirty="0"/>
              <a:t>Click to edit Master text styles</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3" name="页脚占位符 2">
            <a:extLst>
              <a:ext uri="{FF2B5EF4-FFF2-40B4-BE49-F238E27FC236}">
                <a16:creationId xmlns="" xmlns:a16="http://schemas.microsoft.com/office/drawing/2014/main" id="{4D7037CF-992E-4B35-B191-0E74645FEE69}"/>
              </a:ext>
            </a:extLst>
          </p:cNvPr>
          <p:cNvSpPr>
            <a:spLocks noGrp="1"/>
          </p:cNvSpPr>
          <p:nvPr>
            <p:ph type="ftr" sz="quarter" idx="15"/>
          </p:nvPr>
        </p:nvSpPr>
        <p:spPr/>
        <p:txBody>
          <a:bodyPr/>
          <a:lstStyle/>
          <a:p>
            <a:endParaRPr lang="zh-CN" altLang="en-US" dirty="0"/>
          </a:p>
        </p:txBody>
      </p:sp>
      <p:sp>
        <p:nvSpPr>
          <p:cNvPr id="6" name="灯片编号占位符 5">
            <a:extLst>
              <a:ext uri="{FF2B5EF4-FFF2-40B4-BE49-F238E27FC236}">
                <a16:creationId xmlns="" xmlns:a16="http://schemas.microsoft.com/office/drawing/2014/main" id="{EF31DFA2-D7BE-48EE-BE43-467C679DF4CD}"/>
              </a:ext>
            </a:extLst>
          </p:cNvPr>
          <p:cNvSpPr>
            <a:spLocks noGrp="1"/>
          </p:cNvSpPr>
          <p:nvPr>
            <p:ph type="sldNum" sz="quarter" idx="16"/>
          </p:nvPr>
        </p:nvSpPr>
        <p:spPr/>
        <p:txBody>
          <a:bodyPr/>
          <a:lstStyle/>
          <a:p>
            <a:fld id="{6C276BF9-DA2C-4EDA-B310-41054C53A8AE}" type="slidenum">
              <a:rPr lang="zh-CN" altLang="en-US" smtClean="0"/>
              <a:pPr/>
              <a:t>‹#›</a:t>
            </a:fld>
            <a:endParaRPr lang="zh-CN" altLang="en-US" dirty="0"/>
          </a:p>
        </p:txBody>
      </p:sp>
      <p:sp>
        <p:nvSpPr>
          <p:cNvPr id="7" name="Title 1"/>
          <p:cNvSpPr>
            <a:spLocks noGrp="1"/>
          </p:cNvSpPr>
          <p:nvPr>
            <p:ph type="ctrTitle"/>
          </p:nvPr>
        </p:nvSpPr>
        <p:spPr>
          <a:xfrm>
            <a:off x="623392" y="404664"/>
            <a:ext cx="10081120" cy="647774"/>
          </a:xfrm>
          <a:prstGeom prst="rect">
            <a:avLst/>
          </a:prstGeom>
        </p:spPr>
        <p:txBody>
          <a:bodyPr/>
          <a:lstStyle>
            <a:lvl1pPr algn="l">
              <a:lnSpc>
                <a:spcPts val="3500"/>
              </a:lnSpc>
              <a:defRPr sz="3200">
                <a:solidFill>
                  <a:srgbClr val="005AA0"/>
                </a:solidFill>
                <a:effectLst>
                  <a:outerShdw blurRad="60007" dist="310007" dir="7680000" sy="30000" kx="1300200" algn="ctr" rotWithShape="0">
                    <a:prstClr val="black">
                      <a:alpha val="32000"/>
                    </a:prstClr>
                  </a:outerShdw>
                </a:effectLst>
              </a:defRPr>
            </a:lvl1pPr>
          </a:lstStyle>
          <a:p>
            <a:r>
              <a:rPr lang="en-US" dirty="0"/>
              <a:t>Click to edit Master title style</a:t>
            </a:r>
            <a:endParaRPr lang="en-GB" dirty="0"/>
          </a:p>
        </p:txBody>
      </p:sp>
      <p:sp>
        <p:nvSpPr>
          <p:cNvPr id="8" name="Text Placeholder 7">
            <a:extLst>
              <a:ext uri="{FF2B5EF4-FFF2-40B4-BE49-F238E27FC236}">
                <a16:creationId xmlns="" xmlns:a16="http://schemas.microsoft.com/office/drawing/2014/main" id="{4599CE5C-827A-D743-9CD1-C72512D384AD}"/>
              </a:ext>
            </a:extLst>
          </p:cNvPr>
          <p:cNvSpPr>
            <a:spLocks noGrp="1"/>
          </p:cNvSpPr>
          <p:nvPr>
            <p:ph type="body" sz="quarter" idx="14"/>
          </p:nvPr>
        </p:nvSpPr>
        <p:spPr>
          <a:xfrm>
            <a:off x="623392" y="1196752"/>
            <a:ext cx="11089232" cy="4752975"/>
          </a:xfrm>
          <a:prstGeom prst="rect">
            <a:avLst/>
          </a:prstGeom>
        </p:spPr>
        <p:txBody>
          <a:bodyPr vert="horz"/>
          <a:lstStyle>
            <a:lvl1pPr marL="342900" indent="-342900">
              <a:buClr>
                <a:schemeClr val="tx2"/>
              </a:buClr>
              <a:buSzPct val="60000"/>
              <a:buFont typeface="Wingdings" pitchFamily="2" charset="2"/>
              <a:buChar char="n"/>
              <a:defRPr sz="2400">
                <a:solidFill>
                  <a:schemeClr val="tx1"/>
                </a:solidFill>
                <a:latin typeface="+mn-ea"/>
                <a:ea typeface="+mn-ea"/>
              </a:defRPr>
            </a:lvl1pPr>
            <a:lvl2pPr marL="742950" indent="-285750">
              <a:buClr>
                <a:schemeClr val="tx2"/>
              </a:buClr>
              <a:buSzPct val="60000"/>
              <a:buFont typeface="Wingdings" pitchFamily="2" charset="2"/>
              <a:buChar char="l"/>
              <a:defRPr sz="2200">
                <a:solidFill>
                  <a:schemeClr val="tx1"/>
                </a:solidFill>
                <a:latin typeface="+mn-ea"/>
                <a:ea typeface="+mn-ea"/>
              </a:defRPr>
            </a:lvl2pPr>
            <a:lvl3pPr marL="1143000" indent="-228600">
              <a:buClr>
                <a:schemeClr val="tx2"/>
              </a:buClr>
              <a:buSzPct val="60000"/>
              <a:buFont typeface="Wingdings" pitchFamily="2" charset="2"/>
              <a:buChar char="u"/>
              <a:defRPr sz="2000">
                <a:solidFill>
                  <a:schemeClr val="tx1"/>
                </a:solidFill>
                <a:latin typeface="+mn-ea"/>
                <a:ea typeface="+mn-ea"/>
              </a:defRPr>
            </a:lvl3pPr>
            <a:lvl4pPr>
              <a:defRPr sz="1800">
                <a:solidFill>
                  <a:schemeClr val="tx1"/>
                </a:solidFill>
                <a:latin typeface="+mn-ea"/>
                <a:ea typeface="+mn-ea"/>
              </a:defRPr>
            </a:lvl4pPr>
            <a:lvl5pPr>
              <a:defRPr sz="1600">
                <a:solidFill>
                  <a:schemeClr val="tx1"/>
                </a:solidFill>
                <a:latin typeface="+mn-ea"/>
                <a:ea typeface="+mn-ea"/>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623392" y="404664"/>
            <a:ext cx="10081120" cy="647774"/>
          </a:xfrm>
          <a:prstGeom prst="rect">
            <a:avLst/>
          </a:prstGeom>
        </p:spPr>
        <p:txBody>
          <a:bodyPr/>
          <a:lstStyle>
            <a:lvl1pPr algn="l">
              <a:lnSpc>
                <a:spcPts val="3500"/>
              </a:lnSpc>
              <a:defRPr sz="3200">
                <a:solidFill>
                  <a:srgbClr val="005AA0"/>
                </a:solidFill>
                <a:effectLst>
                  <a:outerShdw blurRad="60007" dist="310007" dir="7680000" sy="30000" kx="1300200" algn="ctr" rotWithShape="0">
                    <a:prstClr val="black">
                      <a:alpha val="32000"/>
                    </a:prstClr>
                  </a:outerShdw>
                </a:effectLst>
              </a:defRPr>
            </a:lvl1pPr>
          </a:lstStyle>
          <a:p>
            <a:r>
              <a:rPr lang="en-US" dirty="0"/>
              <a:t>Click to edit Master title style</a:t>
            </a:r>
            <a:endParaRPr lang="en-GB" dirty="0"/>
          </a:p>
        </p:txBody>
      </p:sp>
      <p:sp>
        <p:nvSpPr>
          <p:cNvPr id="4" name="页脚占位符 2">
            <a:extLst>
              <a:ext uri="{FF2B5EF4-FFF2-40B4-BE49-F238E27FC236}">
                <a16:creationId xmlns="" xmlns:a16="http://schemas.microsoft.com/office/drawing/2014/main" id="{84EDCC78-042B-4145-83C1-5B919B632110}"/>
              </a:ext>
            </a:extLst>
          </p:cNvPr>
          <p:cNvSpPr>
            <a:spLocks noGrp="1"/>
          </p:cNvSpPr>
          <p:nvPr>
            <p:ph type="ftr" sz="quarter" idx="15"/>
          </p:nvPr>
        </p:nvSpPr>
        <p:spPr>
          <a:xfrm>
            <a:off x="4038600" y="6485093"/>
            <a:ext cx="4114800" cy="365125"/>
          </a:xfrm>
        </p:spPr>
        <p:txBody>
          <a:bodyPr/>
          <a:lstStyle/>
          <a:p>
            <a:endParaRPr lang="zh-CN" altLang="en-US" dirty="0"/>
          </a:p>
        </p:txBody>
      </p:sp>
      <p:sp>
        <p:nvSpPr>
          <p:cNvPr id="5" name="灯片编号占位符 5">
            <a:extLst>
              <a:ext uri="{FF2B5EF4-FFF2-40B4-BE49-F238E27FC236}">
                <a16:creationId xmlns="" xmlns:a16="http://schemas.microsoft.com/office/drawing/2014/main" id="{4956367F-6C99-5741-8698-56FC3E9DFB6C}"/>
              </a:ext>
            </a:extLst>
          </p:cNvPr>
          <p:cNvSpPr>
            <a:spLocks noGrp="1"/>
          </p:cNvSpPr>
          <p:nvPr>
            <p:ph type="sldNum" sz="quarter" idx="16"/>
          </p:nvPr>
        </p:nvSpPr>
        <p:spPr>
          <a:xfrm>
            <a:off x="11376589" y="6485092"/>
            <a:ext cx="660681" cy="365125"/>
          </a:xfrm>
        </p:spPr>
        <p:txBody>
          <a:bodyPr/>
          <a:lstStyle/>
          <a:p>
            <a:fld id="{6C276BF9-DA2C-4EDA-B310-41054C53A8AE}"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527381" y="404664"/>
            <a:ext cx="10177131" cy="647774"/>
          </a:xfrm>
          <a:prstGeom prst="rect">
            <a:avLst/>
          </a:prstGeom>
        </p:spPr>
        <p:txBody>
          <a:bodyPr/>
          <a:lstStyle>
            <a:lvl1pPr algn="l">
              <a:lnSpc>
                <a:spcPts val="3500"/>
              </a:lnSpc>
              <a:defRPr sz="3600">
                <a:solidFill>
                  <a:srgbClr val="005AA0"/>
                </a:solidFill>
                <a:effectLst>
                  <a:outerShdw blurRad="60007" dist="310007" dir="7680000" sy="30000" kx="1300200" algn="ctr" rotWithShape="0">
                    <a:prstClr val="black">
                      <a:alpha val="32000"/>
                    </a:prstClr>
                  </a:outerShdw>
                </a:effectLst>
              </a:defRPr>
            </a:lvl1pPr>
          </a:lstStyle>
          <a:p>
            <a:endParaRPr lang="en-GB" dirty="0"/>
          </a:p>
        </p:txBody>
      </p:sp>
      <p:sp>
        <p:nvSpPr>
          <p:cNvPr id="5" name="Freeform 8"/>
          <p:cNvSpPr>
            <a:spLocks/>
          </p:cNvSpPr>
          <p:nvPr userDrawn="1"/>
        </p:nvSpPr>
        <p:spPr bwMode="auto">
          <a:xfrm>
            <a:off x="5067300" y="5008569"/>
            <a:ext cx="86784" cy="938213"/>
          </a:xfrm>
          <a:custGeom>
            <a:avLst/>
            <a:gdLst/>
            <a:ahLst/>
            <a:cxnLst>
              <a:cxn ang="0">
                <a:pos x="0" y="0"/>
              </a:cxn>
              <a:cxn ang="0">
                <a:pos x="23" y="330"/>
              </a:cxn>
            </a:cxnLst>
            <a:rect l="0" t="0" r="r" b="b"/>
            <a:pathLst>
              <a:path w="23" h="330">
                <a:moveTo>
                  <a:pt x="0" y="0"/>
                </a:moveTo>
                <a:cubicBezTo>
                  <a:pt x="3" y="57"/>
                  <a:pt x="23" y="330"/>
                  <a:pt x="23" y="330"/>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6" name="Freeform 9"/>
          <p:cNvSpPr>
            <a:spLocks/>
          </p:cNvSpPr>
          <p:nvPr userDrawn="1"/>
        </p:nvSpPr>
        <p:spPr bwMode="auto">
          <a:xfrm>
            <a:off x="5067302" y="4302132"/>
            <a:ext cx="2010833" cy="706437"/>
          </a:xfrm>
          <a:custGeom>
            <a:avLst/>
            <a:gdLst/>
            <a:ahLst/>
            <a:cxnLst>
              <a:cxn ang="0">
                <a:pos x="530" y="0"/>
              </a:cxn>
              <a:cxn ang="0">
                <a:pos x="520" y="7"/>
              </a:cxn>
              <a:cxn ang="0">
                <a:pos x="434" y="55"/>
              </a:cxn>
              <a:cxn ang="0">
                <a:pos x="339" y="80"/>
              </a:cxn>
              <a:cxn ang="0">
                <a:pos x="296" y="183"/>
              </a:cxn>
              <a:cxn ang="0">
                <a:pos x="199" y="173"/>
              </a:cxn>
              <a:cxn ang="0">
                <a:pos x="133" y="180"/>
              </a:cxn>
              <a:cxn ang="0">
                <a:pos x="43" y="187"/>
              </a:cxn>
              <a:cxn ang="0">
                <a:pos x="0" y="238"/>
              </a:cxn>
              <a:cxn ang="0">
                <a:pos x="0" y="248"/>
              </a:cxn>
            </a:cxnLst>
            <a:rect l="0" t="0" r="r" b="b"/>
            <a:pathLst>
              <a:path w="530" h="248">
                <a:moveTo>
                  <a:pt x="530" y="0"/>
                </a:moveTo>
                <a:cubicBezTo>
                  <a:pt x="527" y="2"/>
                  <a:pt x="524" y="4"/>
                  <a:pt x="520" y="7"/>
                </a:cubicBezTo>
                <a:cubicBezTo>
                  <a:pt x="480" y="28"/>
                  <a:pt x="466" y="48"/>
                  <a:pt x="434" y="55"/>
                </a:cubicBezTo>
                <a:cubicBezTo>
                  <a:pt x="402" y="63"/>
                  <a:pt x="340" y="76"/>
                  <a:pt x="339" y="80"/>
                </a:cubicBezTo>
                <a:cubicBezTo>
                  <a:pt x="338" y="83"/>
                  <a:pt x="328" y="176"/>
                  <a:pt x="296" y="183"/>
                </a:cubicBezTo>
                <a:cubicBezTo>
                  <a:pt x="263" y="190"/>
                  <a:pt x="232" y="192"/>
                  <a:pt x="199" y="173"/>
                </a:cubicBezTo>
                <a:cubicBezTo>
                  <a:pt x="166" y="154"/>
                  <a:pt x="147" y="180"/>
                  <a:pt x="133" y="180"/>
                </a:cubicBezTo>
                <a:cubicBezTo>
                  <a:pt x="118" y="180"/>
                  <a:pt x="58" y="174"/>
                  <a:pt x="43" y="187"/>
                </a:cubicBezTo>
                <a:cubicBezTo>
                  <a:pt x="27" y="201"/>
                  <a:pt x="0" y="223"/>
                  <a:pt x="0" y="238"/>
                </a:cubicBezTo>
                <a:cubicBezTo>
                  <a:pt x="0" y="240"/>
                  <a:pt x="0" y="243"/>
                  <a:pt x="0" y="248"/>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7" name="Freeform 10"/>
          <p:cNvSpPr>
            <a:spLocks/>
          </p:cNvSpPr>
          <p:nvPr userDrawn="1"/>
        </p:nvSpPr>
        <p:spPr bwMode="auto">
          <a:xfrm>
            <a:off x="5044017" y="2060579"/>
            <a:ext cx="2142067" cy="2241550"/>
          </a:xfrm>
          <a:custGeom>
            <a:avLst/>
            <a:gdLst/>
            <a:ahLst/>
            <a:cxnLst>
              <a:cxn ang="0">
                <a:pos x="0" y="0"/>
              </a:cxn>
              <a:cxn ang="0">
                <a:pos x="67" y="105"/>
              </a:cxn>
              <a:cxn ang="0">
                <a:pos x="170" y="213"/>
              </a:cxn>
              <a:cxn ang="0">
                <a:pos x="330" y="387"/>
              </a:cxn>
              <a:cxn ang="0">
                <a:pos x="502" y="615"/>
              </a:cxn>
              <a:cxn ang="0">
                <a:pos x="561" y="725"/>
              </a:cxn>
              <a:cxn ang="0">
                <a:pos x="536" y="788"/>
              </a:cxn>
            </a:cxnLst>
            <a:rect l="0" t="0" r="r" b="b"/>
            <a:pathLst>
              <a:path w="564" h="788">
                <a:moveTo>
                  <a:pt x="0" y="0"/>
                </a:moveTo>
                <a:cubicBezTo>
                  <a:pt x="13" y="20"/>
                  <a:pt x="50" y="84"/>
                  <a:pt x="67" y="105"/>
                </a:cubicBezTo>
                <a:cubicBezTo>
                  <a:pt x="87" y="130"/>
                  <a:pt x="159" y="199"/>
                  <a:pt x="170" y="213"/>
                </a:cubicBezTo>
                <a:cubicBezTo>
                  <a:pt x="181" y="227"/>
                  <a:pt x="315" y="373"/>
                  <a:pt x="330" y="387"/>
                </a:cubicBezTo>
                <a:cubicBezTo>
                  <a:pt x="344" y="401"/>
                  <a:pt x="478" y="581"/>
                  <a:pt x="502" y="615"/>
                </a:cubicBezTo>
                <a:cubicBezTo>
                  <a:pt x="527" y="649"/>
                  <a:pt x="562" y="703"/>
                  <a:pt x="561" y="725"/>
                </a:cubicBezTo>
                <a:cubicBezTo>
                  <a:pt x="560" y="745"/>
                  <a:pt x="564" y="768"/>
                  <a:pt x="536" y="788"/>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8" name="Freeform 11"/>
          <p:cNvSpPr>
            <a:spLocks/>
          </p:cNvSpPr>
          <p:nvPr userDrawn="1"/>
        </p:nvSpPr>
        <p:spPr bwMode="auto">
          <a:xfrm>
            <a:off x="4301069" y="1917707"/>
            <a:ext cx="742951" cy="142875"/>
          </a:xfrm>
          <a:custGeom>
            <a:avLst/>
            <a:gdLst/>
            <a:ahLst/>
            <a:cxnLst>
              <a:cxn ang="0">
                <a:pos x="0" y="47"/>
              </a:cxn>
              <a:cxn ang="0">
                <a:pos x="55" y="10"/>
              </a:cxn>
              <a:cxn ang="0">
                <a:pos x="100" y="11"/>
              </a:cxn>
              <a:cxn ang="0">
                <a:pos x="143" y="34"/>
              </a:cxn>
              <a:cxn ang="0">
                <a:pos x="191" y="43"/>
              </a:cxn>
              <a:cxn ang="0">
                <a:pos x="196" y="50"/>
              </a:cxn>
            </a:cxnLst>
            <a:rect l="0" t="0" r="r" b="b"/>
            <a:pathLst>
              <a:path w="196" h="50">
                <a:moveTo>
                  <a:pt x="0" y="47"/>
                </a:moveTo>
                <a:cubicBezTo>
                  <a:pt x="14" y="33"/>
                  <a:pt x="46" y="14"/>
                  <a:pt x="55" y="10"/>
                </a:cubicBezTo>
                <a:cubicBezTo>
                  <a:pt x="65" y="6"/>
                  <a:pt x="89" y="0"/>
                  <a:pt x="100" y="11"/>
                </a:cubicBezTo>
                <a:cubicBezTo>
                  <a:pt x="111" y="22"/>
                  <a:pt x="139" y="32"/>
                  <a:pt x="143" y="34"/>
                </a:cubicBezTo>
                <a:cubicBezTo>
                  <a:pt x="148" y="37"/>
                  <a:pt x="185" y="39"/>
                  <a:pt x="191" y="43"/>
                </a:cubicBezTo>
                <a:cubicBezTo>
                  <a:pt x="192" y="44"/>
                  <a:pt x="193" y="46"/>
                  <a:pt x="196" y="50"/>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9" name="Freeform 12"/>
          <p:cNvSpPr>
            <a:spLocks/>
          </p:cNvSpPr>
          <p:nvPr userDrawn="1"/>
        </p:nvSpPr>
        <p:spPr bwMode="auto">
          <a:xfrm>
            <a:off x="4248153" y="2051057"/>
            <a:ext cx="131233" cy="236537"/>
          </a:xfrm>
          <a:custGeom>
            <a:avLst/>
            <a:gdLst/>
            <a:ahLst/>
            <a:cxnLst>
              <a:cxn ang="0">
                <a:pos x="62" y="78"/>
              </a:cxn>
              <a:cxn ang="0">
                <a:pos x="45" y="149"/>
              </a:cxn>
              <a:cxn ang="0">
                <a:pos x="4" y="83"/>
              </a:cxn>
              <a:cxn ang="0">
                <a:pos x="16" y="9"/>
              </a:cxn>
              <a:cxn ang="0">
                <a:pos x="25" y="0"/>
              </a:cxn>
            </a:cxnLst>
            <a:rect l="0" t="0" r="r" b="b"/>
            <a:pathLst>
              <a:path w="62" h="149">
                <a:moveTo>
                  <a:pt x="62" y="78"/>
                </a:moveTo>
                <a:cubicBezTo>
                  <a:pt x="55" y="99"/>
                  <a:pt x="55" y="149"/>
                  <a:pt x="45" y="149"/>
                </a:cubicBezTo>
                <a:cubicBezTo>
                  <a:pt x="29" y="149"/>
                  <a:pt x="4" y="108"/>
                  <a:pt x="4" y="83"/>
                </a:cubicBezTo>
                <a:cubicBezTo>
                  <a:pt x="4" y="59"/>
                  <a:pt x="0" y="34"/>
                  <a:pt x="16" y="9"/>
                </a:cubicBezTo>
                <a:cubicBezTo>
                  <a:pt x="18" y="7"/>
                  <a:pt x="21" y="4"/>
                  <a:pt x="25" y="0"/>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0" name="Freeform 13"/>
          <p:cNvSpPr>
            <a:spLocks/>
          </p:cNvSpPr>
          <p:nvPr userDrawn="1"/>
        </p:nvSpPr>
        <p:spPr bwMode="auto">
          <a:xfrm>
            <a:off x="4364568" y="2165354"/>
            <a:ext cx="1540933" cy="1676400"/>
          </a:xfrm>
          <a:custGeom>
            <a:avLst/>
            <a:gdLst/>
            <a:ahLst/>
            <a:cxnLst>
              <a:cxn ang="0">
                <a:pos x="728" y="1056"/>
              </a:cxn>
              <a:cxn ang="0">
                <a:pos x="626" y="810"/>
              </a:cxn>
              <a:cxn ang="0">
                <a:pos x="447" y="432"/>
              </a:cxn>
              <a:cxn ang="0">
                <a:pos x="372" y="368"/>
              </a:cxn>
              <a:cxn ang="0">
                <a:pos x="246" y="337"/>
              </a:cxn>
              <a:cxn ang="0">
                <a:pos x="187" y="294"/>
              </a:cxn>
              <a:cxn ang="0">
                <a:pos x="135" y="276"/>
              </a:cxn>
              <a:cxn ang="0">
                <a:pos x="58" y="237"/>
              </a:cxn>
              <a:cxn ang="0">
                <a:pos x="17" y="199"/>
              </a:cxn>
              <a:cxn ang="0">
                <a:pos x="8" y="152"/>
              </a:cxn>
              <a:cxn ang="0">
                <a:pos x="26" y="84"/>
              </a:cxn>
              <a:cxn ang="0">
                <a:pos x="36" y="0"/>
              </a:cxn>
              <a:cxn ang="0">
                <a:pos x="6" y="6"/>
              </a:cxn>
            </a:cxnLst>
            <a:rect l="0" t="0" r="r" b="b"/>
            <a:pathLst>
              <a:path w="728" h="1056">
                <a:moveTo>
                  <a:pt x="728" y="1056"/>
                </a:moveTo>
                <a:cubicBezTo>
                  <a:pt x="723" y="1017"/>
                  <a:pt x="701" y="914"/>
                  <a:pt x="626" y="810"/>
                </a:cubicBezTo>
                <a:cubicBezTo>
                  <a:pt x="531" y="676"/>
                  <a:pt x="465" y="446"/>
                  <a:pt x="447" y="432"/>
                </a:cubicBezTo>
                <a:cubicBezTo>
                  <a:pt x="429" y="420"/>
                  <a:pt x="416" y="375"/>
                  <a:pt x="372" y="368"/>
                </a:cubicBezTo>
                <a:cubicBezTo>
                  <a:pt x="329" y="359"/>
                  <a:pt x="269" y="357"/>
                  <a:pt x="246" y="337"/>
                </a:cubicBezTo>
                <a:cubicBezTo>
                  <a:pt x="225" y="317"/>
                  <a:pt x="201" y="298"/>
                  <a:pt x="187" y="294"/>
                </a:cubicBezTo>
                <a:cubicBezTo>
                  <a:pt x="173" y="290"/>
                  <a:pt x="151" y="283"/>
                  <a:pt x="135" y="276"/>
                </a:cubicBezTo>
                <a:cubicBezTo>
                  <a:pt x="119" y="267"/>
                  <a:pt x="60" y="247"/>
                  <a:pt x="58" y="237"/>
                </a:cubicBezTo>
                <a:cubicBezTo>
                  <a:pt x="56" y="228"/>
                  <a:pt x="19" y="206"/>
                  <a:pt x="17" y="199"/>
                </a:cubicBezTo>
                <a:cubicBezTo>
                  <a:pt x="13" y="190"/>
                  <a:pt x="8" y="152"/>
                  <a:pt x="8" y="152"/>
                </a:cubicBezTo>
                <a:cubicBezTo>
                  <a:pt x="8" y="152"/>
                  <a:pt x="26" y="93"/>
                  <a:pt x="26" y="84"/>
                </a:cubicBezTo>
                <a:cubicBezTo>
                  <a:pt x="26" y="74"/>
                  <a:pt x="36" y="0"/>
                  <a:pt x="36" y="0"/>
                </a:cubicBezTo>
                <a:cubicBezTo>
                  <a:pt x="36" y="0"/>
                  <a:pt x="0" y="0"/>
                  <a:pt x="6" y="6"/>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1" name="Freeform 14"/>
          <p:cNvSpPr>
            <a:spLocks/>
          </p:cNvSpPr>
          <p:nvPr userDrawn="1"/>
        </p:nvSpPr>
        <p:spPr bwMode="auto">
          <a:xfrm>
            <a:off x="3807886" y="3648079"/>
            <a:ext cx="2101849" cy="222250"/>
          </a:xfrm>
          <a:custGeom>
            <a:avLst/>
            <a:gdLst/>
            <a:ahLst/>
            <a:cxnLst>
              <a:cxn ang="0">
                <a:pos x="0" y="0"/>
              </a:cxn>
              <a:cxn ang="0">
                <a:pos x="64" y="28"/>
              </a:cxn>
              <a:cxn ang="0">
                <a:pos x="121" y="39"/>
              </a:cxn>
              <a:cxn ang="0">
                <a:pos x="152" y="31"/>
              </a:cxn>
              <a:cxn ang="0">
                <a:pos x="262" y="29"/>
              </a:cxn>
              <a:cxn ang="0">
                <a:pos x="356" y="49"/>
              </a:cxn>
              <a:cxn ang="0">
                <a:pos x="483" y="71"/>
              </a:cxn>
              <a:cxn ang="0">
                <a:pos x="554" y="78"/>
              </a:cxn>
              <a:cxn ang="0">
                <a:pos x="553" y="68"/>
              </a:cxn>
            </a:cxnLst>
            <a:rect l="0" t="0" r="r" b="b"/>
            <a:pathLst>
              <a:path w="554" h="78">
                <a:moveTo>
                  <a:pt x="0" y="0"/>
                </a:moveTo>
                <a:cubicBezTo>
                  <a:pt x="14" y="7"/>
                  <a:pt x="45" y="23"/>
                  <a:pt x="64" y="28"/>
                </a:cubicBezTo>
                <a:cubicBezTo>
                  <a:pt x="90" y="35"/>
                  <a:pt x="121" y="39"/>
                  <a:pt x="121" y="39"/>
                </a:cubicBezTo>
                <a:cubicBezTo>
                  <a:pt x="121" y="39"/>
                  <a:pt x="140" y="33"/>
                  <a:pt x="152" y="31"/>
                </a:cubicBezTo>
                <a:cubicBezTo>
                  <a:pt x="164" y="30"/>
                  <a:pt x="249" y="27"/>
                  <a:pt x="262" y="29"/>
                </a:cubicBezTo>
                <a:cubicBezTo>
                  <a:pt x="274" y="31"/>
                  <a:pt x="326" y="40"/>
                  <a:pt x="356" y="49"/>
                </a:cubicBezTo>
                <a:cubicBezTo>
                  <a:pt x="386" y="58"/>
                  <a:pt x="460" y="69"/>
                  <a:pt x="483" y="71"/>
                </a:cubicBezTo>
                <a:cubicBezTo>
                  <a:pt x="507" y="74"/>
                  <a:pt x="554" y="78"/>
                  <a:pt x="554" y="78"/>
                </a:cubicBezTo>
                <a:cubicBezTo>
                  <a:pt x="554" y="78"/>
                  <a:pt x="554" y="75"/>
                  <a:pt x="553" y="68"/>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2" name="Freeform 15"/>
          <p:cNvSpPr>
            <a:spLocks/>
          </p:cNvSpPr>
          <p:nvPr userDrawn="1"/>
        </p:nvSpPr>
        <p:spPr bwMode="auto">
          <a:xfrm>
            <a:off x="3780368" y="2151069"/>
            <a:ext cx="550333" cy="1497013"/>
          </a:xfrm>
          <a:custGeom>
            <a:avLst/>
            <a:gdLst/>
            <a:ahLst/>
            <a:cxnLst>
              <a:cxn ang="0">
                <a:pos x="118" y="0"/>
              </a:cxn>
              <a:cxn ang="0">
                <a:pos x="144" y="75"/>
              </a:cxn>
              <a:cxn ang="0">
                <a:pos x="131" y="233"/>
              </a:cxn>
              <a:cxn ang="0">
                <a:pos x="121" y="245"/>
              </a:cxn>
              <a:cxn ang="0">
                <a:pos x="122" y="261"/>
              </a:cxn>
              <a:cxn ang="0">
                <a:pos x="100" y="312"/>
              </a:cxn>
              <a:cxn ang="0">
                <a:pos x="81" y="358"/>
              </a:cxn>
              <a:cxn ang="0">
                <a:pos x="58" y="377"/>
              </a:cxn>
              <a:cxn ang="0">
                <a:pos x="36" y="389"/>
              </a:cxn>
              <a:cxn ang="0">
                <a:pos x="4" y="460"/>
              </a:cxn>
              <a:cxn ang="0">
                <a:pos x="0" y="493"/>
              </a:cxn>
              <a:cxn ang="0">
                <a:pos x="0" y="522"/>
              </a:cxn>
              <a:cxn ang="0">
                <a:pos x="7" y="526"/>
              </a:cxn>
            </a:cxnLst>
            <a:rect l="0" t="0" r="r" b="b"/>
            <a:pathLst>
              <a:path w="145" h="526">
                <a:moveTo>
                  <a:pt x="118" y="0"/>
                </a:moveTo>
                <a:cubicBezTo>
                  <a:pt x="130" y="21"/>
                  <a:pt x="145" y="51"/>
                  <a:pt x="144" y="75"/>
                </a:cubicBezTo>
                <a:cubicBezTo>
                  <a:pt x="143" y="114"/>
                  <a:pt x="137" y="227"/>
                  <a:pt x="131" y="233"/>
                </a:cubicBezTo>
                <a:cubicBezTo>
                  <a:pt x="126" y="238"/>
                  <a:pt x="121" y="245"/>
                  <a:pt x="121" y="245"/>
                </a:cubicBezTo>
                <a:cubicBezTo>
                  <a:pt x="121" y="245"/>
                  <a:pt x="124" y="248"/>
                  <a:pt x="122" y="261"/>
                </a:cubicBezTo>
                <a:cubicBezTo>
                  <a:pt x="120" y="275"/>
                  <a:pt x="108" y="297"/>
                  <a:pt x="100" y="312"/>
                </a:cubicBezTo>
                <a:cubicBezTo>
                  <a:pt x="92" y="328"/>
                  <a:pt x="82" y="350"/>
                  <a:pt x="81" y="358"/>
                </a:cubicBezTo>
                <a:cubicBezTo>
                  <a:pt x="80" y="366"/>
                  <a:pt x="63" y="377"/>
                  <a:pt x="58" y="377"/>
                </a:cubicBezTo>
                <a:cubicBezTo>
                  <a:pt x="52" y="377"/>
                  <a:pt x="41" y="372"/>
                  <a:pt x="36" y="389"/>
                </a:cubicBezTo>
                <a:cubicBezTo>
                  <a:pt x="30" y="406"/>
                  <a:pt x="4" y="460"/>
                  <a:pt x="4" y="460"/>
                </a:cubicBezTo>
                <a:cubicBezTo>
                  <a:pt x="4" y="460"/>
                  <a:pt x="0" y="486"/>
                  <a:pt x="0" y="493"/>
                </a:cubicBezTo>
                <a:cubicBezTo>
                  <a:pt x="0" y="500"/>
                  <a:pt x="0" y="522"/>
                  <a:pt x="0" y="522"/>
                </a:cubicBezTo>
                <a:cubicBezTo>
                  <a:pt x="0" y="522"/>
                  <a:pt x="3" y="523"/>
                  <a:pt x="7" y="526"/>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3" name="Freeform 16"/>
          <p:cNvSpPr>
            <a:spLocks/>
          </p:cNvSpPr>
          <p:nvPr userDrawn="1"/>
        </p:nvSpPr>
        <p:spPr bwMode="auto">
          <a:xfrm>
            <a:off x="3213100" y="1897066"/>
            <a:ext cx="1016000" cy="254000"/>
          </a:xfrm>
          <a:custGeom>
            <a:avLst/>
            <a:gdLst/>
            <a:ahLst/>
            <a:cxnLst>
              <a:cxn ang="0">
                <a:pos x="0" y="14"/>
              </a:cxn>
              <a:cxn ang="0">
                <a:pos x="80" y="2"/>
              </a:cxn>
              <a:cxn ang="0">
                <a:pos x="199" y="39"/>
              </a:cxn>
              <a:cxn ang="0">
                <a:pos x="253" y="66"/>
              </a:cxn>
              <a:cxn ang="0">
                <a:pos x="268" y="89"/>
              </a:cxn>
            </a:cxnLst>
            <a:rect l="0" t="0" r="r" b="b"/>
            <a:pathLst>
              <a:path w="268" h="89">
                <a:moveTo>
                  <a:pt x="0" y="14"/>
                </a:moveTo>
                <a:cubicBezTo>
                  <a:pt x="20" y="9"/>
                  <a:pt x="59" y="0"/>
                  <a:pt x="80" y="2"/>
                </a:cubicBezTo>
                <a:cubicBezTo>
                  <a:pt x="110" y="5"/>
                  <a:pt x="182" y="30"/>
                  <a:pt x="199" y="39"/>
                </a:cubicBezTo>
                <a:cubicBezTo>
                  <a:pt x="216" y="48"/>
                  <a:pt x="253" y="66"/>
                  <a:pt x="253" y="66"/>
                </a:cubicBezTo>
                <a:cubicBezTo>
                  <a:pt x="254" y="68"/>
                  <a:pt x="260" y="77"/>
                  <a:pt x="268" y="89"/>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4" name="Freeform 17"/>
          <p:cNvSpPr>
            <a:spLocks/>
          </p:cNvSpPr>
          <p:nvPr userDrawn="1"/>
        </p:nvSpPr>
        <p:spPr bwMode="auto">
          <a:xfrm>
            <a:off x="797986" y="1936757"/>
            <a:ext cx="2415116" cy="3265487"/>
          </a:xfrm>
          <a:custGeom>
            <a:avLst/>
            <a:gdLst/>
            <a:ahLst/>
            <a:cxnLst>
              <a:cxn ang="0">
                <a:pos x="0" y="1147"/>
              </a:cxn>
              <a:cxn ang="0">
                <a:pos x="105" y="902"/>
              </a:cxn>
              <a:cxn ang="0">
                <a:pos x="191" y="776"/>
              </a:cxn>
              <a:cxn ang="0">
                <a:pos x="489" y="610"/>
              </a:cxn>
              <a:cxn ang="0">
                <a:pos x="509" y="468"/>
              </a:cxn>
              <a:cxn ang="0">
                <a:pos x="505" y="374"/>
              </a:cxn>
              <a:cxn ang="0">
                <a:pos x="482" y="352"/>
              </a:cxn>
              <a:cxn ang="0">
                <a:pos x="481" y="319"/>
              </a:cxn>
              <a:cxn ang="0">
                <a:pos x="474" y="286"/>
              </a:cxn>
              <a:cxn ang="0">
                <a:pos x="485" y="217"/>
              </a:cxn>
              <a:cxn ang="0">
                <a:pos x="490" y="177"/>
              </a:cxn>
              <a:cxn ang="0">
                <a:pos x="557" y="52"/>
              </a:cxn>
              <a:cxn ang="0">
                <a:pos x="623" y="4"/>
              </a:cxn>
              <a:cxn ang="0">
                <a:pos x="636" y="0"/>
              </a:cxn>
            </a:cxnLst>
            <a:rect l="0" t="0" r="r" b="b"/>
            <a:pathLst>
              <a:path w="636" h="1147">
                <a:moveTo>
                  <a:pt x="0" y="1147"/>
                </a:moveTo>
                <a:cubicBezTo>
                  <a:pt x="0" y="1147"/>
                  <a:pt x="103" y="910"/>
                  <a:pt x="105" y="902"/>
                </a:cubicBezTo>
                <a:cubicBezTo>
                  <a:pt x="108" y="894"/>
                  <a:pt x="146" y="802"/>
                  <a:pt x="191" y="776"/>
                </a:cubicBezTo>
                <a:cubicBezTo>
                  <a:pt x="235" y="749"/>
                  <a:pt x="481" y="624"/>
                  <a:pt x="489" y="610"/>
                </a:cubicBezTo>
                <a:cubicBezTo>
                  <a:pt x="497" y="597"/>
                  <a:pt x="510" y="492"/>
                  <a:pt x="509" y="468"/>
                </a:cubicBezTo>
                <a:cubicBezTo>
                  <a:pt x="508" y="445"/>
                  <a:pt x="505" y="374"/>
                  <a:pt x="505" y="374"/>
                </a:cubicBezTo>
                <a:cubicBezTo>
                  <a:pt x="505" y="374"/>
                  <a:pt x="484" y="363"/>
                  <a:pt x="482" y="352"/>
                </a:cubicBezTo>
                <a:cubicBezTo>
                  <a:pt x="481" y="341"/>
                  <a:pt x="481" y="331"/>
                  <a:pt x="481" y="319"/>
                </a:cubicBezTo>
                <a:cubicBezTo>
                  <a:pt x="481" y="306"/>
                  <a:pt x="474" y="299"/>
                  <a:pt x="474" y="286"/>
                </a:cubicBezTo>
                <a:cubicBezTo>
                  <a:pt x="474" y="274"/>
                  <a:pt x="481" y="223"/>
                  <a:pt x="485" y="217"/>
                </a:cubicBezTo>
                <a:cubicBezTo>
                  <a:pt x="488" y="210"/>
                  <a:pt x="490" y="191"/>
                  <a:pt x="490" y="177"/>
                </a:cubicBezTo>
                <a:cubicBezTo>
                  <a:pt x="490" y="162"/>
                  <a:pt x="516" y="78"/>
                  <a:pt x="557" y="52"/>
                </a:cubicBezTo>
                <a:cubicBezTo>
                  <a:pt x="598" y="27"/>
                  <a:pt x="623" y="4"/>
                  <a:pt x="623" y="4"/>
                </a:cubicBezTo>
                <a:cubicBezTo>
                  <a:pt x="623" y="4"/>
                  <a:pt x="628" y="2"/>
                  <a:pt x="636" y="0"/>
                </a:cubicBezTo>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5" name="Freeform 18"/>
          <p:cNvSpPr>
            <a:spLocks/>
          </p:cNvSpPr>
          <p:nvPr userDrawn="1"/>
        </p:nvSpPr>
        <p:spPr bwMode="auto">
          <a:xfrm>
            <a:off x="4756151" y="2211391"/>
            <a:ext cx="215900" cy="166688"/>
          </a:xfrm>
          <a:custGeom>
            <a:avLst/>
            <a:gdLst/>
            <a:ahLst/>
            <a:cxnLst>
              <a:cxn ang="0">
                <a:pos x="57" y="13"/>
              </a:cxn>
              <a:cxn ang="0">
                <a:pos x="35" y="8"/>
              </a:cxn>
              <a:cxn ang="0">
                <a:pos x="21" y="5"/>
              </a:cxn>
              <a:cxn ang="0">
                <a:pos x="0" y="18"/>
              </a:cxn>
              <a:cxn ang="0">
                <a:pos x="4" y="39"/>
              </a:cxn>
              <a:cxn ang="0">
                <a:pos x="26" y="50"/>
              </a:cxn>
              <a:cxn ang="0">
                <a:pos x="56" y="54"/>
              </a:cxn>
              <a:cxn ang="0">
                <a:pos x="57" y="13"/>
              </a:cxn>
            </a:cxnLst>
            <a:rect l="0" t="0" r="r" b="b"/>
            <a:pathLst>
              <a:path w="57" h="59">
                <a:moveTo>
                  <a:pt x="57" y="13"/>
                </a:moveTo>
                <a:cubicBezTo>
                  <a:pt x="57" y="13"/>
                  <a:pt x="41" y="16"/>
                  <a:pt x="35" y="8"/>
                </a:cubicBezTo>
                <a:cubicBezTo>
                  <a:pt x="29" y="0"/>
                  <a:pt x="21" y="5"/>
                  <a:pt x="21" y="5"/>
                </a:cubicBezTo>
                <a:cubicBezTo>
                  <a:pt x="0" y="18"/>
                  <a:pt x="0" y="18"/>
                  <a:pt x="0" y="18"/>
                </a:cubicBezTo>
                <a:cubicBezTo>
                  <a:pt x="4" y="39"/>
                  <a:pt x="4" y="39"/>
                  <a:pt x="4" y="39"/>
                </a:cubicBezTo>
                <a:cubicBezTo>
                  <a:pt x="4" y="39"/>
                  <a:pt x="20" y="48"/>
                  <a:pt x="26" y="50"/>
                </a:cubicBezTo>
                <a:cubicBezTo>
                  <a:pt x="31" y="51"/>
                  <a:pt x="55" y="59"/>
                  <a:pt x="56" y="54"/>
                </a:cubicBezTo>
                <a:cubicBezTo>
                  <a:pt x="57" y="49"/>
                  <a:pt x="57" y="13"/>
                  <a:pt x="57" y="13"/>
                </a:cubicBezTo>
                <a:close/>
              </a:path>
            </a:pathLst>
          </a:custGeom>
          <a:noFill/>
          <a:ln w="33338" cap="flat">
            <a:solidFill>
              <a:schemeClr val="tx1"/>
            </a:solidFill>
            <a:prstDash val="solid"/>
            <a:miter lim="800000"/>
            <a:headEnd/>
            <a:tailEnd/>
          </a:ln>
        </p:spPr>
        <p:txBody>
          <a:bodyPr/>
          <a:lstStyle/>
          <a:p>
            <a:endParaRPr lang="en-AU" sz="1800">
              <a:solidFill>
                <a:schemeClr val="accent2"/>
              </a:solidFill>
            </a:endParaRPr>
          </a:p>
        </p:txBody>
      </p:sp>
      <p:sp>
        <p:nvSpPr>
          <p:cNvPr id="16" name="Line 19"/>
          <p:cNvSpPr>
            <a:spLocks noChangeShapeType="1"/>
          </p:cNvSpPr>
          <p:nvPr userDrawn="1"/>
        </p:nvSpPr>
        <p:spPr bwMode="auto">
          <a:xfrm>
            <a:off x="1" y="5195891"/>
            <a:ext cx="806451" cy="1588"/>
          </a:xfrm>
          <a:prstGeom prst="line">
            <a:avLst/>
          </a:prstGeom>
          <a:noFill/>
          <a:ln w="33338">
            <a:solidFill>
              <a:schemeClr val="tx1"/>
            </a:solidFill>
            <a:miter lim="800000"/>
            <a:headEnd/>
            <a:tailEnd/>
          </a:ln>
        </p:spPr>
        <p:txBody>
          <a:bodyPr/>
          <a:lstStyle/>
          <a:p>
            <a:endParaRPr lang="en-AU" sz="1800">
              <a:solidFill>
                <a:schemeClr val="accent2"/>
              </a:solidFill>
            </a:endParaRPr>
          </a:p>
        </p:txBody>
      </p:sp>
      <p:sp>
        <p:nvSpPr>
          <p:cNvPr id="17" name="Line 20"/>
          <p:cNvSpPr>
            <a:spLocks noChangeShapeType="1"/>
          </p:cNvSpPr>
          <p:nvPr userDrawn="1"/>
        </p:nvSpPr>
        <p:spPr bwMode="auto">
          <a:xfrm>
            <a:off x="5139360" y="5946782"/>
            <a:ext cx="7067549" cy="1587"/>
          </a:xfrm>
          <a:prstGeom prst="line">
            <a:avLst/>
          </a:prstGeom>
          <a:noFill/>
          <a:ln w="33338">
            <a:solidFill>
              <a:schemeClr val="tx1"/>
            </a:solidFill>
            <a:miter lim="800000"/>
            <a:headEnd/>
            <a:tailEnd/>
          </a:ln>
        </p:spPr>
        <p:txBody>
          <a:bodyPr/>
          <a:lstStyle/>
          <a:p>
            <a:endParaRPr lang="en-AU" sz="1800">
              <a:solidFill>
                <a:schemeClr val="accent2"/>
              </a:solidFill>
            </a:endParaRPr>
          </a:p>
        </p:txBody>
      </p:sp>
      <p:sp>
        <p:nvSpPr>
          <p:cNvPr id="18" name="Oval 21"/>
          <p:cNvSpPr>
            <a:spLocks noChangeArrowheads="1"/>
          </p:cNvSpPr>
          <p:nvPr userDrawn="1"/>
        </p:nvSpPr>
        <p:spPr bwMode="auto">
          <a:xfrm>
            <a:off x="4286237" y="1714488"/>
            <a:ext cx="177800" cy="133350"/>
          </a:xfrm>
          <a:prstGeom prst="ellipse">
            <a:avLst/>
          </a:prstGeom>
          <a:noFill/>
          <a:ln w="33338">
            <a:solidFill>
              <a:schemeClr val="tx1"/>
            </a:solidFill>
            <a:miter lim="800000"/>
            <a:headEnd/>
            <a:tailEnd/>
          </a:ln>
        </p:spPr>
        <p:txBody>
          <a:bodyPr/>
          <a:lstStyle/>
          <a:p>
            <a:endParaRPr lang="en-AU" sz="1800">
              <a:solidFill>
                <a:schemeClr val="accent2"/>
              </a:solidFill>
            </a:endParaRPr>
          </a:p>
        </p:txBody>
      </p:sp>
      <p:sp>
        <p:nvSpPr>
          <p:cNvPr id="19" name="Oval 22"/>
          <p:cNvSpPr>
            <a:spLocks noChangeArrowheads="1"/>
          </p:cNvSpPr>
          <p:nvPr userDrawn="1"/>
        </p:nvSpPr>
        <p:spPr bwMode="auto">
          <a:xfrm>
            <a:off x="4000487" y="1500174"/>
            <a:ext cx="190501" cy="160336"/>
          </a:xfrm>
          <a:prstGeom prst="ellipse">
            <a:avLst/>
          </a:prstGeom>
          <a:noFill/>
          <a:ln w="33338">
            <a:solidFill>
              <a:schemeClr val="tx1"/>
            </a:solidFill>
            <a:miter lim="800000"/>
            <a:headEnd/>
            <a:tailEnd/>
          </a:ln>
        </p:spPr>
        <p:txBody>
          <a:bodyPr/>
          <a:lstStyle/>
          <a:p>
            <a:endParaRPr lang="en-AU" sz="1800">
              <a:solidFill>
                <a:schemeClr val="accent2"/>
              </a:solidFill>
            </a:endParaRPr>
          </a:p>
        </p:txBody>
      </p:sp>
      <p:sp>
        <p:nvSpPr>
          <p:cNvPr id="20" name="Oval 23"/>
          <p:cNvSpPr>
            <a:spLocks noChangeArrowheads="1"/>
          </p:cNvSpPr>
          <p:nvPr userDrawn="1"/>
        </p:nvSpPr>
        <p:spPr bwMode="auto">
          <a:xfrm>
            <a:off x="3524234" y="1357301"/>
            <a:ext cx="381001" cy="166685"/>
          </a:xfrm>
          <a:prstGeom prst="ellipse">
            <a:avLst/>
          </a:prstGeom>
          <a:noFill/>
          <a:ln w="33338">
            <a:solidFill>
              <a:schemeClr val="tx1"/>
            </a:solidFill>
            <a:miter lim="800000"/>
            <a:headEnd/>
            <a:tailEnd/>
          </a:ln>
        </p:spPr>
        <p:txBody>
          <a:bodyPr/>
          <a:lstStyle/>
          <a:p>
            <a:endParaRPr lang="en-AU" sz="1800">
              <a:solidFill>
                <a:schemeClr val="accent2"/>
              </a:solidFill>
            </a:endParaRPr>
          </a:p>
        </p:txBody>
      </p:sp>
      <p:sp>
        <p:nvSpPr>
          <p:cNvPr id="21" name="Text Box 28"/>
          <p:cNvSpPr txBox="1">
            <a:spLocks noChangeArrowheads="1"/>
          </p:cNvSpPr>
          <p:nvPr userDrawn="1"/>
        </p:nvSpPr>
        <p:spPr bwMode="auto">
          <a:xfrm>
            <a:off x="5143493" y="5143512"/>
            <a:ext cx="6762755" cy="1009650"/>
          </a:xfrm>
          <a:prstGeom prst="rect">
            <a:avLst/>
          </a:prstGeom>
          <a:noFill/>
          <a:ln w="9525">
            <a:noFill/>
            <a:miter lim="800000"/>
            <a:headEnd/>
            <a:tailEnd/>
          </a:ln>
          <a:effectLst/>
        </p:spPr>
        <p:txBody>
          <a:bodyPr anchor="ctr"/>
          <a:lstStyle/>
          <a:p>
            <a:pPr algn="ctr">
              <a:spcBef>
                <a:spcPct val="50000"/>
              </a:spcBef>
            </a:pPr>
            <a:r>
              <a:rPr lang="en-GB" altLang="zh-CN" sz="3200" dirty="0">
                <a:ea typeface="宋体" pitchFamily="2" charset="-122"/>
              </a:rPr>
              <a:t>Thank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200"/>
                                        <p:tgtEl>
                                          <p:spTgt spid="16"/>
                                        </p:tgtEl>
                                      </p:cBhvr>
                                    </p:animEffect>
                                  </p:childTnLst>
                                </p:cTn>
                              </p:par>
                              <p:par>
                                <p:cTn id="8" presetID="22" presetClass="entr" presetSubtype="4" fill="hold" grpId="0" nodeType="withEffect">
                                  <p:stCondLst>
                                    <p:cond delay="20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8" fill="hold" grpId="0" nodeType="withEffect">
                                  <p:stCondLst>
                                    <p:cond delay="70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200"/>
                                        <p:tgtEl>
                                          <p:spTgt spid="13"/>
                                        </p:tgtEl>
                                      </p:cBhvr>
                                    </p:animEffect>
                                  </p:childTnLst>
                                </p:cTn>
                              </p:par>
                              <p:par>
                                <p:cTn id="14" presetID="22" presetClass="entr" presetSubtype="1" fill="hold" grpId="0" nodeType="withEffect">
                                  <p:stCondLst>
                                    <p:cond delay="900"/>
                                  </p:stCondLst>
                                  <p:childTnLst>
                                    <p:set>
                                      <p:cBhvr>
                                        <p:cTn id="15" dur="1" fill="hold">
                                          <p:stCondLst>
                                            <p:cond delay="0"/>
                                          </p:stCondLst>
                                        </p:cTn>
                                        <p:tgtEl>
                                          <p:spTgt spid="12"/>
                                        </p:tgtEl>
                                        <p:attrNameLst>
                                          <p:attrName>style.visibility</p:attrName>
                                        </p:attrNameLst>
                                      </p:cBhvr>
                                      <p:to>
                                        <p:strVal val="visible"/>
                                      </p:to>
                                    </p:set>
                                    <p:animEffect transition="in" filter="wipe(up)">
                                      <p:cBhvr>
                                        <p:cTn id="16" dur="300"/>
                                        <p:tgtEl>
                                          <p:spTgt spid="12"/>
                                        </p:tgtEl>
                                      </p:cBhvr>
                                    </p:animEffect>
                                  </p:childTnLst>
                                </p:cTn>
                              </p:par>
                              <p:par>
                                <p:cTn id="17" presetID="22" presetClass="entr" presetSubtype="8" fill="hold" grpId="0" nodeType="withEffect">
                                  <p:stCondLst>
                                    <p:cond delay="120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300"/>
                                        <p:tgtEl>
                                          <p:spTgt spid="11"/>
                                        </p:tgtEl>
                                      </p:cBhvr>
                                    </p:animEffect>
                                  </p:childTnLst>
                                </p:cTn>
                              </p:par>
                              <p:par>
                                <p:cTn id="20" presetID="22" presetClass="entr" presetSubtype="4"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300"/>
                                        <p:tgtEl>
                                          <p:spTgt spid="10"/>
                                        </p:tgtEl>
                                      </p:cBhvr>
                                    </p:animEffect>
                                  </p:childTnLst>
                                </p:cTn>
                              </p:par>
                              <p:par>
                                <p:cTn id="23" presetID="22" presetClass="entr" presetSubtype="4" fill="hold" grpId="0" nodeType="withEffect">
                                  <p:stCondLst>
                                    <p:cond delay="170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100"/>
                                        <p:tgtEl>
                                          <p:spTgt spid="9"/>
                                        </p:tgtEl>
                                      </p:cBhvr>
                                    </p:animEffect>
                                  </p:childTnLst>
                                </p:cTn>
                              </p:par>
                              <p:par>
                                <p:cTn id="26" presetID="22" presetClass="entr" presetSubtype="8" fill="hold" grpId="0" nodeType="withEffect">
                                  <p:stCondLst>
                                    <p:cond delay="180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200"/>
                                        <p:tgtEl>
                                          <p:spTgt spid="8"/>
                                        </p:tgtEl>
                                      </p:cBhvr>
                                    </p:animEffect>
                                  </p:childTnLst>
                                </p:cTn>
                              </p:par>
                              <p:par>
                                <p:cTn id="29" presetID="22" presetClass="entr" presetSubtype="1" fill="hold" grpId="0" nodeType="withEffect">
                                  <p:stCondLst>
                                    <p:cond delay="200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400"/>
                                        <p:tgtEl>
                                          <p:spTgt spid="7"/>
                                        </p:tgtEl>
                                      </p:cBhvr>
                                    </p:animEffect>
                                  </p:childTnLst>
                                </p:cTn>
                              </p:par>
                              <p:par>
                                <p:cTn id="32" presetID="22" presetClass="entr" presetSubtype="8" fill="hold" grpId="0" nodeType="withEffect">
                                  <p:stCondLst>
                                    <p:cond delay="200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300"/>
                                        <p:tgtEl>
                                          <p:spTgt spid="15"/>
                                        </p:tgtEl>
                                      </p:cBhvr>
                                    </p:animEffect>
                                  </p:childTnLst>
                                </p:cTn>
                              </p:par>
                              <p:par>
                                <p:cTn id="35" presetID="22" presetClass="entr" presetSubtype="2" fill="hold" grpId="0" nodeType="withEffect">
                                  <p:stCondLst>
                                    <p:cond delay="2400"/>
                                  </p:stCondLst>
                                  <p:childTnLst>
                                    <p:set>
                                      <p:cBhvr>
                                        <p:cTn id="36" dur="1" fill="hold">
                                          <p:stCondLst>
                                            <p:cond delay="0"/>
                                          </p:stCondLst>
                                        </p:cTn>
                                        <p:tgtEl>
                                          <p:spTgt spid="6"/>
                                        </p:tgtEl>
                                        <p:attrNameLst>
                                          <p:attrName>style.visibility</p:attrName>
                                        </p:attrNameLst>
                                      </p:cBhvr>
                                      <p:to>
                                        <p:strVal val="visible"/>
                                      </p:to>
                                    </p:set>
                                    <p:animEffect transition="in" filter="wipe(right)">
                                      <p:cBhvr>
                                        <p:cTn id="37" dur="400"/>
                                        <p:tgtEl>
                                          <p:spTgt spid="6"/>
                                        </p:tgtEl>
                                      </p:cBhvr>
                                    </p:animEffect>
                                  </p:childTnLst>
                                </p:cTn>
                              </p:par>
                              <p:par>
                                <p:cTn id="38" presetID="22" presetClass="entr" presetSubtype="4" fill="hold" grpId="0" nodeType="withEffect">
                                  <p:stCondLst>
                                    <p:cond delay="280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200"/>
                                        <p:tgtEl>
                                          <p:spTgt spid="5"/>
                                        </p:tgtEl>
                                      </p:cBhvr>
                                    </p:animEffect>
                                  </p:childTnLst>
                                </p:cTn>
                              </p:par>
                              <p:par>
                                <p:cTn id="41" presetID="55" presetClass="entr" presetSubtype="0" fill="hold" grpId="0" nodeType="withEffect">
                                  <p:stCondLst>
                                    <p:cond delay="280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strVal val="#ppt_w*0.70"/>
                                          </p:val>
                                        </p:tav>
                                        <p:tav tm="100000">
                                          <p:val>
                                            <p:strVal val="#ppt_w"/>
                                          </p:val>
                                        </p:tav>
                                      </p:tavLst>
                                    </p:anim>
                                    <p:anim calcmode="lin" valueType="num">
                                      <p:cBhvr>
                                        <p:cTn id="44" dur="500" fill="hold"/>
                                        <p:tgtEl>
                                          <p:spTgt spid="18"/>
                                        </p:tgtEl>
                                        <p:attrNameLst>
                                          <p:attrName>ppt_h</p:attrName>
                                        </p:attrNameLst>
                                      </p:cBhvr>
                                      <p:tavLst>
                                        <p:tav tm="0">
                                          <p:val>
                                            <p:strVal val="#ppt_h"/>
                                          </p:val>
                                        </p:tav>
                                        <p:tav tm="100000">
                                          <p:val>
                                            <p:strVal val="#ppt_h"/>
                                          </p:val>
                                        </p:tav>
                                      </p:tavLst>
                                    </p:anim>
                                    <p:animEffect transition="in" filter="fade">
                                      <p:cBhvr>
                                        <p:cTn id="45" dur="500"/>
                                        <p:tgtEl>
                                          <p:spTgt spid="18"/>
                                        </p:tgtEl>
                                      </p:cBhvr>
                                    </p:animEffect>
                                  </p:childTnLst>
                                </p:cTn>
                              </p:par>
                              <p:par>
                                <p:cTn id="46" presetID="55" presetClass="entr" presetSubtype="0" fill="hold" grpId="0" nodeType="withEffect">
                                  <p:stCondLst>
                                    <p:cond delay="3200"/>
                                  </p:stCondLst>
                                  <p:childTnLst>
                                    <p:set>
                                      <p:cBhvr>
                                        <p:cTn id="47" dur="1" fill="hold">
                                          <p:stCondLst>
                                            <p:cond delay="0"/>
                                          </p:stCondLst>
                                        </p:cTn>
                                        <p:tgtEl>
                                          <p:spTgt spid="19"/>
                                        </p:tgtEl>
                                        <p:attrNameLst>
                                          <p:attrName>style.visibility</p:attrName>
                                        </p:attrNameLst>
                                      </p:cBhvr>
                                      <p:to>
                                        <p:strVal val="visible"/>
                                      </p:to>
                                    </p:set>
                                    <p:anim calcmode="lin" valueType="num">
                                      <p:cBhvr>
                                        <p:cTn id="48" dur="500" fill="hold"/>
                                        <p:tgtEl>
                                          <p:spTgt spid="19"/>
                                        </p:tgtEl>
                                        <p:attrNameLst>
                                          <p:attrName>ppt_w</p:attrName>
                                        </p:attrNameLst>
                                      </p:cBhvr>
                                      <p:tavLst>
                                        <p:tav tm="0">
                                          <p:val>
                                            <p:strVal val="#ppt_w*0.70"/>
                                          </p:val>
                                        </p:tav>
                                        <p:tav tm="100000">
                                          <p:val>
                                            <p:strVal val="#ppt_w"/>
                                          </p:val>
                                        </p:tav>
                                      </p:tavLst>
                                    </p:anim>
                                    <p:anim calcmode="lin" valueType="num">
                                      <p:cBhvr>
                                        <p:cTn id="49" dur="500" fill="hold"/>
                                        <p:tgtEl>
                                          <p:spTgt spid="19"/>
                                        </p:tgtEl>
                                        <p:attrNameLst>
                                          <p:attrName>ppt_h</p:attrName>
                                        </p:attrNameLst>
                                      </p:cBhvr>
                                      <p:tavLst>
                                        <p:tav tm="0">
                                          <p:val>
                                            <p:strVal val="#ppt_h"/>
                                          </p:val>
                                        </p:tav>
                                        <p:tav tm="100000">
                                          <p:val>
                                            <p:strVal val="#ppt_h"/>
                                          </p:val>
                                        </p:tav>
                                      </p:tavLst>
                                    </p:anim>
                                    <p:animEffect transition="in" filter="fade">
                                      <p:cBhvr>
                                        <p:cTn id="50" dur="500"/>
                                        <p:tgtEl>
                                          <p:spTgt spid="19"/>
                                        </p:tgtEl>
                                      </p:cBhvr>
                                    </p:animEffect>
                                  </p:childTnLst>
                                </p:cTn>
                              </p:par>
                              <p:par>
                                <p:cTn id="51" presetID="55" presetClass="entr" presetSubtype="0" fill="hold" grpId="0" nodeType="withEffect">
                                  <p:stCondLst>
                                    <p:cond delay="3600"/>
                                  </p:stCondLst>
                                  <p:childTnLst>
                                    <p:set>
                                      <p:cBhvr>
                                        <p:cTn id="52" dur="1" fill="hold">
                                          <p:stCondLst>
                                            <p:cond delay="0"/>
                                          </p:stCondLst>
                                        </p:cTn>
                                        <p:tgtEl>
                                          <p:spTgt spid="20"/>
                                        </p:tgtEl>
                                        <p:attrNameLst>
                                          <p:attrName>style.visibility</p:attrName>
                                        </p:attrNameLst>
                                      </p:cBhvr>
                                      <p:to>
                                        <p:strVal val="visible"/>
                                      </p:to>
                                    </p:set>
                                    <p:anim calcmode="lin" valueType="num">
                                      <p:cBhvr>
                                        <p:cTn id="53" dur="500" fill="hold"/>
                                        <p:tgtEl>
                                          <p:spTgt spid="20"/>
                                        </p:tgtEl>
                                        <p:attrNameLst>
                                          <p:attrName>ppt_w</p:attrName>
                                        </p:attrNameLst>
                                      </p:cBhvr>
                                      <p:tavLst>
                                        <p:tav tm="0">
                                          <p:val>
                                            <p:strVal val="#ppt_w*0.70"/>
                                          </p:val>
                                        </p:tav>
                                        <p:tav tm="100000">
                                          <p:val>
                                            <p:strVal val="#ppt_w"/>
                                          </p:val>
                                        </p:tav>
                                      </p:tavLst>
                                    </p:anim>
                                    <p:anim calcmode="lin" valueType="num">
                                      <p:cBhvr>
                                        <p:cTn id="54" dur="500" fill="hold"/>
                                        <p:tgtEl>
                                          <p:spTgt spid="20"/>
                                        </p:tgtEl>
                                        <p:attrNameLst>
                                          <p:attrName>ppt_h</p:attrName>
                                        </p:attrNameLst>
                                      </p:cBhvr>
                                      <p:tavLst>
                                        <p:tav tm="0">
                                          <p:val>
                                            <p:strVal val="#ppt_h"/>
                                          </p:val>
                                        </p:tav>
                                        <p:tav tm="100000">
                                          <p:val>
                                            <p:strVal val="#ppt_h"/>
                                          </p:val>
                                        </p:tav>
                                      </p:tavLst>
                                    </p:anim>
                                    <p:animEffect transition="in" filter="fade">
                                      <p:cBhvr>
                                        <p:cTn id="55" dur="500"/>
                                        <p:tgtEl>
                                          <p:spTgt spid="20"/>
                                        </p:tgtEl>
                                      </p:cBhvr>
                                    </p:animEffect>
                                  </p:childTnLst>
                                </p:cTn>
                              </p:par>
                            </p:childTnLst>
                          </p:cTn>
                        </p:par>
                        <p:par>
                          <p:cTn id="56" fill="hold">
                            <p:stCondLst>
                              <p:cond delay="4100"/>
                            </p:stCondLst>
                            <p:childTnLst>
                              <p:par>
                                <p:cTn id="57" presetID="22" presetClass="entr" presetSubtype="8"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par>
                          <p:cTn id="60" fill="hold">
                            <p:stCondLst>
                              <p:cond delay="4600"/>
                            </p:stCondLst>
                            <p:childTnLst>
                              <p:par>
                                <p:cTn id="61" presetID="50" presetClass="entr" presetSubtype="0" decel="10000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1000" fill="hold"/>
                                        <p:tgtEl>
                                          <p:spTgt spid="21"/>
                                        </p:tgtEl>
                                        <p:attrNameLst>
                                          <p:attrName>ppt_w</p:attrName>
                                        </p:attrNameLst>
                                      </p:cBhvr>
                                      <p:tavLst>
                                        <p:tav tm="0">
                                          <p:val>
                                            <p:strVal val="#ppt_w+.3"/>
                                          </p:val>
                                        </p:tav>
                                        <p:tav tm="100000">
                                          <p:val>
                                            <p:strVal val="#ppt_w"/>
                                          </p:val>
                                        </p:tav>
                                      </p:tavLst>
                                    </p:anim>
                                    <p:anim calcmode="lin" valueType="num">
                                      <p:cBhvr>
                                        <p:cTn id="64" dur="1000" fill="hold"/>
                                        <p:tgtEl>
                                          <p:spTgt spid="21"/>
                                        </p:tgtEl>
                                        <p:attrNameLst>
                                          <p:attrName>ppt_h</p:attrName>
                                        </p:attrNameLst>
                                      </p:cBhvr>
                                      <p:tavLst>
                                        <p:tav tm="0">
                                          <p:val>
                                            <p:strVal val="#ppt_h"/>
                                          </p:val>
                                        </p:tav>
                                        <p:tav tm="100000">
                                          <p:val>
                                            <p:strVal val="#ppt_h"/>
                                          </p:val>
                                        </p:tav>
                                      </p:tavLst>
                                    </p:anim>
                                    <p:animEffect transition="in" filter="fade">
                                      <p:cBhvr>
                                        <p:cTn id="65"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p:bld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6.jpe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5" name="图片 14">
            <a:extLst>
              <a:ext uri="{FF2B5EF4-FFF2-40B4-BE49-F238E27FC236}">
                <a16:creationId xmlns="" xmlns:a16="http://schemas.microsoft.com/office/drawing/2014/main" id="{2A2EEB01-6495-45BE-B8A2-58500451C08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7383" y="3573016"/>
            <a:ext cx="11137237" cy="2874640"/>
          </a:xfrm>
          <a:prstGeom prst="rect">
            <a:avLst/>
          </a:prstGeom>
        </p:spPr>
      </p:pic>
      <p:grpSp>
        <p:nvGrpSpPr>
          <p:cNvPr id="20" name="组合 19">
            <a:extLst>
              <a:ext uri="{FF2B5EF4-FFF2-40B4-BE49-F238E27FC236}">
                <a16:creationId xmlns="" xmlns:a16="http://schemas.microsoft.com/office/drawing/2014/main" id="{751BE1BD-DFA1-42D0-8FE9-EC77CDF492DE}"/>
              </a:ext>
            </a:extLst>
          </p:cNvPr>
          <p:cNvGrpSpPr/>
          <p:nvPr userDrawn="1"/>
        </p:nvGrpSpPr>
        <p:grpSpPr>
          <a:xfrm>
            <a:off x="2567608" y="764704"/>
            <a:ext cx="3212192" cy="737580"/>
            <a:chOff x="8185819" y="90570"/>
            <a:chExt cx="2711479" cy="640047"/>
          </a:xfrm>
        </p:grpSpPr>
        <p:pic>
          <p:nvPicPr>
            <p:cNvPr id="21" name="图片 6">
              <a:extLst>
                <a:ext uri="{FF2B5EF4-FFF2-40B4-BE49-F238E27FC236}">
                  <a16:creationId xmlns="" xmlns:a16="http://schemas.microsoft.com/office/drawing/2014/main" id="{55BF893F-585A-4C5D-9F9D-F573246593E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85819" y="121394"/>
              <a:ext cx="609222" cy="60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7">
              <a:extLst>
                <a:ext uri="{FF2B5EF4-FFF2-40B4-BE49-F238E27FC236}">
                  <a16:creationId xmlns="" xmlns:a16="http://schemas.microsoft.com/office/drawing/2014/main" id="{3AB0EFE0-BDCC-4BA9-B53F-BD817BE80DC6}"/>
                </a:ext>
              </a:extLst>
            </p:cNvPr>
            <p:cNvPicPr>
              <a:picLocks noChangeAspect="1" noChangeArrowheads="1"/>
            </p:cNvPicPr>
            <p:nvPr/>
          </p:nvPicPr>
          <p:blipFill>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l="7591" t="64297" r="9830" b="7486"/>
            <a:stretch>
              <a:fillRect/>
            </a:stretch>
          </p:blipFill>
          <p:spPr bwMode="auto">
            <a:xfrm>
              <a:off x="8845653" y="90570"/>
              <a:ext cx="2051645" cy="60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矩形 23">
            <a:extLst>
              <a:ext uri="{FF2B5EF4-FFF2-40B4-BE49-F238E27FC236}">
                <a16:creationId xmlns="" xmlns:a16="http://schemas.microsoft.com/office/drawing/2014/main" id="{424B2763-31C6-4A32-B230-75D6D536F486}"/>
              </a:ext>
            </a:extLst>
          </p:cNvPr>
          <p:cNvSpPr/>
          <p:nvPr userDrawn="1"/>
        </p:nvSpPr>
        <p:spPr>
          <a:xfrm rot="5400000" flipV="1">
            <a:off x="5500140" y="1142254"/>
            <a:ext cx="865353" cy="18000"/>
          </a:xfrm>
          <a:prstGeom prst="rect">
            <a:avLst/>
          </a:prstGeom>
          <a:solidFill>
            <a:schemeClr val="bg1">
              <a:lumMod val="85000"/>
            </a:schemeClr>
          </a:solidFill>
          <a:ln>
            <a:noFill/>
          </a:ln>
          <a:effectLst/>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pic>
        <p:nvPicPr>
          <p:cNvPr id="8" name="图片 7">
            <a:extLst>
              <a:ext uri="{FF2B5EF4-FFF2-40B4-BE49-F238E27FC236}">
                <a16:creationId xmlns="" xmlns:a16="http://schemas.microsoft.com/office/drawing/2014/main" id="{A0BBC789-CC79-5C45-82C6-6907AD71976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951984" y="718577"/>
            <a:ext cx="4218718" cy="773752"/>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 id="2147483669"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424B2763-31C6-4A32-B230-75D6D536F486}"/>
              </a:ext>
            </a:extLst>
          </p:cNvPr>
          <p:cNvSpPr/>
          <p:nvPr userDrawn="1"/>
        </p:nvSpPr>
        <p:spPr>
          <a:xfrm flipV="1">
            <a:off x="623392" y="959128"/>
            <a:ext cx="11137237" cy="21600"/>
          </a:xfrm>
          <a:prstGeom prst="rect">
            <a:avLst/>
          </a:prstGeom>
          <a:solidFill>
            <a:schemeClr val="bg1">
              <a:lumMod val="85000"/>
            </a:schemeClr>
          </a:solidFill>
          <a:ln>
            <a:noFill/>
          </a:ln>
          <a:effectLst/>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sz="1800"/>
          </a:p>
        </p:txBody>
      </p:sp>
      <p:sp>
        <p:nvSpPr>
          <p:cNvPr id="11" name="页脚占位符 10">
            <a:extLst>
              <a:ext uri="{FF2B5EF4-FFF2-40B4-BE49-F238E27FC236}">
                <a16:creationId xmlns="" xmlns:a16="http://schemas.microsoft.com/office/drawing/2014/main" id="{D1F1B02B-8175-483B-8A1C-EADEB142D14B}"/>
              </a:ext>
            </a:extLst>
          </p:cNvPr>
          <p:cNvSpPr>
            <a:spLocks noGrp="1"/>
          </p:cNvSpPr>
          <p:nvPr>
            <p:ph type="ftr" sz="quarter" idx="3"/>
          </p:nvPr>
        </p:nvSpPr>
        <p:spPr>
          <a:xfrm>
            <a:off x="4038600" y="648509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12" name="灯片编号占位符 11">
            <a:extLst>
              <a:ext uri="{FF2B5EF4-FFF2-40B4-BE49-F238E27FC236}">
                <a16:creationId xmlns="" xmlns:a16="http://schemas.microsoft.com/office/drawing/2014/main" id="{EDC8466F-A23F-48E2-9377-40E7CCCA2213}"/>
              </a:ext>
            </a:extLst>
          </p:cNvPr>
          <p:cNvSpPr>
            <a:spLocks noGrp="1"/>
          </p:cNvSpPr>
          <p:nvPr>
            <p:ph type="sldNum" sz="quarter" idx="4"/>
          </p:nvPr>
        </p:nvSpPr>
        <p:spPr>
          <a:xfrm>
            <a:off x="11376589" y="6485092"/>
            <a:ext cx="660681" cy="365125"/>
          </a:xfrm>
          <a:prstGeom prst="rect">
            <a:avLst/>
          </a:prstGeom>
        </p:spPr>
        <p:txBody>
          <a:bodyPr vert="horz" lIns="91440" tIns="45720" rIns="91440" bIns="45720" rtlCol="0" anchor="ctr"/>
          <a:lstStyle>
            <a:lvl1pPr algn="r">
              <a:defRPr sz="1600" b="1">
                <a:solidFill>
                  <a:schemeClr val="tx1"/>
                </a:solidFill>
              </a:defRPr>
            </a:lvl1pPr>
          </a:lstStyle>
          <a:p>
            <a:fld id="{6C276BF9-DA2C-4EDA-B310-41054C53A8AE}" type="slidenum">
              <a:rPr lang="zh-CN" altLang="en-US" smtClean="0"/>
              <a:pPr/>
              <a:t>‹#›</a:t>
            </a:fld>
            <a:endParaRPr lang="zh-CN" altLang="en-US" dirty="0"/>
          </a:p>
        </p:txBody>
      </p:sp>
      <p:pic>
        <p:nvPicPr>
          <p:cNvPr id="13" name="图片 12">
            <a:extLst>
              <a:ext uri="{FF2B5EF4-FFF2-40B4-BE49-F238E27FC236}">
                <a16:creationId xmlns="" xmlns:a16="http://schemas.microsoft.com/office/drawing/2014/main" id="{5A14C88A-3BA9-47C6-9EE8-6405E83BAE3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187949" y="21599"/>
            <a:ext cx="1037960" cy="959129"/>
          </a:xfrm>
          <a:prstGeom prst="rect">
            <a:avLst/>
          </a:prstGeom>
        </p:spPr>
      </p:pic>
      <p:grpSp>
        <p:nvGrpSpPr>
          <p:cNvPr id="7" name="组合 6">
            <a:extLst>
              <a:ext uri="{FF2B5EF4-FFF2-40B4-BE49-F238E27FC236}">
                <a16:creationId xmlns="" xmlns:a16="http://schemas.microsoft.com/office/drawing/2014/main" id="{42507B9E-9BBC-6240-BB58-3D758361C10C}"/>
              </a:ext>
            </a:extLst>
          </p:cNvPr>
          <p:cNvGrpSpPr/>
          <p:nvPr userDrawn="1"/>
        </p:nvGrpSpPr>
        <p:grpSpPr>
          <a:xfrm rot="10800000">
            <a:off x="179512" y="620688"/>
            <a:ext cx="433078" cy="101282"/>
            <a:chOff x="78938" y="1038860"/>
            <a:chExt cx="433078" cy="101282"/>
          </a:xfrm>
        </p:grpSpPr>
        <p:sp>
          <p:nvSpPr>
            <p:cNvPr id="8" name="平行四边形 7">
              <a:extLst>
                <a:ext uri="{FF2B5EF4-FFF2-40B4-BE49-F238E27FC236}">
                  <a16:creationId xmlns="" xmlns:a16="http://schemas.microsoft.com/office/drawing/2014/main" id="{FA8085B9-2555-3746-83C0-43E1F6C3CF9B}"/>
                </a:ext>
              </a:extLst>
            </p:cNvPr>
            <p:cNvSpPr/>
            <p:nvPr/>
          </p:nvSpPr>
          <p:spPr>
            <a:xfrm>
              <a:off x="78938" y="1038860"/>
              <a:ext cx="131164" cy="101282"/>
            </a:xfrm>
            <a:prstGeom prst="parallelogram">
              <a:avLst/>
            </a:prstGeom>
            <a:solidFill>
              <a:srgbClr val="005AA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a:extLst>
                <a:ext uri="{FF2B5EF4-FFF2-40B4-BE49-F238E27FC236}">
                  <a16:creationId xmlns="" xmlns:a16="http://schemas.microsoft.com/office/drawing/2014/main" id="{C942DDA0-03E6-DC4B-B155-2D714A1D9E70}"/>
                </a:ext>
              </a:extLst>
            </p:cNvPr>
            <p:cNvSpPr/>
            <p:nvPr/>
          </p:nvSpPr>
          <p:spPr>
            <a:xfrm>
              <a:off x="229895" y="1038860"/>
              <a:ext cx="131164" cy="101282"/>
            </a:xfrm>
            <a:prstGeom prst="parallelogram">
              <a:avLst/>
            </a:prstGeom>
            <a:solidFill>
              <a:srgbClr val="005AA0">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平行四边形 9">
              <a:extLst>
                <a:ext uri="{FF2B5EF4-FFF2-40B4-BE49-F238E27FC236}">
                  <a16:creationId xmlns="" xmlns:a16="http://schemas.microsoft.com/office/drawing/2014/main" id="{D9F607DC-4AB3-B641-AD4F-A9E67545501A}"/>
                </a:ext>
              </a:extLst>
            </p:cNvPr>
            <p:cNvSpPr/>
            <p:nvPr/>
          </p:nvSpPr>
          <p:spPr>
            <a:xfrm>
              <a:off x="380852" y="1038860"/>
              <a:ext cx="131164" cy="101282"/>
            </a:xfrm>
            <a:prstGeom prst="parallelogram">
              <a:avLst/>
            </a:prstGeom>
            <a:solidFill>
              <a:srgbClr val="005A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5" name="图片 14">
            <a:extLst>
              <a:ext uri="{FF2B5EF4-FFF2-40B4-BE49-F238E27FC236}">
                <a16:creationId xmlns="" xmlns:a16="http://schemas.microsoft.com/office/drawing/2014/main" id="{CD2F2BC8-23AA-7D47-9CB0-945D4E26DC6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6309320"/>
            <a:ext cx="2915816" cy="534789"/>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67"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20.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8.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0.png"/></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1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11492" y="2202430"/>
            <a:ext cx="10945216" cy="1082554"/>
          </a:xfrm>
        </p:spPr>
        <p:txBody>
          <a:bodyPr/>
          <a:lstStyle/>
          <a:p>
            <a:pPr algn="ctr"/>
            <a:r>
              <a:rPr lang="zh-CN" altLang="en-US" sz="5400" b="1" dirty="0" smtClean="0">
                <a:latin typeface="Times New Roman" panose="02020603050405020304" pitchFamily="18" charset="0"/>
                <a:ea typeface="华文行楷" panose="02010800040101010101" pitchFamily="2" charset="-122"/>
              </a:rPr>
              <a:t>计算机 算法设计与分析</a:t>
            </a:r>
            <a:r>
              <a:rPr lang="en-US" altLang="zh-CN" sz="5400" b="1" dirty="0">
                <a:latin typeface="Times New Roman" panose="02020603050405020304" pitchFamily="18" charset="0"/>
                <a:ea typeface="华文行楷" panose="02010800040101010101" pitchFamily="2" charset="-122"/>
              </a:rPr>
              <a:t/>
            </a:r>
            <a:br>
              <a:rPr lang="en-US" altLang="zh-CN" sz="5400" b="1" dirty="0">
                <a:latin typeface="Times New Roman" panose="02020603050405020304" pitchFamily="18" charset="0"/>
                <a:ea typeface="华文行楷" panose="02010800040101010101" pitchFamily="2" charset="-122"/>
              </a:rPr>
            </a:br>
            <a:r>
              <a:rPr lang="en-US" altLang="zh-CN" sz="2400" b="1" dirty="0">
                <a:latin typeface="Times New Roman" panose="02020603050405020304" pitchFamily="18" charset="0"/>
                <a:ea typeface="华文行楷" panose="02010800040101010101" pitchFamily="2" charset="-122"/>
              </a:rPr>
              <a:t>Computer Algorithms Design &amp; </a:t>
            </a:r>
            <a:r>
              <a:rPr lang="en-US" altLang="zh-CN" sz="2400" b="1" dirty="0" smtClean="0">
                <a:latin typeface="Times New Roman" panose="02020603050405020304" pitchFamily="18" charset="0"/>
                <a:ea typeface="华文行楷" panose="02010800040101010101" pitchFamily="2" charset="-122"/>
              </a:rPr>
              <a:t>Analysis</a:t>
            </a:r>
            <a:br>
              <a:rPr lang="en-US" altLang="zh-CN" sz="2400" b="1" dirty="0" smtClean="0">
                <a:latin typeface="Times New Roman" panose="02020603050405020304" pitchFamily="18" charset="0"/>
                <a:ea typeface="华文行楷" panose="02010800040101010101" pitchFamily="2" charset="-122"/>
              </a:rPr>
            </a:br>
            <a:r>
              <a:rPr lang="zh-CN" altLang="en-US" sz="3200" b="1" dirty="0" smtClean="0">
                <a:latin typeface="Times New Roman" panose="02020603050405020304" pitchFamily="18" charset="0"/>
                <a:ea typeface="华文行楷" panose="02010800040101010101" pitchFamily="2" charset="-122"/>
              </a:rPr>
              <a:t>第六章 回溯法</a:t>
            </a:r>
            <a:r>
              <a:rPr lang="en-US" altLang="zh-CN" sz="5400" b="1" dirty="0">
                <a:latin typeface="Times New Roman" panose="02020603050405020304" pitchFamily="18" charset="0"/>
                <a:ea typeface="华文行楷" panose="02010800040101010101" pitchFamily="2" charset="-122"/>
              </a:rPr>
              <a:t/>
            </a:r>
            <a:br>
              <a:rPr lang="en-US" altLang="zh-CN" sz="5400" b="1" dirty="0">
                <a:latin typeface="Times New Roman" panose="02020603050405020304" pitchFamily="18" charset="0"/>
                <a:ea typeface="华文行楷" panose="02010800040101010101" pitchFamily="2" charset="-122"/>
              </a:rPr>
            </a:br>
            <a:endParaRPr lang="zh-CN" altLang="en-US" sz="5400" b="1" dirty="0">
              <a:latin typeface="Times New Roman" panose="02020603050405020304" pitchFamily="18" charset="0"/>
              <a:ea typeface="华文行楷" panose="02010800040101010101" pitchFamily="2" charset="-122"/>
            </a:endParaRPr>
          </a:p>
        </p:txBody>
      </p:sp>
      <p:sp>
        <p:nvSpPr>
          <p:cNvPr id="3" name="副标题 2"/>
          <p:cNvSpPr>
            <a:spLocks noGrp="1"/>
          </p:cNvSpPr>
          <p:nvPr>
            <p:ph type="subTitle" idx="1"/>
          </p:nvPr>
        </p:nvSpPr>
        <p:spPr/>
        <p:txBody>
          <a:bodyPr/>
          <a:lstStyle/>
          <a:p>
            <a:endParaRPr lang="en-US" altLang="zh-CN" dirty="0"/>
          </a:p>
          <a:p>
            <a:pPr algn="ctr"/>
            <a:r>
              <a:rPr lang="zh-CN" altLang="en-US" sz="2400" b="1" dirty="0">
                <a:latin typeface="Times New Roman" panose="02020603050405020304" pitchFamily="18" charset="0"/>
                <a:ea typeface="华文行楷" panose="02010800040101010101" pitchFamily="2" charset="-122"/>
              </a:rPr>
              <a:t>华北电力大学计算机</a:t>
            </a:r>
            <a:r>
              <a:rPr lang="zh-CN" altLang="en-US" sz="2400" b="1" dirty="0" smtClean="0">
                <a:latin typeface="Times New Roman" panose="02020603050405020304" pitchFamily="18" charset="0"/>
                <a:ea typeface="华文行楷" panose="02010800040101010101" pitchFamily="2" charset="-122"/>
              </a:rPr>
              <a:t>系</a:t>
            </a:r>
            <a:endParaRPr lang="zh-CN" altLang="en-US" sz="2400" b="1" dirty="0">
              <a:latin typeface="Times New Roman" panose="02020603050405020304" pitchFamily="18" charset="0"/>
              <a:ea typeface="华文行楷" panose="02010800040101010101" pitchFamily="2" charset="-122"/>
            </a:endParaRPr>
          </a:p>
        </p:txBody>
      </p:sp>
    </p:spTree>
    <p:extLst>
      <p:ext uri="{BB962C8B-B14F-4D97-AF65-F5344CB8AC3E}">
        <p14:creationId xmlns:p14="http://schemas.microsoft.com/office/powerpoint/2010/main" val="15600816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23392" y="188640"/>
            <a:ext cx="10009112" cy="647774"/>
          </a:xfrm>
        </p:spPr>
        <p:txBody>
          <a:bodyPr/>
          <a:lstStyle/>
          <a:p>
            <a:r>
              <a:rPr lang="zh-CN" altLang="en-US" dirty="0" smtClean="0"/>
              <a:t>第六章 回溯法</a:t>
            </a:r>
            <a:endParaRPr lang="zh-CN" altLang="en-US" dirty="0"/>
          </a:p>
        </p:txBody>
      </p:sp>
      <p:sp>
        <p:nvSpPr>
          <p:cNvPr id="3" name="灯片编号占位符 2"/>
          <p:cNvSpPr>
            <a:spLocks noGrp="1"/>
          </p:cNvSpPr>
          <p:nvPr>
            <p:ph type="sldNum" sz="quarter" idx="16"/>
          </p:nvPr>
        </p:nvSpPr>
        <p:spPr/>
        <p:txBody>
          <a:bodyPr/>
          <a:lstStyle/>
          <a:p>
            <a:fld id="{6C276BF9-DA2C-4EDA-B310-41054C53A8AE}" type="slidenum">
              <a:rPr lang="zh-CN" altLang="en-US" smtClean="0"/>
              <a:pPr/>
              <a:t>2</a:t>
            </a:fld>
            <a:endParaRPr lang="zh-CN" altLang="en-US"/>
          </a:p>
        </p:txBody>
      </p:sp>
      <p:sp>
        <p:nvSpPr>
          <p:cNvPr id="4" name="文本占位符 3"/>
          <p:cNvSpPr>
            <a:spLocks noGrp="1"/>
          </p:cNvSpPr>
          <p:nvPr>
            <p:ph type="body" sz="quarter" idx="14"/>
          </p:nvPr>
        </p:nvSpPr>
        <p:spPr>
          <a:xfrm>
            <a:off x="4223792" y="1772816"/>
            <a:ext cx="4032448" cy="3024336"/>
          </a:xfrm>
        </p:spPr>
        <p:txBody>
          <a:bodyPr/>
          <a:lstStyle/>
          <a:p>
            <a:pPr algn="ctr"/>
            <a:endParaRPr lang="en-US" altLang="zh-CN" dirty="0" smtClean="0"/>
          </a:p>
          <a:p>
            <a:r>
              <a:rPr lang="zh-CN" altLang="en-US" dirty="0" smtClean="0"/>
              <a:t>一、</a:t>
            </a:r>
            <a:r>
              <a:rPr lang="zh-CN" altLang="en-US" dirty="0"/>
              <a:t>基本</a:t>
            </a:r>
            <a:r>
              <a:rPr lang="zh-CN" altLang="en-US" dirty="0" smtClean="0"/>
              <a:t>概念</a:t>
            </a:r>
            <a:endParaRPr lang="en-US" altLang="zh-CN" dirty="0" smtClean="0"/>
          </a:p>
          <a:p>
            <a:r>
              <a:rPr lang="zh-CN" altLang="en-US" dirty="0" smtClean="0"/>
              <a:t>二、再论</a:t>
            </a:r>
            <a:r>
              <a:rPr lang="en-US" altLang="zh-CN" dirty="0" smtClean="0"/>
              <a:t>0-1</a:t>
            </a:r>
            <a:r>
              <a:rPr lang="zh-CN" altLang="en-US" dirty="0" smtClean="0"/>
              <a:t>背包问题</a:t>
            </a:r>
            <a:endParaRPr lang="en-US" altLang="zh-CN" dirty="0" smtClean="0"/>
          </a:p>
          <a:p>
            <a:r>
              <a:rPr lang="zh-CN" altLang="en-US" dirty="0" smtClean="0"/>
              <a:t>三</a:t>
            </a:r>
            <a:r>
              <a:rPr lang="zh-CN" altLang="en-US" dirty="0"/>
              <a:t>、装载问题</a:t>
            </a:r>
            <a:endParaRPr lang="en-US" altLang="zh-CN" dirty="0"/>
          </a:p>
          <a:p>
            <a:r>
              <a:rPr lang="zh-CN" altLang="en-US" dirty="0"/>
              <a:t>四、旅行售货员</a:t>
            </a:r>
            <a:r>
              <a:rPr lang="zh-CN" altLang="en-US" dirty="0" smtClean="0"/>
              <a:t>问题</a:t>
            </a:r>
            <a:endParaRPr lang="en-US" altLang="zh-CN" dirty="0" smtClean="0"/>
          </a:p>
          <a:p>
            <a:r>
              <a:rPr lang="zh-CN" altLang="en-US" dirty="0" smtClean="0"/>
              <a:t>五、图的着色问题*</a:t>
            </a:r>
            <a:endParaRPr lang="en-US" altLang="zh-CN" dirty="0" smtClean="0"/>
          </a:p>
          <a:p>
            <a:r>
              <a:rPr lang="zh-CN" altLang="en-US" dirty="0" smtClean="0"/>
              <a:t>六</a:t>
            </a:r>
            <a:r>
              <a:rPr lang="zh-CN" altLang="en-US" dirty="0" smtClean="0"/>
              <a:t>、跳马问题*</a:t>
            </a:r>
            <a:endParaRPr lang="en-US" altLang="zh-CN" dirty="0" smtClean="0"/>
          </a:p>
        </p:txBody>
      </p:sp>
    </p:spTree>
    <p:extLst>
      <p:ext uri="{BB962C8B-B14F-4D97-AF65-F5344CB8AC3E}">
        <p14:creationId xmlns:p14="http://schemas.microsoft.com/office/powerpoint/2010/main" val="12051597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623392" y="1196752"/>
                <a:ext cx="10513168" cy="4752975"/>
              </a:xfrm>
            </p:spPr>
            <p:txBody>
              <a:bodyPr/>
              <a:lstStyle/>
              <a:p>
                <a:pPr marL="0" indent="0">
                  <a:buNone/>
                </a:pPr>
                <a:endParaRPr lang="en-US" altLang="zh-CN" dirty="0" smtClean="0"/>
              </a:p>
              <a:p>
                <a:pPr marL="342900" lvl="1" indent="-342900">
                  <a:buFont typeface="Wingdings" pitchFamily="2" charset="2"/>
                  <a:buChar char="n"/>
                </a:pPr>
                <a:r>
                  <a:rPr lang="zh-CN" altLang="en-US" sz="2400" b="1" dirty="0">
                    <a:latin typeface="Times New Roman" panose="02020603050405020304" pitchFamily="18" charset="0"/>
                    <a:cs typeface="Times New Roman" panose="02020603050405020304" pitchFamily="18" charset="0"/>
                  </a:rPr>
                  <a:t>问题讨论：要求在一个</a:t>
                </a:r>
                <a:r>
                  <a:rPr lang="en-US" altLang="zh-CN" sz="2400" b="1" dirty="0">
                    <a:latin typeface="Times New Roman" panose="02020603050405020304" pitchFamily="18" charset="0"/>
                    <a:cs typeface="Times New Roman" panose="02020603050405020304" pitchFamily="18" charset="0"/>
                  </a:rPr>
                  <a:t>4*4</a:t>
                </a:r>
                <a:r>
                  <a:rPr lang="zh-CN" altLang="en-US" sz="2400" b="1" dirty="0">
                    <a:latin typeface="Times New Roman" panose="02020603050405020304" pitchFamily="18" charset="0"/>
                    <a:cs typeface="Times New Roman" panose="02020603050405020304" pitchFamily="18" charset="0"/>
                  </a:rPr>
                  <a:t>的棋盘上放置</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个皇后，使得它们彼此不受攻击</a:t>
                </a:r>
                <a:r>
                  <a:rPr lang="zh-CN" altLang="en-US" sz="2400" b="1" dirty="0" smtClean="0">
                    <a:latin typeface="Times New Roman" panose="02020603050405020304" pitchFamily="18" charset="0"/>
                    <a:cs typeface="Times New Roman" panose="02020603050405020304" pitchFamily="18" charset="0"/>
                  </a:rPr>
                  <a:t>。</a:t>
                </a:r>
                <a:endParaRPr lang="en-US" altLang="zh-CN" sz="24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规则：皇后</a:t>
                </a:r>
                <a:r>
                  <a:rPr lang="zh-CN" altLang="en-US" sz="2200" b="1" dirty="0">
                    <a:latin typeface="Times New Roman" panose="02020603050405020304" pitchFamily="18" charset="0"/>
                    <a:cs typeface="Times New Roman" panose="02020603050405020304" pitchFamily="18" charset="0"/>
                  </a:rPr>
                  <a:t>可以攻击与之处在同一行或同一列或同一对角线上的任何其他棋子</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zh-CN" altLang="en-US" sz="2200" b="1" dirty="0">
                    <a:latin typeface="Times New Roman" panose="02020603050405020304" pitchFamily="18" charset="0"/>
                    <a:cs typeface="Times New Roman" panose="02020603050405020304" pitchFamily="18" charset="0"/>
                  </a:rPr>
                  <a:t>问题</a:t>
                </a:r>
                <a:r>
                  <a:rPr lang="zh-CN" altLang="en-US" sz="2200" b="1" dirty="0" smtClean="0">
                    <a:latin typeface="Times New Roman" panose="02020603050405020304" pitchFamily="18" charset="0"/>
                    <a:cs typeface="Times New Roman" panose="02020603050405020304" pitchFamily="18" charset="0"/>
                  </a:rPr>
                  <a:t>：有</a:t>
                </a:r>
                <a:r>
                  <a:rPr lang="zh-CN" altLang="en-US" sz="2200" b="1" dirty="0">
                    <a:latin typeface="Times New Roman" panose="02020603050405020304" pitchFamily="18" charset="0"/>
                    <a:cs typeface="Times New Roman" panose="02020603050405020304" pitchFamily="18" charset="0"/>
                  </a:rPr>
                  <a:t>多少种可能的布局</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解的形式定义为</a:t>
                </a:r>
                <a:r>
                  <a:rPr lang="en-US" altLang="zh-CN" sz="2200" b="1" dirty="0" smtClean="0">
                    <a:latin typeface="Times New Roman" panose="02020603050405020304" pitchFamily="18" charset="0"/>
                    <a:cs typeface="Times New Roman" panose="02020603050405020304" pitchFamily="18" charset="0"/>
                  </a:rPr>
                  <a:t>4</a:t>
                </a:r>
                <a:r>
                  <a:rPr lang="zh-CN" altLang="en-US" sz="2200" b="1" dirty="0" smtClean="0">
                    <a:latin typeface="Times New Roman" panose="02020603050405020304" pitchFamily="18" charset="0"/>
                    <a:cs typeface="Times New Roman" panose="02020603050405020304" pitchFamily="18" charset="0"/>
                  </a:rPr>
                  <a:t>维向量</a:t>
                </a:r>
                <a14:m>
                  <m:oMath xmlns:m="http://schemas.openxmlformats.org/officeDocument/2006/math">
                    <m:r>
                      <a:rPr lang="en-US" altLang="zh-CN" sz="2200" b="1" i="1" smtClean="0">
                        <a:solidFill>
                          <a:srgbClr val="0070C0"/>
                        </a:solidFill>
                        <a:latin typeface="Cambria Math" panose="02040503050406030204" pitchFamily="18" charset="0"/>
                        <a:ea typeface="楷体_GB2312" pitchFamily="49" charset="-122"/>
                      </a:rPr>
                      <m:t>&lt;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a:solidFill>
                              <a:srgbClr val="0070C0"/>
                            </a:solidFill>
                            <a:latin typeface="Cambria Math" panose="02040503050406030204" pitchFamily="18" charset="0"/>
                            <a:ea typeface="楷体_GB2312" pitchFamily="49" charset="-122"/>
                          </a:rPr>
                          <m:t>𝒙</m:t>
                        </m:r>
                      </m:e>
                      <m:sub>
                        <m:r>
                          <a:rPr lang="en-US" altLang="zh-CN" sz="2200" b="1" i="1">
                            <a:solidFill>
                              <a:srgbClr val="0070C0"/>
                            </a:solidFill>
                            <a:latin typeface="Cambria Math" panose="02040503050406030204" pitchFamily="18" charset="0"/>
                            <a:ea typeface="楷体_GB2312" pitchFamily="49" charset="-122"/>
                          </a:rPr>
                          <m:t>𝟏</m:t>
                        </m:r>
                      </m:sub>
                    </m:sSub>
                    <m:r>
                      <a:rPr lang="en-US" altLang="zh-CN" sz="2200" b="1">
                        <a:solidFill>
                          <a:srgbClr val="0070C0"/>
                        </a:solidFill>
                        <a:latin typeface="Cambria Math" panose="02040503050406030204" pitchFamily="18" charset="0"/>
                        <a:ea typeface="楷体_GB2312" pitchFamily="49" charset="-122"/>
                      </a:rPr>
                      <m: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a:solidFill>
                              <a:srgbClr val="0070C0"/>
                            </a:solidFill>
                            <a:latin typeface="Cambria Math" panose="02040503050406030204" pitchFamily="18" charset="0"/>
                            <a:ea typeface="楷体_GB2312" pitchFamily="49" charset="-122"/>
                          </a:rPr>
                          <m:t>𝒙</m:t>
                        </m:r>
                      </m:e>
                      <m:sub>
                        <m:r>
                          <a:rPr lang="en-US" altLang="zh-CN" sz="2200" b="1" i="1">
                            <a:solidFill>
                              <a:srgbClr val="0070C0"/>
                            </a:solidFill>
                            <a:latin typeface="Cambria Math" panose="02040503050406030204" pitchFamily="18" charset="0"/>
                            <a:ea typeface="楷体_GB2312" pitchFamily="49" charset="-122"/>
                          </a:rPr>
                          <m:t>𝟐</m:t>
                        </m:r>
                      </m:sub>
                    </m:sSub>
                    <m:r>
                      <a:rPr lang="en-US" altLang="zh-CN" sz="2200" b="1">
                        <a:solidFill>
                          <a:srgbClr val="0070C0"/>
                        </a:solidFill>
                        <a:latin typeface="Cambria Math" panose="02040503050406030204" pitchFamily="18" charset="0"/>
                        <a:ea typeface="楷体_GB2312" pitchFamily="49" charset="-122"/>
                      </a:rPr>
                      <m:t>,</m:t>
                    </m:r>
                  </m:oMath>
                </a14:m>
                <a:r>
                  <a:rPr lang="en-US" altLang="zh-CN" sz="2200" b="1" dirty="0">
                    <a:solidFill>
                      <a:srgbClr val="0070C0"/>
                    </a:solidFill>
                    <a:ea typeface="楷体_GB2312" pitchFamily="49" charset="-122"/>
                  </a:rPr>
                  <a:t> </a:t>
                </a:r>
                <a14:m>
                  <m:oMath xmlns:m="http://schemas.openxmlformats.org/officeDocument/2006/math">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a:solidFill>
                              <a:srgbClr val="0070C0"/>
                            </a:solidFill>
                            <a:latin typeface="Cambria Math" panose="02040503050406030204" pitchFamily="18" charset="0"/>
                            <a:ea typeface="楷体_GB2312" pitchFamily="49" charset="-122"/>
                          </a:rPr>
                          <m:t>𝒙</m:t>
                        </m:r>
                      </m:e>
                      <m:sub>
                        <m:r>
                          <a:rPr lang="en-US" altLang="zh-CN" sz="2200" b="1" i="1">
                            <a:solidFill>
                              <a:srgbClr val="0070C0"/>
                            </a:solidFill>
                            <a:latin typeface="Cambria Math" panose="02040503050406030204" pitchFamily="18" charset="0"/>
                            <a:ea typeface="楷体_GB2312" pitchFamily="49" charset="-122"/>
                          </a:rPr>
                          <m:t>𝟑</m:t>
                        </m:r>
                      </m:sub>
                    </m:sSub>
                    <m:r>
                      <a:rPr lang="en-US" altLang="zh-CN" sz="2200" b="1">
                        <a:solidFill>
                          <a:srgbClr val="0070C0"/>
                        </a:solidFill>
                        <a:latin typeface="Cambria Math" panose="02040503050406030204" pitchFamily="18" charset="0"/>
                        <a:ea typeface="楷体_GB2312" pitchFamily="49" charset="-122"/>
                      </a:rPr>
                      <m: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a:solidFill>
                              <a:srgbClr val="0070C0"/>
                            </a:solidFill>
                            <a:latin typeface="Cambria Math" panose="02040503050406030204" pitchFamily="18" charset="0"/>
                            <a:ea typeface="楷体_GB2312" pitchFamily="49" charset="-122"/>
                          </a:rPr>
                          <m:t>𝒙</m:t>
                        </m:r>
                      </m:e>
                      <m:sub>
                        <m:r>
                          <a:rPr lang="en-US" altLang="zh-CN" sz="2200" b="1" i="1">
                            <a:solidFill>
                              <a:srgbClr val="0070C0"/>
                            </a:solidFill>
                            <a:latin typeface="Cambria Math" panose="02040503050406030204" pitchFamily="18" charset="0"/>
                            <a:ea typeface="楷体_GB2312" pitchFamily="49" charset="-122"/>
                          </a:rPr>
                          <m:t>𝟒</m:t>
                        </m:r>
                      </m:sub>
                    </m:sSub>
                    <m:r>
                      <a:rPr lang="en-US" altLang="zh-CN" sz="2200" b="1" i="0" smtClean="0">
                        <a:solidFill>
                          <a:srgbClr val="0070C0"/>
                        </a:solidFill>
                        <a:latin typeface="Cambria Math" panose="02040503050406030204" pitchFamily="18" charset="0"/>
                        <a:ea typeface="楷体_GB2312" pitchFamily="49" charset="-122"/>
                      </a:rPr>
                      <m:t>&gt;</m:t>
                    </m:r>
                  </m:oMath>
                </a14:m>
                <a:endParaRPr lang="en-US" altLang="zh-CN" sz="2200" b="1" dirty="0" smtClean="0">
                  <a:solidFill>
                    <a:srgbClr val="0070C0"/>
                  </a:solidFill>
                  <a:latin typeface="楷体_GB2312" pitchFamily="49" charset="-122"/>
                  <a:ea typeface="楷体_GB2312" pitchFamily="49" charset="-122"/>
                </a:endParaRPr>
              </a:p>
              <a:p>
                <a:pPr marL="1200150" lvl="3" indent="-342900">
                  <a:buFont typeface="Wingdings" pitchFamily="2" charset="2"/>
                  <a:buChar char="n"/>
                </a:pPr>
                <a14:m>
                  <m:oMath xmlns:m="http://schemas.openxmlformats.org/officeDocument/2006/math">
                    <m:r>
                      <a:rPr lang="en-US" altLang="zh-CN" sz="2200" b="1" i="1">
                        <a:solidFill>
                          <a:srgbClr val="0070C0"/>
                        </a:solidFill>
                        <a:latin typeface="Cambria Math" panose="02040503050406030204" pitchFamily="18" charset="0"/>
                        <a:ea typeface="楷体_GB2312" pitchFamily="49" charset="-122"/>
                      </a:rPr>
                      <m:t>&lt;</m:t>
                    </m:r>
                    <m:r>
                      <a:rPr lang="en-US" altLang="zh-CN" sz="2200" b="1" i="1" smtClean="0">
                        <a:solidFill>
                          <a:srgbClr val="0070C0"/>
                        </a:solidFill>
                        <a:latin typeface="Cambria Math" panose="02040503050406030204" pitchFamily="18" charset="0"/>
                        <a:ea typeface="楷体_GB2312" pitchFamily="49" charset="-122"/>
                      </a:rPr>
                      <m:t>𝟐</m:t>
                    </m:r>
                    <m:r>
                      <a:rPr lang="en-US" altLang="zh-CN" sz="2200" b="1">
                        <a:solidFill>
                          <a:srgbClr val="0070C0"/>
                        </a:solidFill>
                        <a:latin typeface="Cambria Math" panose="02040503050406030204" pitchFamily="18" charset="0"/>
                        <a:ea typeface="楷体_GB2312" pitchFamily="49" charset="-122"/>
                      </a:rPr>
                      <m:t>,</m:t>
                    </m:r>
                    <m:r>
                      <a:rPr lang="en-US" altLang="zh-CN" sz="2200" b="1" i="0" smtClean="0">
                        <a:solidFill>
                          <a:srgbClr val="0070C0"/>
                        </a:solidFill>
                        <a:latin typeface="Cambria Math" panose="02040503050406030204" pitchFamily="18" charset="0"/>
                        <a:ea typeface="楷体_GB2312" pitchFamily="49" charset="-122"/>
                      </a:rPr>
                      <m:t>𝟒</m:t>
                    </m:r>
                    <m:r>
                      <a:rPr lang="en-US" altLang="zh-CN" sz="2200" b="1">
                        <a:solidFill>
                          <a:srgbClr val="0070C0"/>
                        </a:solidFill>
                        <a:latin typeface="Cambria Math" panose="02040503050406030204" pitchFamily="18" charset="0"/>
                        <a:ea typeface="楷体_GB2312" pitchFamily="49" charset="-122"/>
                      </a:rPr>
                      <m:t>,</m:t>
                    </m:r>
                    <m:r>
                      <a:rPr lang="en-US" altLang="zh-CN" sz="2200" b="1" i="1" smtClean="0">
                        <a:solidFill>
                          <a:srgbClr val="0070C0"/>
                        </a:solidFill>
                        <a:latin typeface="Cambria Math" panose="02040503050406030204" pitchFamily="18" charset="0"/>
                        <a:ea typeface="楷体_GB2312" pitchFamily="49" charset="-122"/>
                      </a:rPr>
                      <m:t>𝟏</m:t>
                    </m:r>
                    <m:r>
                      <a:rPr lang="en-US" altLang="zh-CN" sz="2200" b="1" i="1" smtClean="0">
                        <a:solidFill>
                          <a:srgbClr val="0070C0"/>
                        </a:solidFill>
                        <a:latin typeface="Cambria Math" panose="02040503050406030204" pitchFamily="18" charset="0"/>
                        <a:ea typeface="楷体_GB2312" pitchFamily="49" charset="-122"/>
                      </a:rPr>
                      <m:t>,</m:t>
                    </m:r>
                    <m:r>
                      <a:rPr lang="en-US" altLang="zh-CN" sz="2200" b="1" i="1">
                        <a:solidFill>
                          <a:srgbClr val="0070C0"/>
                        </a:solidFill>
                        <a:latin typeface="Cambria Math" panose="02040503050406030204" pitchFamily="18" charset="0"/>
                        <a:ea typeface="楷体_GB2312" pitchFamily="49" charset="-122"/>
                      </a:rPr>
                      <m:t>𝟑</m:t>
                    </m:r>
                    <m:r>
                      <a:rPr lang="en-US" altLang="zh-CN" sz="2200" b="1">
                        <a:solidFill>
                          <a:srgbClr val="0070C0"/>
                        </a:solidFill>
                        <a:latin typeface="Cambria Math" panose="02040503050406030204" pitchFamily="18" charset="0"/>
                        <a:ea typeface="楷体_GB2312" pitchFamily="49" charset="-122"/>
                      </a:rPr>
                      <m:t>&gt;</m:t>
                    </m:r>
                  </m:oMath>
                </a14:m>
                <a:endParaRPr lang="en-US" altLang="zh-CN" sz="2200" b="1" dirty="0" smtClean="0">
                  <a:solidFill>
                    <a:srgbClr val="0070C0"/>
                  </a:solidFill>
                  <a:latin typeface="楷体_GB2312" pitchFamily="49" charset="-122"/>
                  <a:ea typeface="楷体_GB2312" pitchFamily="49" charset="-122"/>
                </a:endParaRPr>
              </a:p>
              <a:p>
                <a:pPr marL="1200150" lvl="3" indent="-342900">
                  <a:buFont typeface="Wingdings" pitchFamily="2" charset="2"/>
                  <a:buChar char="n"/>
                </a:pPr>
                <a14:m>
                  <m:oMath xmlns:m="http://schemas.openxmlformats.org/officeDocument/2006/math">
                    <m:r>
                      <a:rPr lang="en-US" altLang="zh-CN" sz="2200" b="1" i="1">
                        <a:solidFill>
                          <a:srgbClr val="0070C0"/>
                        </a:solidFill>
                        <a:latin typeface="Cambria Math" panose="02040503050406030204" pitchFamily="18" charset="0"/>
                        <a:ea typeface="楷体_GB2312" pitchFamily="49" charset="-122"/>
                      </a:rPr>
                      <m:t>&lt;</m:t>
                    </m:r>
                    <m:r>
                      <a:rPr lang="en-US" altLang="zh-CN" sz="2200" b="1" i="1" smtClean="0">
                        <a:solidFill>
                          <a:srgbClr val="0070C0"/>
                        </a:solidFill>
                        <a:latin typeface="Cambria Math" panose="02040503050406030204" pitchFamily="18" charset="0"/>
                        <a:ea typeface="楷体_GB2312" pitchFamily="49" charset="-122"/>
                      </a:rPr>
                      <m:t>𝟑</m:t>
                    </m:r>
                    <m:r>
                      <a:rPr lang="en-US" altLang="zh-CN" sz="2200" b="1">
                        <a:solidFill>
                          <a:srgbClr val="0070C0"/>
                        </a:solidFill>
                        <a:latin typeface="Cambria Math" panose="02040503050406030204" pitchFamily="18" charset="0"/>
                        <a:ea typeface="楷体_GB2312" pitchFamily="49" charset="-122"/>
                      </a:rPr>
                      <m:t>,</m:t>
                    </m:r>
                    <m:r>
                      <a:rPr lang="en-US" altLang="zh-CN" sz="2200" b="1" i="0" smtClean="0">
                        <a:solidFill>
                          <a:srgbClr val="0070C0"/>
                        </a:solidFill>
                        <a:latin typeface="Cambria Math" panose="02040503050406030204" pitchFamily="18" charset="0"/>
                        <a:ea typeface="楷体_GB2312" pitchFamily="49" charset="-122"/>
                      </a:rPr>
                      <m:t>𝟏</m:t>
                    </m:r>
                    <m:r>
                      <a:rPr lang="en-US" altLang="zh-CN" sz="2200" b="1">
                        <a:solidFill>
                          <a:srgbClr val="0070C0"/>
                        </a:solidFill>
                        <a:latin typeface="Cambria Math" panose="02040503050406030204" pitchFamily="18" charset="0"/>
                        <a:ea typeface="楷体_GB2312" pitchFamily="49" charset="-122"/>
                      </a:rPr>
                      <m:t>,</m:t>
                    </m:r>
                    <m:r>
                      <a:rPr lang="en-US" altLang="zh-CN" sz="2200" b="1" i="1" smtClean="0">
                        <a:solidFill>
                          <a:srgbClr val="0070C0"/>
                        </a:solidFill>
                        <a:latin typeface="Cambria Math" panose="02040503050406030204" pitchFamily="18" charset="0"/>
                        <a:ea typeface="楷体_GB2312" pitchFamily="49" charset="-122"/>
                      </a:rPr>
                      <m:t>𝟒</m:t>
                    </m:r>
                    <m:r>
                      <a:rPr lang="en-US" altLang="zh-CN" sz="2200" b="1" i="1">
                        <a:solidFill>
                          <a:srgbClr val="0070C0"/>
                        </a:solidFill>
                        <a:latin typeface="Cambria Math" panose="02040503050406030204" pitchFamily="18" charset="0"/>
                        <a:ea typeface="楷体_GB2312" pitchFamily="49" charset="-122"/>
                      </a:rPr>
                      <m:t>,</m:t>
                    </m:r>
                    <m:r>
                      <a:rPr lang="en-US" altLang="zh-CN" sz="2200" b="1" i="1" smtClean="0">
                        <a:solidFill>
                          <a:srgbClr val="0070C0"/>
                        </a:solidFill>
                        <a:latin typeface="Cambria Math" panose="02040503050406030204" pitchFamily="18" charset="0"/>
                        <a:ea typeface="楷体_GB2312" pitchFamily="49" charset="-122"/>
                      </a:rPr>
                      <m:t>𝟐</m:t>
                    </m:r>
                    <m:r>
                      <a:rPr lang="en-US" altLang="zh-CN" sz="2200" b="1">
                        <a:solidFill>
                          <a:srgbClr val="0070C0"/>
                        </a:solidFill>
                        <a:latin typeface="Cambria Math" panose="02040503050406030204" pitchFamily="18" charset="0"/>
                        <a:ea typeface="楷体_GB2312" pitchFamily="49" charset="-122"/>
                      </a:rPr>
                      <m:t>&gt;</m:t>
                    </m:r>
                  </m:oMath>
                </a14:m>
                <a:endParaRPr lang="en-US" altLang="zh-CN" sz="2200" b="1" dirty="0" smtClean="0">
                  <a:solidFill>
                    <a:srgbClr val="0070C0"/>
                  </a:solidFill>
                  <a:latin typeface="楷体_GB2312" pitchFamily="49" charset="-122"/>
                  <a:ea typeface="楷体_GB2312" pitchFamily="49" charset="-122"/>
                </a:endParaRPr>
              </a:p>
              <a:p>
                <a:pPr marL="1200150" lvl="3" indent="-342900">
                  <a:buFont typeface="Wingdings" pitchFamily="2" charset="2"/>
                  <a:buChar char="n"/>
                </a:pPr>
                <a:endParaRPr lang="en-US" altLang="zh-CN" sz="2000" b="1" dirty="0">
                  <a:solidFill>
                    <a:srgbClr val="0070C0"/>
                  </a:solidFill>
                  <a:latin typeface="楷体_GB2312" pitchFamily="49" charset="-122"/>
                  <a:ea typeface="楷体_GB2312" pitchFamily="49" charset="-122"/>
                </a:endParaRPr>
              </a:p>
              <a:p>
                <a:pPr marL="742950" lvl="2" indent="-342900">
                  <a:buFont typeface="Wingdings" pitchFamily="2" charset="2"/>
                  <a:buChar char="n"/>
                </a:pPr>
                <a:r>
                  <a:rPr lang="zh-CN" altLang="en-US" sz="2200" b="1" dirty="0">
                    <a:latin typeface="Times New Roman" panose="02020603050405020304" pitchFamily="18" charset="0"/>
                    <a:cs typeface="Times New Roman" panose="02020603050405020304" pitchFamily="18" charset="0"/>
                  </a:rPr>
                  <a:t>枚举法（穷举、蛮力</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14:m>
                  <m:oMath xmlns:m="http://schemas.openxmlformats.org/officeDocument/2006/math">
                    <m:sSup>
                      <m:sSupPr>
                        <m:ctrlPr>
                          <a:rPr lang="en-US" altLang="zh-CN" sz="2200" b="1" i="1" smtClean="0">
                            <a:solidFill>
                              <a:srgbClr val="FF0000"/>
                            </a:solidFill>
                            <a:latin typeface="Cambria Math" panose="02040503050406030204" pitchFamily="18" charset="0"/>
                            <a:cs typeface="Times New Roman" panose="02020603050405020304" pitchFamily="18" charset="0"/>
                          </a:rPr>
                        </m:ctrlPr>
                      </m:sSupPr>
                      <m:e>
                        <m:r>
                          <m:rPr>
                            <m:nor/>
                          </m:rPr>
                          <a:rPr lang="en-US" altLang="zh-CN" sz="2200" b="1" dirty="0">
                            <a:solidFill>
                              <a:srgbClr val="FF0000"/>
                            </a:solidFill>
                            <a:latin typeface="Times New Roman" panose="02020603050405020304" pitchFamily="18" charset="0"/>
                            <a:cs typeface="Times New Roman" panose="02020603050405020304" pitchFamily="18" charset="0"/>
                          </a:rPr>
                          <m:t>4</m:t>
                        </m:r>
                      </m:e>
                      <m:sup>
                        <m:r>
                          <a:rPr lang="en-US" altLang="zh-CN" sz="2200" b="1" i="1" smtClean="0">
                            <a:solidFill>
                              <a:srgbClr val="FF0000"/>
                            </a:solidFill>
                            <a:latin typeface="Cambria Math" panose="02040503050406030204" pitchFamily="18" charset="0"/>
                            <a:cs typeface="Times New Roman" panose="02020603050405020304" pitchFamily="18" charset="0"/>
                          </a:rPr>
                          <m:t>𝟒</m:t>
                        </m:r>
                      </m:sup>
                    </m:sSup>
                    <m:r>
                      <a:rPr lang="zh-CN" altLang="en-US" sz="2200" b="1" i="1">
                        <a:latin typeface="Cambria Math" panose="02040503050406030204" pitchFamily="18" charset="0"/>
                        <a:cs typeface="Times New Roman" panose="02020603050405020304" pitchFamily="18" charset="0"/>
                      </a:rPr>
                      <m:t>种</m:t>
                    </m:r>
                  </m:oMath>
                </a14:m>
                <a:r>
                  <a:rPr lang="zh-CN" altLang="en-US" sz="2200" b="1" dirty="0" smtClean="0">
                    <a:latin typeface="Times New Roman" panose="02020603050405020304" pitchFamily="18" charset="0"/>
                    <a:cs typeface="Times New Roman" panose="02020603050405020304" pitchFamily="18" charset="0"/>
                  </a:rPr>
                  <a:t>可能，一一列举</a:t>
                </a:r>
                <a:endParaRPr lang="en-US" altLang="zh-CN" sz="2200" b="1" dirty="0" smtClean="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去除不符合规则的放置方案</a:t>
                </a:r>
                <a:endParaRPr lang="en-US" altLang="zh-CN" sz="2200" b="1" dirty="0">
                  <a:latin typeface="Times New Roman" panose="02020603050405020304" pitchFamily="18" charset="0"/>
                  <a:cs typeface="Times New Roman" panose="02020603050405020304" pitchFamily="18" charset="0"/>
                </a:endParaRPr>
              </a:p>
              <a:p>
                <a:pPr marL="857250" lvl="3" indent="0">
                  <a:buNone/>
                </a:pPr>
                <a:endParaRPr lang="en-US" altLang="zh-CN" sz="2000" b="1" dirty="0">
                  <a:solidFill>
                    <a:srgbClr val="0070C0"/>
                  </a:solidFill>
                  <a:latin typeface="楷体_GB2312" pitchFamily="49" charset="-122"/>
                  <a:ea typeface="楷体_GB2312" pitchFamily="49" charset="-122"/>
                </a:endParaRPr>
              </a:p>
              <a:p>
                <a:pPr marL="742950" lvl="2" indent="-342900">
                  <a:buFont typeface="Wingdings" pitchFamily="2" charset="2"/>
                  <a:buChar char="n"/>
                </a:pP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a:latin typeface="Times New Roman" panose="02020603050405020304" pitchFamily="18" charset="0"/>
                  <a:cs typeface="Times New Roman" panose="02020603050405020304" pitchFamily="18" charset="0"/>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623392" y="1196752"/>
                <a:ext cx="10513168" cy="4752975"/>
              </a:xfrm>
              <a:blipFill rotWithShape="0">
                <a:blip r:embed="rId3"/>
                <a:stretch>
                  <a:fillRect l="-116" r="-2551" b="-5385"/>
                </a:stretch>
              </a:blipFill>
            </p:spPr>
            <p:txBody>
              <a:bodyPr/>
              <a:lstStyle/>
              <a:p>
                <a:r>
                  <a:rPr lang="zh-CN" altLang="en-US">
                    <a:noFill/>
                  </a:rPr>
                  <a:t> </a:t>
                </a:r>
              </a:p>
            </p:txBody>
          </p:sp>
        </mc:Fallback>
      </mc:AlternateContent>
      <p:sp>
        <p:nvSpPr>
          <p:cNvPr id="2" name="灯片编号占位符 1"/>
          <p:cNvSpPr>
            <a:spLocks noGrp="1"/>
          </p:cNvSpPr>
          <p:nvPr>
            <p:ph type="sldNum" sz="quarter" idx="16"/>
          </p:nvPr>
        </p:nvSpPr>
        <p:spPr/>
        <p:txBody>
          <a:bodyPr/>
          <a:lstStyle/>
          <a:p>
            <a:fld id="{6C276BF9-DA2C-4EDA-B310-41054C53A8AE}" type="slidenum">
              <a:rPr lang="zh-CN" altLang="en-US" smtClean="0"/>
              <a:pPr/>
              <a:t>3</a:t>
            </a:fld>
            <a:endParaRPr lang="zh-CN" altLang="en-US" dirty="0"/>
          </a:p>
        </p:txBody>
      </p:sp>
      <p:sp>
        <p:nvSpPr>
          <p:cNvPr id="3" name="标题 2"/>
          <p:cNvSpPr>
            <a:spLocks noGrp="1"/>
          </p:cNvSpPr>
          <p:nvPr>
            <p:ph type="ctrTitle"/>
          </p:nvPr>
        </p:nvSpPr>
        <p:spPr/>
        <p:txBody>
          <a:bodyPr/>
          <a:lstStyle/>
          <a:p>
            <a:r>
              <a:rPr lang="zh-CN" altLang="en-US" dirty="0"/>
              <a:t>一</a:t>
            </a:r>
            <a:r>
              <a:rPr lang="zh-CN" altLang="en-US" dirty="0" smtClean="0"/>
              <a:t>、基本概念</a:t>
            </a:r>
            <a:endParaRPr lang="en-US" altLang="zh-CN" dirty="0"/>
          </a:p>
        </p:txBody>
      </p:sp>
      <p:graphicFrame>
        <p:nvGraphicFramePr>
          <p:cNvPr id="7" name="表格 6"/>
          <p:cNvGraphicFramePr>
            <a:graphicFrameLocks noGrp="1"/>
          </p:cNvGraphicFramePr>
          <p:nvPr>
            <p:extLst>
              <p:ext uri="{D42A27DB-BD31-4B8C-83A1-F6EECF244321}">
                <p14:modId xmlns:p14="http://schemas.microsoft.com/office/powerpoint/2010/main" val="927191212"/>
              </p:ext>
            </p:extLst>
          </p:nvPr>
        </p:nvGraphicFramePr>
        <p:xfrm>
          <a:off x="6815514" y="2780928"/>
          <a:ext cx="2808315" cy="2592285"/>
        </p:xfrm>
        <a:graphic>
          <a:graphicData uri="http://schemas.openxmlformats.org/drawingml/2006/table">
            <a:tbl>
              <a:tblPr firstRow="1" bandRow="1">
                <a:tableStyleId>{5940675A-B579-460E-94D1-54222C63F5DA}</a:tableStyleId>
              </a:tblPr>
              <a:tblGrid>
                <a:gridCol w="561663"/>
                <a:gridCol w="561663"/>
                <a:gridCol w="561663"/>
                <a:gridCol w="561663"/>
                <a:gridCol w="561663"/>
              </a:tblGrid>
              <a:tr h="518457">
                <a:tc>
                  <a:txBody>
                    <a:bodyPr/>
                    <a:lstStyle/>
                    <a:p>
                      <a:endParaRPr lang="zh-CN" altLang="en-US" sz="1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1</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2</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t>3</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4</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457">
                <a:tc>
                  <a:txBody>
                    <a:bodyPr/>
                    <a:lstStyle/>
                    <a:p>
                      <a:pPr algn="ctr"/>
                      <a:r>
                        <a:rPr lang="en-US" altLang="zh-CN" dirty="0" smtClean="0"/>
                        <a:t>1</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518457">
                <a:tc>
                  <a:txBody>
                    <a:bodyPr/>
                    <a:lstStyle/>
                    <a:p>
                      <a:pPr algn="ctr"/>
                      <a:r>
                        <a:rPr lang="en-US" altLang="zh-CN" dirty="0" smtClean="0"/>
                        <a:t>2</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457">
                <a:tc>
                  <a:txBody>
                    <a:bodyPr/>
                    <a:lstStyle/>
                    <a:p>
                      <a:pPr algn="ctr"/>
                      <a:r>
                        <a:rPr lang="en-US" altLang="zh-CN" dirty="0" smtClean="0"/>
                        <a:t>3</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518457">
                <a:tc>
                  <a:txBody>
                    <a:bodyPr/>
                    <a:lstStyle/>
                    <a:p>
                      <a:pPr algn="ctr"/>
                      <a:r>
                        <a:rPr lang="en-US" altLang="zh-CN" dirty="0" smtClean="0"/>
                        <a:t>4</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文本框 8"/>
          <p:cNvSpPr txBox="1"/>
          <p:nvPr/>
        </p:nvSpPr>
        <p:spPr>
          <a:xfrm>
            <a:off x="10085177" y="3374997"/>
            <a:ext cx="827471" cy="400110"/>
          </a:xfrm>
          <a:prstGeom prst="rect">
            <a:avLst/>
          </a:prstGeom>
          <a:noFill/>
        </p:spPr>
        <p:txBody>
          <a:bodyPr wrap="none" rtlCol="0">
            <a:spAutoFit/>
          </a:bodyPr>
          <a:lstStyle/>
          <a:p>
            <a:r>
              <a:rPr lang="zh-CN" altLang="en-US" sz="2000" dirty="0" smtClean="0"/>
              <a:t>皇后</a:t>
            </a:r>
            <a:r>
              <a:rPr lang="en-US" altLang="zh-CN" sz="2000" dirty="0" smtClean="0"/>
              <a:t>1</a:t>
            </a:r>
            <a:endParaRPr lang="zh-CN" altLang="en-US" sz="2000" dirty="0"/>
          </a:p>
        </p:txBody>
      </p:sp>
      <p:sp>
        <p:nvSpPr>
          <p:cNvPr id="11" name="文本框 10"/>
          <p:cNvSpPr txBox="1"/>
          <p:nvPr/>
        </p:nvSpPr>
        <p:spPr>
          <a:xfrm>
            <a:off x="10085177" y="3880177"/>
            <a:ext cx="814647" cy="400110"/>
          </a:xfrm>
          <a:prstGeom prst="rect">
            <a:avLst/>
          </a:prstGeom>
          <a:noFill/>
        </p:spPr>
        <p:txBody>
          <a:bodyPr wrap="none" rtlCol="0">
            <a:spAutoFit/>
          </a:bodyPr>
          <a:lstStyle/>
          <a:p>
            <a:r>
              <a:rPr lang="zh-CN" altLang="en-US" sz="2000" dirty="0"/>
              <a:t>皇后</a:t>
            </a:r>
            <a:r>
              <a:rPr lang="en-US" altLang="zh-CN" dirty="0" smtClean="0"/>
              <a:t>2</a:t>
            </a:r>
            <a:endParaRPr lang="zh-CN" altLang="en-US" dirty="0"/>
          </a:p>
        </p:txBody>
      </p:sp>
      <p:sp>
        <p:nvSpPr>
          <p:cNvPr id="12" name="文本框 11"/>
          <p:cNvSpPr txBox="1"/>
          <p:nvPr/>
        </p:nvSpPr>
        <p:spPr>
          <a:xfrm>
            <a:off x="10085177" y="4374309"/>
            <a:ext cx="827471" cy="400110"/>
          </a:xfrm>
          <a:prstGeom prst="rect">
            <a:avLst/>
          </a:prstGeom>
          <a:noFill/>
        </p:spPr>
        <p:txBody>
          <a:bodyPr wrap="none" rtlCol="0">
            <a:spAutoFit/>
          </a:bodyPr>
          <a:lstStyle/>
          <a:p>
            <a:r>
              <a:rPr lang="zh-CN" altLang="en-US" sz="2000" dirty="0"/>
              <a:t>皇后</a:t>
            </a:r>
            <a:r>
              <a:rPr lang="en-US" altLang="zh-CN" sz="2000" dirty="0"/>
              <a:t>3</a:t>
            </a:r>
            <a:endParaRPr lang="zh-CN" altLang="en-US" sz="2000" dirty="0"/>
          </a:p>
        </p:txBody>
      </p:sp>
      <p:sp>
        <p:nvSpPr>
          <p:cNvPr id="13" name="文本框 12"/>
          <p:cNvSpPr txBox="1"/>
          <p:nvPr/>
        </p:nvSpPr>
        <p:spPr>
          <a:xfrm>
            <a:off x="10085177" y="4880633"/>
            <a:ext cx="827471" cy="400110"/>
          </a:xfrm>
          <a:prstGeom prst="rect">
            <a:avLst/>
          </a:prstGeom>
          <a:noFill/>
        </p:spPr>
        <p:txBody>
          <a:bodyPr wrap="none" rtlCol="0">
            <a:spAutoFit/>
          </a:bodyPr>
          <a:lstStyle/>
          <a:p>
            <a:r>
              <a:rPr lang="zh-CN" altLang="en-US" sz="2000" dirty="0"/>
              <a:t>皇后</a:t>
            </a:r>
            <a:r>
              <a:rPr lang="en-US" altLang="zh-CN" sz="2000" dirty="0"/>
              <a:t>4</a:t>
            </a:r>
            <a:endParaRPr lang="zh-CN" altLang="en-US" sz="2000" dirty="0"/>
          </a:p>
        </p:txBody>
      </p:sp>
      <p:cxnSp>
        <p:nvCxnSpPr>
          <p:cNvPr id="14" name="直接箭头连接符 13"/>
          <p:cNvCxnSpPr>
            <a:stCxn id="9" idx="1"/>
          </p:cNvCxnSpPr>
          <p:nvPr/>
        </p:nvCxnSpPr>
        <p:spPr>
          <a:xfrm flipH="1" flipV="1">
            <a:off x="9689701" y="3559663"/>
            <a:ext cx="395476" cy="1538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9689701" y="4106125"/>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9689701" y="4610181"/>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9689701" y="5042229"/>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68208" y="3315530"/>
            <a:ext cx="504056" cy="488265"/>
          </a:xfrm>
          <a:prstGeom prst="rect">
            <a:avLst/>
          </a:prstGeom>
        </p:spPr>
      </p:pic>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99422" y="3832937"/>
            <a:ext cx="504056" cy="488265"/>
          </a:xfrm>
          <a:prstGeom prst="rect">
            <a:avLst/>
          </a:prstGeom>
        </p:spPr>
      </p:pic>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0690" y="4351614"/>
            <a:ext cx="504056" cy="488265"/>
          </a:xfrm>
          <a:prstGeom prst="rect">
            <a:avLst/>
          </a:prstGeom>
        </p:spPr>
      </p:pic>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7180" y="4872087"/>
            <a:ext cx="504056" cy="488265"/>
          </a:xfrm>
          <a:prstGeom prst="rect">
            <a:avLst/>
          </a:prstGeom>
        </p:spPr>
      </p:pic>
      <mc:AlternateContent xmlns:mc="http://schemas.openxmlformats.org/markup-compatibility/2006" xmlns:a14="http://schemas.microsoft.com/office/drawing/2010/main">
        <mc:Choice Requires="a14">
          <p:sp>
            <p:nvSpPr>
              <p:cNvPr id="5" name="矩形标注 4"/>
              <p:cNvSpPr/>
              <p:nvPr/>
            </p:nvSpPr>
            <p:spPr>
              <a:xfrm>
                <a:off x="5594963" y="3835023"/>
                <a:ext cx="914400" cy="330987"/>
              </a:xfrm>
              <a:prstGeom prst="wedgeRectCallout">
                <a:avLst>
                  <a:gd name="adj1" fmla="val 220289"/>
                  <a:gd name="adj2" fmla="val -12370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400" dirty="0" smtClean="0">
                    <a:solidFill>
                      <a:schemeClr val="tx1"/>
                    </a:solidFill>
                  </a:rPr>
                  <a:t>(</a:t>
                </a:r>
                <a:r>
                  <a:rPr lang="en-US" altLang="zh-CN" sz="2400" i="1" dirty="0" err="1" smtClean="0">
                    <a:solidFill>
                      <a:schemeClr val="tx1"/>
                    </a:solidFill>
                  </a:rPr>
                  <a:t>i</a:t>
                </a:r>
                <a:r>
                  <a:rPr lang="en-US" altLang="zh-CN" sz="2400" dirty="0" smtClean="0">
                    <a:solidFill>
                      <a:schemeClr val="tx1"/>
                    </a:solidFill>
                  </a:rPr>
                  <a:t>,</a:t>
                </a:r>
                <a:r>
                  <a:rPr lang="en-US" altLang="zh-CN" sz="2400" b="1" dirty="0">
                    <a:solidFill>
                      <a:schemeClr val="tx1"/>
                    </a:solidFill>
                    <a:ea typeface="楷体_GB2312" pitchFamily="49" charset="-122"/>
                  </a:rPr>
                  <a:t> </a:t>
                </a:r>
                <a14:m>
                  <m:oMath xmlns:m="http://schemas.openxmlformats.org/officeDocument/2006/math">
                    <m:sSub>
                      <m:sSubPr>
                        <m:ctrlPr>
                          <a:rPr lang="en-US" altLang="zh-CN" sz="2400" b="1" i="1" smtClean="0">
                            <a:solidFill>
                              <a:schemeClr val="tx1"/>
                            </a:solidFill>
                            <a:latin typeface="Cambria Math" panose="02040503050406030204" pitchFamily="18" charset="0"/>
                            <a:ea typeface="楷体_GB2312" pitchFamily="49" charset="-122"/>
                          </a:rPr>
                        </m:ctrlPr>
                      </m:sSubPr>
                      <m:e>
                        <m:r>
                          <a:rPr lang="en-US" altLang="zh-CN" sz="2400" b="1" i="1">
                            <a:solidFill>
                              <a:schemeClr val="tx1"/>
                            </a:solidFill>
                            <a:latin typeface="Cambria Math" panose="02040503050406030204" pitchFamily="18" charset="0"/>
                            <a:ea typeface="楷体_GB2312" pitchFamily="49" charset="-122"/>
                          </a:rPr>
                          <m:t>𝒙</m:t>
                        </m:r>
                      </m:e>
                      <m:sub>
                        <m:r>
                          <a:rPr lang="en-US" altLang="zh-CN" sz="2400" b="1" i="1" smtClean="0">
                            <a:solidFill>
                              <a:schemeClr val="tx1"/>
                            </a:solidFill>
                            <a:latin typeface="Cambria Math" panose="02040503050406030204" pitchFamily="18" charset="0"/>
                            <a:ea typeface="楷体_GB2312" pitchFamily="49" charset="-122"/>
                          </a:rPr>
                          <m:t>𝒊</m:t>
                        </m:r>
                      </m:sub>
                    </m:sSub>
                  </m:oMath>
                </a14:m>
                <a:r>
                  <a:rPr lang="en-US" altLang="zh-CN" sz="2400" dirty="0" smtClean="0">
                    <a:solidFill>
                      <a:schemeClr val="tx1"/>
                    </a:solidFill>
                  </a:rPr>
                  <a:t>)</a:t>
                </a:r>
                <a:endParaRPr lang="zh-CN" altLang="en-US" sz="2400" dirty="0">
                  <a:solidFill>
                    <a:schemeClr val="tx1"/>
                  </a:solidFill>
                </a:endParaRPr>
              </a:p>
            </p:txBody>
          </p:sp>
        </mc:Choice>
        <mc:Fallback xmlns="">
          <p:sp>
            <p:nvSpPr>
              <p:cNvPr id="5" name="矩形标注 4"/>
              <p:cNvSpPr>
                <a:spLocks noRot="1" noChangeAspect="1" noMove="1" noResize="1" noEditPoints="1" noAdjustHandles="1" noChangeArrowheads="1" noChangeShapeType="1" noTextEdit="1"/>
              </p:cNvSpPr>
              <p:nvPr/>
            </p:nvSpPr>
            <p:spPr>
              <a:xfrm>
                <a:off x="5594963" y="3835023"/>
                <a:ext cx="914400" cy="330987"/>
              </a:xfrm>
              <a:prstGeom prst="wedgeRectCallout">
                <a:avLst>
                  <a:gd name="adj1" fmla="val 220289"/>
                  <a:gd name="adj2" fmla="val -123705"/>
                </a:avLst>
              </a:prstGeom>
              <a:blipFill rotWithShape="0">
                <a:blip r:embed="rId5"/>
                <a:stretch>
                  <a:fillRect l="-2195" b="-32653"/>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144316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199579" y="980504"/>
                <a:ext cx="10513168" cy="4752975"/>
              </a:xfrm>
              <a:ln>
                <a:noFill/>
              </a:ln>
            </p:spPr>
            <p:txBody>
              <a:bodyPr/>
              <a:lstStyle/>
              <a:p>
                <a:pPr marL="742950" lvl="2"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解的形式定义为</a:t>
                </a:r>
                <a:r>
                  <a:rPr lang="en-US" altLang="zh-CN" sz="2200" b="1" dirty="0" smtClean="0">
                    <a:latin typeface="Times New Roman" panose="02020603050405020304" pitchFamily="18" charset="0"/>
                    <a:cs typeface="Times New Roman" panose="02020603050405020304" pitchFamily="18" charset="0"/>
                  </a:rPr>
                  <a:t>4</a:t>
                </a:r>
                <a:r>
                  <a:rPr lang="zh-CN" altLang="en-US" sz="2200" b="1" dirty="0" smtClean="0">
                    <a:latin typeface="Times New Roman" panose="02020603050405020304" pitchFamily="18" charset="0"/>
                    <a:cs typeface="Times New Roman" panose="02020603050405020304" pitchFamily="18" charset="0"/>
                  </a:rPr>
                  <a:t>维向量</a:t>
                </a:r>
                <a14:m>
                  <m:oMath xmlns:m="http://schemas.openxmlformats.org/officeDocument/2006/math">
                    <m:r>
                      <a:rPr lang="en-US" altLang="zh-CN" sz="2200" b="1" i="1" smtClean="0">
                        <a:solidFill>
                          <a:srgbClr val="0070C0"/>
                        </a:solidFill>
                        <a:latin typeface="Cambria Math" panose="02040503050406030204" pitchFamily="18" charset="0"/>
                        <a:ea typeface="楷体_GB2312" pitchFamily="49" charset="-122"/>
                      </a:rPr>
                      <m:t>&lt;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smtClean="0">
                            <a:solidFill>
                              <a:srgbClr val="0070C0"/>
                            </a:solidFill>
                            <a:latin typeface="Cambria Math" panose="02040503050406030204" pitchFamily="18" charset="0"/>
                            <a:ea typeface="楷体_GB2312" pitchFamily="49" charset="-122"/>
                          </a:rPr>
                          <m:t>𝒙</m:t>
                        </m:r>
                      </m:e>
                      <m:sub>
                        <m:r>
                          <a:rPr lang="en-US" altLang="zh-CN" sz="2200" b="1" i="1" smtClean="0">
                            <a:solidFill>
                              <a:srgbClr val="0070C0"/>
                            </a:solidFill>
                            <a:latin typeface="Cambria Math" panose="02040503050406030204" pitchFamily="18" charset="0"/>
                            <a:ea typeface="楷体_GB2312" pitchFamily="49" charset="-122"/>
                          </a:rPr>
                          <m:t>𝟏</m:t>
                        </m:r>
                      </m:sub>
                    </m:sSub>
                    <m:r>
                      <a:rPr lang="en-US" altLang="zh-CN" sz="2200" b="1" smtClean="0">
                        <a:solidFill>
                          <a:srgbClr val="0070C0"/>
                        </a:solidFill>
                        <a:latin typeface="Cambria Math" panose="02040503050406030204" pitchFamily="18" charset="0"/>
                        <a:ea typeface="楷体_GB2312" pitchFamily="49" charset="-122"/>
                      </a:rPr>
                      <m: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smtClean="0">
                            <a:solidFill>
                              <a:srgbClr val="0070C0"/>
                            </a:solidFill>
                            <a:latin typeface="Cambria Math" panose="02040503050406030204" pitchFamily="18" charset="0"/>
                            <a:ea typeface="楷体_GB2312" pitchFamily="49" charset="-122"/>
                          </a:rPr>
                          <m:t>𝒙</m:t>
                        </m:r>
                      </m:e>
                      <m:sub>
                        <m:r>
                          <a:rPr lang="en-US" altLang="zh-CN" sz="2200" b="1" i="1" smtClean="0">
                            <a:solidFill>
                              <a:srgbClr val="0070C0"/>
                            </a:solidFill>
                            <a:latin typeface="Cambria Math" panose="02040503050406030204" pitchFamily="18" charset="0"/>
                            <a:ea typeface="楷体_GB2312" pitchFamily="49" charset="-122"/>
                          </a:rPr>
                          <m:t>𝟐</m:t>
                        </m:r>
                      </m:sub>
                    </m:sSub>
                    <m:r>
                      <a:rPr lang="en-US" altLang="zh-CN" sz="2200" b="1" smtClean="0">
                        <a:solidFill>
                          <a:srgbClr val="0070C0"/>
                        </a:solidFill>
                        <a:latin typeface="Cambria Math" panose="02040503050406030204" pitchFamily="18" charset="0"/>
                        <a:ea typeface="楷体_GB2312" pitchFamily="49" charset="-122"/>
                      </a:rPr>
                      <m:t>,</m:t>
                    </m:r>
                  </m:oMath>
                </a14:m>
                <a:r>
                  <a:rPr lang="en-US" altLang="zh-CN" sz="2200" b="1" dirty="0">
                    <a:solidFill>
                      <a:srgbClr val="0070C0"/>
                    </a:solidFill>
                    <a:ea typeface="楷体_GB2312" pitchFamily="49" charset="-122"/>
                  </a:rPr>
                  <a:t> </a:t>
                </a:r>
                <a14:m>
                  <m:oMath xmlns:m="http://schemas.openxmlformats.org/officeDocument/2006/math">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smtClean="0">
                            <a:solidFill>
                              <a:srgbClr val="0070C0"/>
                            </a:solidFill>
                            <a:latin typeface="Cambria Math" panose="02040503050406030204" pitchFamily="18" charset="0"/>
                            <a:ea typeface="楷体_GB2312" pitchFamily="49" charset="-122"/>
                          </a:rPr>
                          <m:t>𝒙</m:t>
                        </m:r>
                      </m:e>
                      <m:sub>
                        <m:r>
                          <a:rPr lang="en-US" altLang="zh-CN" sz="2200" b="1" i="1" smtClean="0">
                            <a:solidFill>
                              <a:srgbClr val="0070C0"/>
                            </a:solidFill>
                            <a:latin typeface="Cambria Math" panose="02040503050406030204" pitchFamily="18" charset="0"/>
                            <a:ea typeface="楷体_GB2312" pitchFamily="49" charset="-122"/>
                          </a:rPr>
                          <m:t>𝟑</m:t>
                        </m:r>
                      </m:sub>
                    </m:sSub>
                    <m:r>
                      <a:rPr lang="en-US" altLang="zh-CN" sz="2200" b="1" smtClean="0">
                        <a:solidFill>
                          <a:srgbClr val="0070C0"/>
                        </a:solidFill>
                        <a:latin typeface="Cambria Math" panose="02040503050406030204" pitchFamily="18" charset="0"/>
                        <a:ea typeface="楷体_GB2312" pitchFamily="49" charset="-122"/>
                      </a:rPr>
                      <m:t>,</m:t>
                    </m:r>
                    <m:sSub>
                      <m:sSubPr>
                        <m:ctrlPr>
                          <a:rPr lang="en-US" altLang="zh-CN" sz="2200" b="1" i="1">
                            <a:solidFill>
                              <a:srgbClr val="0070C0"/>
                            </a:solidFill>
                            <a:latin typeface="Cambria Math" panose="02040503050406030204" pitchFamily="18" charset="0"/>
                            <a:ea typeface="楷体_GB2312" pitchFamily="49" charset="-122"/>
                          </a:rPr>
                        </m:ctrlPr>
                      </m:sSubPr>
                      <m:e>
                        <m:r>
                          <a:rPr lang="en-US" altLang="zh-CN" sz="2200" b="1" i="1" smtClean="0">
                            <a:solidFill>
                              <a:srgbClr val="0070C0"/>
                            </a:solidFill>
                            <a:latin typeface="Cambria Math" panose="02040503050406030204" pitchFamily="18" charset="0"/>
                            <a:ea typeface="楷体_GB2312" pitchFamily="49" charset="-122"/>
                          </a:rPr>
                          <m:t>𝒙</m:t>
                        </m:r>
                      </m:e>
                      <m:sub>
                        <m:r>
                          <a:rPr lang="en-US" altLang="zh-CN" sz="2200" b="1" i="1" smtClean="0">
                            <a:solidFill>
                              <a:srgbClr val="0070C0"/>
                            </a:solidFill>
                            <a:latin typeface="Cambria Math" panose="02040503050406030204" pitchFamily="18" charset="0"/>
                            <a:ea typeface="楷体_GB2312" pitchFamily="49" charset="-122"/>
                          </a:rPr>
                          <m:t>𝟒</m:t>
                        </m:r>
                      </m:sub>
                    </m:sSub>
                    <m:r>
                      <a:rPr lang="en-US" altLang="zh-CN" sz="2200" b="1" i="0" smtClean="0">
                        <a:solidFill>
                          <a:srgbClr val="0070C0"/>
                        </a:solidFill>
                        <a:latin typeface="Cambria Math" panose="02040503050406030204" pitchFamily="18" charset="0"/>
                        <a:ea typeface="楷体_GB2312" pitchFamily="49" charset="-122"/>
                      </a:rPr>
                      <m:t>&gt;</m:t>
                    </m:r>
                  </m:oMath>
                </a14:m>
                <a:endParaRPr lang="en-US" altLang="zh-CN" sz="2200" b="1" dirty="0" smtClean="0">
                  <a:solidFill>
                    <a:srgbClr val="0070C0"/>
                  </a:solidFill>
                  <a:ea typeface="楷体_GB2312" pitchFamily="49" charset="-122"/>
                </a:endParaRPr>
              </a:p>
              <a:p>
                <a:pPr marL="742950" lvl="2" indent="-342900">
                  <a:buFont typeface="Wingdings" pitchFamily="2" charset="2"/>
                  <a:buChar char="n"/>
                </a:pPr>
                <a:r>
                  <a:rPr lang="zh-CN" altLang="en-US" sz="2200" b="1" dirty="0" smtClean="0">
                    <a:solidFill>
                      <a:srgbClr val="0070C0"/>
                    </a:solidFill>
                    <a:latin typeface="楷体_GB2312" pitchFamily="49" charset="-122"/>
                    <a:ea typeface="楷体_GB2312" pitchFamily="49" charset="-122"/>
                  </a:rPr>
                  <a:t>解空间树</a:t>
                </a:r>
                <a:endParaRPr lang="en-US" altLang="zh-CN" sz="2200" b="1" dirty="0" smtClean="0">
                  <a:solidFill>
                    <a:srgbClr val="0070C0"/>
                  </a:solidFill>
                  <a:latin typeface="楷体_GB2312" pitchFamily="49" charset="-122"/>
                  <a:ea typeface="楷体_GB2312" pitchFamily="49" charset="-122"/>
                </a:endParaRPr>
              </a:p>
              <a:p>
                <a:pPr marL="1200150" lvl="3" indent="-342900">
                  <a:buFont typeface="Wingdings" pitchFamily="2" charset="2"/>
                  <a:buChar char="n"/>
                </a:pPr>
                <a14:m>
                  <m:oMath xmlns:m="http://schemas.openxmlformats.org/officeDocument/2006/math">
                    <m:r>
                      <a:rPr lang="en-US" altLang="zh-CN" sz="2200" b="1" i="1">
                        <a:solidFill>
                          <a:srgbClr val="0070C0"/>
                        </a:solidFill>
                        <a:latin typeface="Cambria Math" panose="02040503050406030204" pitchFamily="18" charset="0"/>
                        <a:ea typeface="楷体_GB2312" pitchFamily="49" charset="-122"/>
                      </a:rPr>
                      <m:t>&lt;</m:t>
                    </m:r>
                    <m:r>
                      <a:rPr lang="en-US" altLang="zh-CN" sz="2200" b="1" i="1">
                        <a:solidFill>
                          <a:srgbClr val="0070C0"/>
                        </a:solidFill>
                        <a:latin typeface="Cambria Math" panose="02040503050406030204" pitchFamily="18" charset="0"/>
                        <a:ea typeface="楷体_GB2312" pitchFamily="49" charset="-122"/>
                      </a:rPr>
                      <m:t>𝟐</m:t>
                    </m:r>
                    <m:r>
                      <a:rPr lang="en-US" altLang="zh-CN" sz="2200" b="1">
                        <a:solidFill>
                          <a:srgbClr val="0070C0"/>
                        </a:solidFill>
                        <a:latin typeface="Cambria Math" panose="02040503050406030204" pitchFamily="18" charset="0"/>
                        <a:ea typeface="楷体_GB2312" pitchFamily="49" charset="-122"/>
                      </a:rPr>
                      <m:t>,</m:t>
                    </m:r>
                    <m:r>
                      <a:rPr lang="en-US" altLang="zh-CN" sz="2200" b="1">
                        <a:solidFill>
                          <a:srgbClr val="0070C0"/>
                        </a:solidFill>
                        <a:latin typeface="Cambria Math" panose="02040503050406030204" pitchFamily="18" charset="0"/>
                        <a:ea typeface="楷体_GB2312" pitchFamily="49" charset="-122"/>
                      </a:rPr>
                      <m:t>𝟒</m:t>
                    </m:r>
                    <m:r>
                      <a:rPr lang="en-US" altLang="zh-CN" sz="2200" b="1">
                        <a:solidFill>
                          <a:srgbClr val="0070C0"/>
                        </a:solidFill>
                        <a:latin typeface="Cambria Math" panose="02040503050406030204" pitchFamily="18" charset="0"/>
                        <a:ea typeface="楷体_GB2312" pitchFamily="49" charset="-122"/>
                      </a:rPr>
                      <m:t>,</m:t>
                    </m:r>
                    <m:r>
                      <a:rPr lang="en-US" altLang="zh-CN" sz="2200" b="1" i="1">
                        <a:solidFill>
                          <a:srgbClr val="0070C0"/>
                        </a:solidFill>
                        <a:latin typeface="Cambria Math" panose="02040503050406030204" pitchFamily="18" charset="0"/>
                        <a:ea typeface="楷体_GB2312" pitchFamily="49" charset="-122"/>
                      </a:rPr>
                      <m:t>𝟏</m:t>
                    </m:r>
                    <m:r>
                      <a:rPr lang="en-US" altLang="zh-CN" sz="2200" b="1" i="1">
                        <a:solidFill>
                          <a:srgbClr val="0070C0"/>
                        </a:solidFill>
                        <a:latin typeface="Cambria Math" panose="02040503050406030204" pitchFamily="18" charset="0"/>
                        <a:ea typeface="楷体_GB2312" pitchFamily="49" charset="-122"/>
                      </a:rPr>
                      <m:t>,</m:t>
                    </m:r>
                    <m:r>
                      <a:rPr lang="en-US" altLang="zh-CN" sz="2200" b="1" i="1">
                        <a:solidFill>
                          <a:srgbClr val="0070C0"/>
                        </a:solidFill>
                        <a:latin typeface="Cambria Math" panose="02040503050406030204" pitchFamily="18" charset="0"/>
                        <a:ea typeface="楷体_GB2312" pitchFamily="49" charset="-122"/>
                      </a:rPr>
                      <m:t>𝟑</m:t>
                    </m:r>
                    <m:r>
                      <a:rPr lang="en-US" altLang="zh-CN" sz="2200" b="1">
                        <a:solidFill>
                          <a:srgbClr val="0070C0"/>
                        </a:solidFill>
                        <a:latin typeface="Cambria Math" panose="02040503050406030204" pitchFamily="18" charset="0"/>
                        <a:ea typeface="楷体_GB2312" pitchFamily="49" charset="-122"/>
                      </a:rPr>
                      <m:t>&gt;</m:t>
                    </m:r>
                  </m:oMath>
                </a14:m>
                <a:r>
                  <a:rPr lang="zh-CN" altLang="en-US" sz="2200" b="1" dirty="0" smtClean="0">
                    <a:solidFill>
                      <a:srgbClr val="0070C0"/>
                    </a:solidFill>
                    <a:latin typeface="楷体_GB2312" pitchFamily="49" charset="-122"/>
                    <a:ea typeface="楷体_GB2312" pitchFamily="49" charset="-122"/>
                  </a:rPr>
                  <a:t>，</a:t>
                </a:r>
                <a14:m>
                  <m:oMath xmlns:m="http://schemas.openxmlformats.org/officeDocument/2006/math">
                    <m:r>
                      <a:rPr lang="en-US" altLang="zh-CN" sz="2200" b="1" i="1">
                        <a:solidFill>
                          <a:srgbClr val="0070C0"/>
                        </a:solidFill>
                        <a:latin typeface="Cambria Math" panose="02040503050406030204" pitchFamily="18" charset="0"/>
                        <a:ea typeface="楷体_GB2312" pitchFamily="49" charset="-122"/>
                      </a:rPr>
                      <m:t>&lt;</m:t>
                    </m:r>
                    <m:r>
                      <a:rPr lang="en-US" altLang="zh-CN" sz="2200" b="1" i="1" smtClean="0">
                        <a:solidFill>
                          <a:srgbClr val="0070C0"/>
                        </a:solidFill>
                        <a:latin typeface="Cambria Math" panose="02040503050406030204" pitchFamily="18" charset="0"/>
                        <a:ea typeface="楷体_GB2312" pitchFamily="49" charset="-122"/>
                      </a:rPr>
                      <m:t>𝟑</m:t>
                    </m:r>
                    <m:r>
                      <a:rPr lang="en-US" altLang="zh-CN" sz="2200" b="1">
                        <a:solidFill>
                          <a:srgbClr val="0070C0"/>
                        </a:solidFill>
                        <a:latin typeface="Cambria Math" panose="02040503050406030204" pitchFamily="18" charset="0"/>
                        <a:ea typeface="楷体_GB2312" pitchFamily="49" charset="-122"/>
                      </a:rPr>
                      <m:t>,</m:t>
                    </m:r>
                    <m:r>
                      <a:rPr lang="en-US" altLang="zh-CN" sz="2200" b="1" i="0" smtClean="0">
                        <a:solidFill>
                          <a:srgbClr val="0070C0"/>
                        </a:solidFill>
                        <a:latin typeface="Cambria Math" panose="02040503050406030204" pitchFamily="18" charset="0"/>
                        <a:ea typeface="楷体_GB2312" pitchFamily="49" charset="-122"/>
                      </a:rPr>
                      <m:t>𝟏</m:t>
                    </m:r>
                    <m:r>
                      <a:rPr lang="en-US" altLang="zh-CN" sz="2200" b="1">
                        <a:solidFill>
                          <a:srgbClr val="0070C0"/>
                        </a:solidFill>
                        <a:latin typeface="Cambria Math" panose="02040503050406030204" pitchFamily="18" charset="0"/>
                        <a:ea typeface="楷体_GB2312" pitchFamily="49" charset="-122"/>
                      </a:rPr>
                      <m:t>,</m:t>
                    </m:r>
                    <m:r>
                      <a:rPr lang="en-US" altLang="zh-CN" sz="2200" b="1" i="1" smtClean="0">
                        <a:solidFill>
                          <a:srgbClr val="0070C0"/>
                        </a:solidFill>
                        <a:latin typeface="Cambria Math" panose="02040503050406030204" pitchFamily="18" charset="0"/>
                        <a:ea typeface="楷体_GB2312" pitchFamily="49" charset="-122"/>
                      </a:rPr>
                      <m:t>𝟒</m:t>
                    </m:r>
                    <m:r>
                      <a:rPr lang="en-US" altLang="zh-CN" sz="2200" b="1" i="1">
                        <a:solidFill>
                          <a:srgbClr val="0070C0"/>
                        </a:solidFill>
                        <a:latin typeface="Cambria Math" panose="02040503050406030204" pitchFamily="18" charset="0"/>
                        <a:ea typeface="楷体_GB2312" pitchFamily="49" charset="-122"/>
                      </a:rPr>
                      <m:t>,</m:t>
                    </m:r>
                    <m:r>
                      <a:rPr lang="en-US" altLang="zh-CN" sz="2200" b="1" i="0" smtClean="0">
                        <a:solidFill>
                          <a:srgbClr val="0070C0"/>
                        </a:solidFill>
                        <a:latin typeface="Cambria Math" panose="02040503050406030204" pitchFamily="18" charset="0"/>
                        <a:ea typeface="楷体_GB2312" pitchFamily="49" charset="-122"/>
                      </a:rPr>
                      <m:t>𝟐</m:t>
                    </m:r>
                    <m:r>
                      <a:rPr lang="en-US" altLang="zh-CN" sz="2200" b="1">
                        <a:solidFill>
                          <a:srgbClr val="0070C0"/>
                        </a:solidFill>
                        <a:latin typeface="Cambria Math" panose="02040503050406030204" pitchFamily="18" charset="0"/>
                        <a:ea typeface="楷体_GB2312" pitchFamily="49" charset="-122"/>
                      </a:rPr>
                      <m:t>&gt;</m:t>
                    </m:r>
                  </m:oMath>
                </a14:m>
                <a:endParaRPr lang="en-US" altLang="zh-CN" sz="2200" b="1" dirty="0">
                  <a:solidFill>
                    <a:srgbClr val="0070C0"/>
                  </a:solidFill>
                  <a:latin typeface="楷体_GB2312" pitchFamily="49" charset="-122"/>
                  <a:ea typeface="楷体_GB2312" pitchFamily="49" charset="-122"/>
                </a:endParaRPr>
              </a:p>
              <a:p>
                <a:pPr marL="1200150" lvl="3" indent="-342900">
                  <a:buFont typeface="Wingdings" pitchFamily="2" charset="2"/>
                  <a:buChar char="n"/>
                </a:pPr>
                <a:endParaRPr lang="en-US" altLang="zh-CN" b="1" dirty="0">
                  <a:solidFill>
                    <a:srgbClr val="0070C0"/>
                  </a:solidFill>
                  <a:latin typeface="楷体_GB2312" pitchFamily="49" charset="-122"/>
                  <a:ea typeface="楷体_GB2312" pitchFamily="49" charset="-122"/>
                </a:endParaRPr>
              </a:p>
              <a:p>
                <a:pPr marL="1200150" lvl="3" indent="-342900">
                  <a:buFont typeface="Wingdings" pitchFamily="2" charset="2"/>
                  <a:buChar char="n"/>
                </a:pPr>
                <a:endParaRPr lang="en-US" altLang="zh-CN" b="1" dirty="0" smtClean="0">
                  <a:solidFill>
                    <a:srgbClr val="0070C0"/>
                  </a:solidFill>
                  <a:latin typeface="楷体_GB2312" pitchFamily="49" charset="-122"/>
                  <a:ea typeface="楷体_GB2312" pitchFamily="49" charset="-122"/>
                </a:endParaRPr>
              </a:p>
              <a:p>
                <a:pPr marL="742950" lvl="2" indent="-342900">
                  <a:buFont typeface="Wingdings" pitchFamily="2" charset="2"/>
                  <a:buChar char="n"/>
                </a:pPr>
                <a:endParaRPr lang="en-US" altLang="zh-CN" b="1" dirty="0" smtClean="0">
                  <a:solidFill>
                    <a:srgbClr val="0070C0"/>
                  </a:solidFill>
                  <a:latin typeface="楷体_GB2312" pitchFamily="49" charset="-122"/>
                  <a:ea typeface="楷体_GB2312" pitchFamily="49" charset="-122"/>
                </a:endParaRPr>
              </a:p>
              <a:p>
                <a:pPr marL="857250" lvl="3" indent="0">
                  <a:buNone/>
                </a:pPr>
                <a:endParaRPr lang="en-US" altLang="zh-CN" sz="2000" b="1" dirty="0">
                  <a:solidFill>
                    <a:srgbClr val="0070C0"/>
                  </a:solidFill>
                  <a:latin typeface="楷体_GB2312" pitchFamily="49" charset="-122"/>
                  <a:ea typeface="楷体_GB2312" pitchFamily="49" charset="-122"/>
                </a:endParaRPr>
              </a:p>
              <a:p>
                <a:pPr marL="742950" lvl="2" indent="-342900">
                  <a:buFont typeface="Wingdings" pitchFamily="2" charset="2"/>
                  <a:buChar char="n"/>
                </a:pP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a:latin typeface="Times New Roman" panose="02020603050405020304" pitchFamily="18" charset="0"/>
                  <a:cs typeface="Times New Roman" panose="02020603050405020304" pitchFamily="18" charset="0"/>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199579" y="980504"/>
                <a:ext cx="10513168" cy="4752975"/>
              </a:xfrm>
              <a:blipFill rotWithShape="0">
                <a:blip r:embed="rId3"/>
                <a:stretch>
                  <a:fillRect t="-897"/>
                </a:stretch>
              </a:blipFill>
              <a:ln>
                <a:noFill/>
              </a:ln>
            </p:spPr>
            <p:txBody>
              <a:bodyPr/>
              <a:lstStyle/>
              <a:p>
                <a:r>
                  <a:rPr lang="zh-CN" altLang="en-US">
                    <a:noFill/>
                  </a:rPr>
                  <a:t> </a:t>
                </a:r>
              </a:p>
            </p:txBody>
          </p:sp>
        </mc:Fallback>
      </mc:AlternateContent>
      <p:sp>
        <p:nvSpPr>
          <p:cNvPr id="2" name="灯片编号占位符 1"/>
          <p:cNvSpPr>
            <a:spLocks noGrp="1"/>
          </p:cNvSpPr>
          <p:nvPr>
            <p:ph type="sldNum" sz="quarter" idx="16"/>
          </p:nvPr>
        </p:nvSpPr>
        <p:spPr/>
        <p:txBody>
          <a:bodyPr/>
          <a:lstStyle/>
          <a:p>
            <a:fld id="{6C276BF9-DA2C-4EDA-B310-41054C53A8AE}" type="slidenum">
              <a:rPr lang="zh-CN" altLang="en-US" smtClean="0"/>
              <a:pPr/>
              <a:t>4</a:t>
            </a:fld>
            <a:endParaRPr lang="zh-CN" altLang="en-US" dirty="0"/>
          </a:p>
        </p:txBody>
      </p:sp>
      <p:sp>
        <p:nvSpPr>
          <p:cNvPr id="3" name="标题 2"/>
          <p:cNvSpPr>
            <a:spLocks noGrp="1"/>
          </p:cNvSpPr>
          <p:nvPr>
            <p:ph type="ctrTitle"/>
          </p:nvPr>
        </p:nvSpPr>
        <p:spPr/>
        <p:txBody>
          <a:bodyPr/>
          <a:lstStyle/>
          <a:p>
            <a:r>
              <a:rPr lang="zh-CN" altLang="en-US" dirty="0"/>
              <a:t>一</a:t>
            </a:r>
            <a:r>
              <a:rPr lang="zh-CN" altLang="en-US" dirty="0" smtClean="0"/>
              <a:t>、基本概念</a:t>
            </a:r>
            <a:endParaRPr lang="en-US" altLang="zh-CN" dirty="0"/>
          </a:p>
        </p:txBody>
      </p:sp>
      <p:graphicFrame>
        <p:nvGraphicFramePr>
          <p:cNvPr id="7" name="表格 6"/>
          <p:cNvGraphicFramePr>
            <a:graphicFrameLocks noGrp="1"/>
          </p:cNvGraphicFramePr>
          <p:nvPr>
            <p:extLst/>
          </p:nvPr>
        </p:nvGraphicFramePr>
        <p:xfrm>
          <a:off x="8782124" y="1628800"/>
          <a:ext cx="1789595" cy="1729510"/>
        </p:xfrm>
        <a:graphic>
          <a:graphicData uri="http://schemas.openxmlformats.org/drawingml/2006/table">
            <a:tbl>
              <a:tblPr firstRow="1" bandRow="1">
                <a:tableStyleId>{5940675A-B579-460E-94D1-54222C63F5DA}</a:tableStyleId>
              </a:tblPr>
              <a:tblGrid>
                <a:gridCol w="357919"/>
                <a:gridCol w="357919"/>
                <a:gridCol w="357919"/>
                <a:gridCol w="357919"/>
                <a:gridCol w="357919"/>
              </a:tblGrid>
              <a:tr h="345902">
                <a:tc>
                  <a:txBody>
                    <a:bodyPr/>
                    <a:lstStyle/>
                    <a:p>
                      <a:pPr>
                        <a:lnSpc>
                          <a:spcPts val="1000"/>
                        </a:lnSpc>
                      </a:pPr>
                      <a:endParaRPr lang="zh-CN" altLang="en-US" sz="1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1</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2</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000"/>
                        </a:lnSpc>
                      </a:pPr>
                      <a:r>
                        <a:rPr lang="en-US" altLang="zh-CN" dirty="0" smtClean="0"/>
                        <a:t>3</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4</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5902">
                <a:tc>
                  <a:txBody>
                    <a:bodyPr/>
                    <a:lstStyle/>
                    <a:p>
                      <a:pPr algn="ctr">
                        <a:lnSpc>
                          <a:spcPts val="1000"/>
                        </a:lnSpc>
                      </a:pPr>
                      <a:r>
                        <a:rPr lang="en-US" altLang="zh-CN" dirty="0" smtClean="0"/>
                        <a:t>1</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345902">
                <a:tc>
                  <a:txBody>
                    <a:bodyPr/>
                    <a:lstStyle/>
                    <a:p>
                      <a:pPr algn="ctr">
                        <a:lnSpc>
                          <a:spcPts val="1000"/>
                        </a:lnSpc>
                      </a:pPr>
                      <a:r>
                        <a:rPr lang="en-US" altLang="zh-CN" dirty="0" smtClean="0"/>
                        <a:t>2</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45902">
                <a:tc>
                  <a:txBody>
                    <a:bodyPr/>
                    <a:lstStyle/>
                    <a:p>
                      <a:pPr algn="ctr">
                        <a:lnSpc>
                          <a:spcPts val="1000"/>
                        </a:lnSpc>
                      </a:pPr>
                      <a:r>
                        <a:rPr lang="en-US" altLang="zh-CN" dirty="0" smtClean="0"/>
                        <a:t>3</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345902">
                <a:tc>
                  <a:txBody>
                    <a:bodyPr/>
                    <a:lstStyle/>
                    <a:p>
                      <a:pPr algn="ctr">
                        <a:lnSpc>
                          <a:spcPts val="1000"/>
                        </a:lnSpc>
                      </a:pPr>
                      <a:r>
                        <a:rPr lang="en-US" altLang="zh-CN" dirty="0" smtClean="0"/>
                        <a:t>4</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文本框 8"/>
          <p:cNvSpPr txBox="1"/>
          <p:nvPr/>
        </p:nvSpPr>
        <p:spPr>
          <a:xfrm>
            <a:off x="10932181" y="1996429"/>
            <a:ext cx="763351" cy="369332"/>
          </a:xfrm>
          <a:prstGeom prst="rect">
            <a:avLst/>
          </a:prstGeom>
          <a:noFill/>
        </p:spPr>
        <p:txBody>
          <a:bodyPr wrap="none" rtlCol="0">
            <a:spAutoFit/>
          </a:bodyPr>
          <a:lstStyle/>
          <a:p>
            <a:r>
              <a:rPr lang="zh-CN" altLang="en-US" dirty="0" smtClean="0"/>
              <a:t>皇后</a:t>
            </a:r>
            <a:r>
              <a:rPr lang="en-US" altLang="zh-CN" dirty="0" smtClean="0"/>
              <a:t>1</a:t>
            </a:r>
            <a:endParaRPr lang="zh-CN" altLang="en-US" dirty="0"/>
          </a:p>
        </p:txBody>
      </p:sp>
      <p:sp>
        <p:nvSpPr>
          <p:cNvPr id="11" name="文本框 10"/>
          <p:cNvSpPr txBox="1"/>
          <p:nvPr/>
        </p:nvSpPr>
        <p:spPr>
          <a:xfrm>
            <a:off x="10923635" y="2303593"/>
            <a:ext cx="763351" cy="369332"/>
          </a:xfrm>
          <a:prstGeom prst="rect">
            <a:avLst/>
          </a:prstGeom>
          <a:noFill/>
        </p:spPr>
        <p:txBody>
          <a:bodyPr wrap="none" rtlCol="0">
            <a:spAutoFit/>
          </a:bodyPr>
          <a:lstStyle/>
          <a:p>
            <a:r>
              <a:rPr lang="zh-CN" altLang="en-US" dirty="0" smtClean="0"/>
              <a:t>皇后</a:t>
            </a:r>
            <a:r>
              <a:rPr lang="en-US" altLang="zh-CN" dirty="0" smtClean="0"/>
              <a:t>2</a:t>
            </a:r>
            <a:endParaRPr lang="zh-CN" altLang="en-US" dirty="0"/>
          </a:p>
        </p:txBody>
      </p:sp>
      <p:sp>
        <p:nvSpPr>
          <p:cNvPr id="12" name="文本框 11"/>
          <p:cNvSpPr txBox="1"/>
          <p:nvPr/>
        </p:nvSpPr>
        <p:spPr>
          <a:xfrm>
            <a:off x="10949273" y="2642265"/>
            <a:ext cx="763351" cy="369332"/>
          </a:xfrm>
          <a:prstGeom prst="rect">
            <a:avLst/>
          </a:prstGeom>
          <a:noFill/>
        </p:spPr>
        <p:txBody>
          <a:bodyPr wrap="none" rtlCol="0">
            <a:spAutoFit/>
          </a:bodyPr>
          <a:lstStyle/>
          <a:p>
            <a:r>
              <a:rPr lang="zh-CN" altLang="en-US" dirty="0" smtClean="0"/>
              <a:t>皇后</a:t>
            </a:r>
            <a:r>
              <a:rPr lang="en-US" altLang="zh-CN" dirty="0" smtClean="0"/>
              <a:t>3</a:t>
            </a:r>
            <a:endParaRPr lang="zh-CN" altLang="en-US" dirty="0"/>
          </a:p>
        </p:txBody>
      </p:sp>
      <p:sp>
        <p:nvSpPr>
          <p:cNvPr id="13" name="文本框 12"/>
          <p:cNvSpPr txBox="1"/>
          <p:nvPr/>
        </p:nvSpPr>
        <p:spPr>
          <a:xfrm>
            <a:off x="10945484" y="2987660"/>
            <a:ext cx="763351" cy="369332"/>
          </a:xfrm>
          <a:prstGeom prst="rect">
            <a:avLst/>
          </a:prstGeom>
          <a:noFill/>
        </p:spPr>
        <p:txBody>
          <a:bodyPr wrap="none" rtlCol="0">
            <a:spAutoFit/>
          </a:bodyPr>
          <a:lstStyle/>
          <a:p>
            <a:r>
              <a:rPr lang="zh-CN" altLang="en-US" dirty="0" smtClean="0"/>
              <a:t>皇后</a:t>
            </a:r>
            <a:r>
              <a:rPr lang="en-US" altLang="zh-CN" dirty="0" smtClean="0"/>
              <a:t>4</a:t>
            </a:r>
            <a:endParaRPr lang="zh-CN" altLang="en-US" dirty="0"/>
          </a:p>
        </p:txBody>
      </p:sp>
      <p:cxnSp>
        <p:nvCxnSpPr>
          <p:cNvPr id="14" name="直接箭头连接符 13"/>
          <p:cNvCxnSpPr>
            <a:stCxn id="9" idx="1"/>
          </p:cNvCxnSpPr>
          <p:nvPr/>
        </p:nvCxnSpPr>
        <p:spPr>
          <a:xfrm flipH="1">
            <a:off x="10536705" y="2181095"/>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10516302" y="2529541"/>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10559975" y="2868445"/>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10550008" y="3149256"/>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4246753" y="2276872"/>
            <a:ext cx="648072"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root</a:t>
            </a:r>
          </a:p>
        </p:txBody>
      </p:sp>
      <p:cxnSp>
        <p:nvCxnSpPr>
          <p:cNvPr id="28" name="直接箭头连接符 27"/>
          <p:cNvCxnSpPr>
            <a:stCxn id="21" idx="2"/>
            <a:endCxn id="30" idx="0"/>
          </p:cNvCxnSpPr>
          <p:nvPr/>
        </p:nvCxnSpPr>
        <p:spPr>
          <a:xfrm flipH="1">
            <a:off x="2709681" y="2636912"/>
            <a:ext cx="1861108" cy="3032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1" idx="2"/>
          </p:cNvCxnSpPr>
          <p:nvPr/>
        </p:nvCxnSpPr>
        <p:spPr>
          <a:xfrm>
            <a:off x="4570789" y="2636912"/>
            <a:ext cx="102913" cy="282447"/>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2514629" y="2940183"/>
            <a:ext cx="39010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sp>
        <p:nvSpPr>
          <p:cNvPr id="56" name="矩形 55"/>
          <p:cNvSpPr/>
          <p:nvPr/>
        </p:nvSpPr>
        <p:spPr>
          <a:xfrm>
            <a:off x="2718250" y="389541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mc:AlternateContent xmlns:mc="http://schemas.openxmlformats.org/markup-compatibility/2006" xmlns:a14="http://schemas.microsoft.com/office/drawing/2010/main">
        <mc:Choice Requires="a14">
          <p:sp>
            <p:nvSpPr>
              <p:cNvPr id="60" name="矩形 59"/>
              <p:cNvSpPr/>
              <p:nvPr/>
            </p:nvSpPr>
            <p:spPr>
              <a:xfrm>
                <a:off x="7720985" y="2926379"/>
                <a:ext cx="895295"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rgbClr val="0070C0"/>
                              </a:solidFill>
                              <a:latin typeface="Cambria Math" panose="02040503050406030204" pitchFamily="18" charset="0"/>
                              <a:ea typeface="楷体_GB2312" pitchFamily="49" charset="-122"/>
                            </a:rPr>
                          </m:ctrlPr>
                        </m:sSubPr>
                        <m:e>
                          <m:r>
                            <a:rPr lang="en-US" altLang="zh-CN" b="1" i="1" smtClean="0">
                              <a:solidFill>
                                <a:srgbClr val="0070C0"/>
                              </a:solidFill>
                              <a:latin typeface="Cambria Math" panose="02040503050406030204" pitchFamily="18" charset="0"/>
                              <a:ea typeface="楷体_GB2312" pitchFamily="49" charset="-122"/>
                            </a:rPr>
                            <m:t>𝒕</m:t>
                          </m:r>
                          <m:r>
                            <a:rPr lang="en-US" altLang="zh-CN" b="1" i="1" smtClean="0">
                              <a:solidFill>
                                <a:srgbClr val="0070C0"/>
                              </a:solidFill>
                              <a:latin typeface="Cambria Math" panose="02040503050406030204" pitchFamily="18" charset="0"/>
                              <a:ea typeface="楷体_GB2312" pitchFamily="49" charset="-122"/>
                            </a:rPr>
                            <m:t>=</m:t>
                          </m:r>
                          <m:r>
                            <a:rPr lang="en-US" altLang="zh-CN" b="1" i="1" smtClean="0">
                              <a:solidFill>
                                <a:srgbClr val="FF0000"/>
                              </a:solidFill>
                              <a:latin typeface="Cambria Math" panose="02040503050406030204" pitchFamily="18" charset="0"/>
                              <a:ea typeface="楷体_GB2312" pitchFamily="49" charset="-122"/>
                            </a:rPr>
                            <m:t>𝟏</m:t>
                          </m:r>
                          <m:r>
                            <a:rPr lang="en-US" altLang="zh-CN" b="1" i="1" smtClean="0">
                              <a:solidFill>
                                <a:srgbClr val="FF0000"/>
                              </a:solidFill>
                              <a:latin typeface="Cambria Math" panose="02040503050406030204" pitchFamily="18" charset="0"/>
                              <a:ea typeface="楷体_GB2312" pitchFamily="49" charset="-122"/>
                            </a:rPr>
                            <m:t>.</m:t>
                          </m:r>
                          <m:r>
                            <a:rPr lang="en-US" altLang="zh-CN" b="1" i="1">
                              <a:solidFill>
                                <a:srgbClr val="0070C0"/>
                              </a:solidFill>
                              <a:latin typeface="Cambria Math" panose="02040503050406030204" pitchFamily="18" charset="0"/>
                              <a:ea typeface="楷体_GB2312" pitchFamily="49" charset="-122"/>
                            </a:rPr>
                            <m:t>𝒙</m:t>
                          </m:r>
                        </m:e>
                        <m:sub>
                          <m:r>
                            <a:rPr lang="en-US" altLang="zh-CN" b="1" i="1">
                              <a:solidFill>
                                <a:srgbClr val="0070C0"/>
                              </a:solidFill>
                              <a:latin typeface="Cambria Math" panose="02040503050406030204" pitchFamily="18" charset="0"/>
                              <a:ea typeface="楷体_GB2312" pitchFamily="49" charset="-122"/>
                            </a:rPr>
                            <m:t>𝟏</m:t>
                          </m:r>
                        </m:sub>
                      </m:sSub>
                    </m:oMath>
                  </m:oMathPara>
                </a14:m>
                <a:endParaRPr lang="zh-CN" altLang="en-US" dirty="0"/>
              </a:p>
            </p:txBody>
          </p:sp>
        </mc:Choice>
        <mc:Fallback xmlns="">
          <p:sp>
            <p:nvSpPr>
              <p:cNvPr id="60" name="矩形 59"/>
              <p:cNvSpPr>
                <a:spLocks noRot="1" noChangeAspect="1" noMove="1" noResize="1" noEditPoints="1" noAdjustHandles="1" noChangeArrowheads="1" noChangeShapeType="1" noTextEdit="1"/>
              </p:cNvSpPr>
              <p:nvPr/>
            </p:nvSpPr>
            <p:spPr>
              <a:xfrm>
                <a:off x="7720985" y="2926379"/>
                <a:ext cx="895295" cy="360040"/>
              </a:xfrm>
              <a:prstGeom prst="rect">
                <a:avLst/>
              </a:prstGeom>
              <a:blipFill rotWithShape="0">
                <a:blip r:embed="rId4"/>
                <a:stretch>
                  <a:fillRect l="-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60"/>
              <p:cNvSpPr/>
              <p:nvPr/>
            </p:nvSpPr>
            <p:spPr>
              <a:xfrm>
                <a:off x="8088630" y="3942964"/>
                <a:ext cx="527650"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rgbClr val="0070C0"/>
                              </a:solidFill>
                              <a:latin typeface="Cambria Math" panose="02040503050406030204" pitchFamily="18" charset="0"/>
                              <a:ea typeface="楷体_GB2312" pitchFamily="49" charset="-122"/>
                            </a:rPr>
                          </m:ctrlPr>
                        </m:sSubPr>
                        <m:e>
                          <m:r>
                            <a:rPr lang="en-US" altLang="zh-CN" b="1" i="1" smtClean="0">
                              <a:solidFill>
                                <a:srgbClr val="FF0000"/>
                              </a:solidFill>
                              <a:latin typeface="Cambria Math" panose="02040503050406030204" pitchFamily="18" charset="0"/>
                              <a:ea typeface="楷体_GB2312" pitchFamily="49" charset="-122"/>
                            </a:rPr>
                            <m:t>𝟐</m:t>
                          </m:r>
                          <m:r>
                            <a:rPr lang="en-US" altLang="zh-CN" b="1" i="1" smtClean="0">
                              <a:solidFill>
                                <a:srgbClr val="FF0000"/>
                              </a:solidFill>
                              <a:latin typeface="Cambria Math" panose="02040503050406030204" pitchFamily="18" charset="0"/>
                              <a:ea typeface="楷体_GB2312" pitchFamily="49" charset="-122"/>
                            </a:rPr>
                            <m:t>.</m:t>
                          </m:r>
                          <m:r>
                            <a:rPr lang="en-US" altLang="zh-CN" b="1" i="1">
                              <a:solidFill>
                                <a:srgbClr val="0070C0"/>
                              </a:solidFill>
                              <a:latin typeface="Cambria Math" panose="02040503050406030204" pitchFamily="18" charset="0"/>
                              <a:ea typeface="楷体_GB2312" pitchFamily="49" charset="-122"/>
                            </a:rPr>
                            <m:t>𝒙</m:t>
                          </m:r>
                        </m:e>
                        <m:sub>
                          <m:r>
                            <a:rPr lang="en-US" altLang="zh-CN" b="1" i="1">
                              <a:solidFill>
                                <a:srgbClr val="0070C0"/>
                              </a:solidFill>
                              <a:latin typeface="Cambria Math" panose="02040503050406030204" pitchFamily="18" charset="0"/>
                              <a:ea typeface="楷体_GB2312" pitchFamily="49" charset="-122"/>
                            </a:rPr>
                            <m:t>𝟐</m:t>
                          </m:r>
                        </m:sub>
                      </m:sSub>
                    </m:oMath>
                  </m:oMathPara>
                </a14:m>
                <a:endParaRPr lang="zh-CN" altLang="en-US" dirty="0"/>
              </a:p>
            </p:txBody>
          </p:sp>
        </mc:Choice>
        <mc:Fallback xmlns="">
          <p:sp>
            <p:nvSpPr>
              <p:cNvPr id="61" name="矩形 60"/>
              <p:cNvSpPr>
                <a:spLocks noRot="1" noChangeAspect="1" noMove="1" noResize="1" noEditPoints="1" noAdjustHandles="1" noChangeArrowheads="1" noChangeShapeType="1" noTextEdit="1"/>
              </p:cNvSpPr>
              <p:nvPr/>
            </p:nvSpPr>
            <p:spPr>
              <a:xfrm>
                <a:off x="8088630" y="3942964"/>
                <a:ext cx="527650" cy="360040"/>
              </a:xfrm>
              <a:prstGeom prst="rect">
                <a:avLst/>
              </a:prstGeom>
              <a:blipFill rotWithShape="0">
                <a:blip r:embed="rId5"/>
                <a:stretch>
                  <a:fillRect l="-12222"/>
                </a:stretch>
              </a:blipFill>
            </p:spPr>
            <p:txBody>
              <a:bodyPr/>
              <a:lstStyle/>
              <a:p>
                <a:r>
                  <a:rPr lang="zh-CN" altLang="en-US">
                    <a:noFill/>
                  </a:rPr>
                  <a:t> </a:t>
                </a:r>
              </a:p>
            </p:txBody>
          </p:sp>
        </mc:Fallback>
      </mc:AlternateContent>
      <p:cxnSp>
        <p:nvCxnSpPr>
          <p:cNvPr id="64" name="直接箭头连接符 63"/>
          <p:cNvCxnSpPr/>
          <p:nvPr/>
        </p:nvCxnSpPr>
        <p:spPr>
          <a:xfrm>
            <a:off x="7464152" y="3068960"/>
            <a:ext cx="252224"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78" name="表格 77"/>
          <p:cNvGraphicFramePr>
            <a:graphicFrameLocks noGrp="1"/>
          </p:cNvGraphicFramePr>
          <p:nvPr>
            <p:extLst/>
          </p:nvPr>
        </p:nvGraphicFramePr>
        <p:xfrm>
          <a:off x="5014524" y="1700808"/>
          <a:ext cx="865452" cy="873760"/>
        </p:xfrm>
        <a:graphic>
          <a:graphicData uri="http://schemas.openxmlformats.org/drawingml/2006/table">
            <a:tbl>
              <a:tblPr firstRow="1" bandRow="1">
                <a:tableStyleId>{5940675A-B579-460E-94D1-54222C63F5DA}</a:tableStyleId>
              </a:tblPr>
              <a:tblGrid>
                <a:gridCol w="216363"/>
                <a:gridCol w="216363"/>
                <a:gridCol w="216363"/>
                <a:gridCol w="216363"/>
              </a:tblGrid>
              <a:tr h="200286">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0286">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0286">
                <a:tc>
                  <a:txBody>
                    <a:bodyPr/>
                    <a:lstStyle/>
                    <a:p>
                      <a:pPr>
                        <a:lnSpc>
                          <a:spcPts val="1000"/>
                        </a:lnSpc>
                      </a:pPr>
                      <a:endParaRPr lang="zh-CN" altLang="en-US"/>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0286">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mc:AlternateContent xmlns:mc="http://schemas.openxmlformats.org/markup-compatibility/2006" xmlns:a14="http://schemas.microsoft.com/office/drawing/2010/main">
        <mc:Choice Requires="a14">
          <p:sp>
            <p:nvSpPr>
              <p:cNvPr id="80" name="文本框 79"/>
              <p:cNvSpPr txBox="1"/>
              <p:nvPr/>
            </p:nvSpPr>
            <p:spPr>
              <a:xfrm>
                <a:off x="3151417" y="2580923"/>
                <a:ext cx="608372" cy="338554"/>
              </a:xfrm>
              <a:prstGeom prst="rect">
                <a:avLst/>
              </a:prstGeom>
              <a:noFill/>
            </p:spPr>
            <p:txBody>
              <a:bodyPr wrap="none" rtlCol="0">
                <a:spAutoFit/>
              </a:bodyPr>
              <a:lstStyle/>
              <a:p>
                <a14:m>
                  <m:oMath xmlns:m="http://schemas.openxmlformats.org/officeDocument/2006/math">
                    <m:sSub>
                      <m:sSubPr>
                        <m:ctrlPr>
                          <a:rPr lang="en-US" altLang="zh-CN" sz="1600" b="1" i="1">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a:solidFill>
                              <a:srgbClr val="0070C0"/>
                            </a:solidFill>
                            <a:latin typeface="Cambria Math" panose="02040503050406030204" pitchFamily="18" charset="0"/>
                            <a:ea typeface="楷体_GB2312" pitchFamily="49" charset="-122"/>
                          </a:rPr>
                          <m:t>𝟏</m:t>
                        </m:r>
                      </m:sub>
                    </m:sSub>
                  </m:oMath>
                </a14:m>
                <a:r>
                  <a:rPr lang="en-US" altLang="zh-CN" sz="1600" dirty="0" smtClean="0"/>
                  <a:t>=1</a:t>
                </a:r>
                <a:endParaRPr lang="zh-CN" altLang="en-US" sz="1600" dirty="0"/>
              </a:p>
            </p:txBody>
          </p:sp>
        </mc:Choice>
        <mc:Fallback xmlns="">
          <p:sp>
            <p:nvSpPr>
              <p:cNvPr id="80" name="文本框 79"/>
              <p:cNvSpPr txBox="1">
                <a:spLocks noRot="1" noChangeAspect="1" noMove="1" noResize="1" noEditPoints="1" noAdjustHandles="1" noChangeArrowheads="1" noChangeShapeType="1" noTextEdit="1"/>
              </p:cNvSpPr>
              <p:nvPr/>
            </p:nvSpPr>
            <p:spPr>
              <a:xfrm>
                <a:off x="3151417" y="2580923"/>
                <a:ext cx="608372" cy="338554"/>
              </a:xfrm>
              <a:prstGeom prst="rect">
                <a:avLst/>
              </a:prstGeom>
              <a:blipFill rotWithShape="0">
                <a:blip r:embed="rId6"/>
                <a:stretch>
                  <a:fillRect t="-5357" r="-3000" b="-21429"/>
                </a:stretch>
              </a:blipFill>
            </p:spPr>
            <p:txBody>
              <a:bodyPr/>
              <a:lstStyle/>
              <a:p>
                <a:r>
                  <a:rPr lang="zh-CN" altLang="en-US">
                    <a:noFill/>
                  </a:rPr>
                  <a:t> </a:t>
                </a:r>
              </a:p>
            </p:txBody>
          </p:sp>
        </mc:Fallback>
      </mc:AlternateContent>
      <p:cxnSp>
        <p:nvCxnSpPr>
          <p:cNvPr id="94" name="直接箭头连接符 93"/>
          <p:cNvCxnSpPr>
            <a:stCxn id="21" idx="2"/>
            <a:endCxn id="443" idx="0"/>
          </p:cNvCxnSpPr>
          <p:nvPr/>
        </p:nvCxnSpPr>
        <p:spPr>
          <a:xfrm>
            <a:off x="4570789" y="2636912"/>
            <a:ext cx="1655477" cy="297696"/>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21" idx="2"/>
            <a:endCxn id="148" idx="0"/>
          </p:cNvCxnSpPr>
          <p:nvPr/>
        </p:nvCxnSpPr>
        <p:spPr>
          <a:xfrm>
            <a:off x="4570789" y="2636912"/>
            <a:ext cx="2453319" cy="307027"/>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文本框 99"/>
              <p:cNvSpPr txBox="1"/>
              <p:nvPr/>
            </p:nvSpPr>
            <p:spPr>
              <a:xfrm>
                <a:off x="6072220" y="2492598"/>
                <a:ext cx="608372" cy="338554"/>
              </a:xfrm>
              <a:prstGeom prst="rect">
                <a:avLst/>
              </a:prstGeom>
              <a:noFill/>
            </p:spPr>
            <p:txBody>
              <a:bodyPr wrap="none" rtlCol="0">
                <a:spAutoFit/>
              </a:bodyPr>
              <a:lstStyle/>
              <a:p>
                <a14:m>
                  <m:oMath xmlns:m="http://schemas.openxmlformats.org/officeDocument/2006/math">
                    <m:sSub>
                      <m:sSubPr>
                        <m:ctrlPr>
                          <a:rPr lang="en-US" altLang="zh-CN" sz="1600" b="1" i="1">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a:solidFill>
                              <a:srgbClr val="0070C0"/>
                            </a:solidFill>
                            <a:latin typeface="Cambria Math" panose="02040503050406030204" pitchFamily="18" charset="0"/>
                            <a:ea typeface="楷体_GB2312" pitchFamily="49" charset="-122"/>
                          </a:rPr>
                          <m:t>𝟏</m:t>
                        </m:r>
                      </m:sub>
                    </m:sSub>
                  </m:oMath>
                </a14:m>
                <a:r>
                  <a:rPr lang="en-US" altLang="zh-CN" sz="1600" dirty="0" smtClean="0"/>
                  <a:t>=4</a:t>
                </a:r>
                <a:endParaRPr lang="zh-CN" altLang="en-US" sz="1600" dirty="0"/>
              </a:p>
            </p:txBody>
          </p:sp>
        </mc:Choice>
        <mc:Fallback xmlns="">
          <p:sp>
            <p:nvSpPr>
              <p:cNvPr id="100" name="文本框 99"/>
              <p:cNvSpPr txBox="1">
                <a:spLocks noRot="1" noChangeAspect="1" noMove="1" noResize="1" noEditPoints="1" noAdjustHandles="1" noChangeArrowheads="1" noChangeShapeType="1" noTextEdit="1"/>
              </p:cNvSpPr>
              <p:nvPr/>
            </p:nvSpPr>
            <p:spPr>
              <a:xfrm>
                <a:off x="6072220" y="2492598"/>
                <a:ext cx="608372" cy="338554"/>
              </a:xfrm>
              <a:prstGeom prst="rect">
                <a:avLst/>
              </a:prstGeom>
              <a:blipFill rotWithShape="0">
                <a:blip r:embed="rId7"/>
                <a:stretch>
                  <a:fillRect t="-5455" r="-4000"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p:cNvSpPr txBox="1"/>
              <p:nvPr/>
            </p:nvSpPr>
            <p:spPr>
              <a:xfrm>
                <a:off x="5197301" y="2605385"/>
                <a:ext cx="608372" cy="338554"/>
              </a:xfrm>
              <a:prstGeom prst="rect">
                <a:avLst/>
              </a:prstGeom>
              <a:noFill/>
            </p:spPr>
            <p:txBody>
              <a:bodyPr wrap="none" rtlCol="0">
                <a:spAutoFit/>
              </a:bodyPr>
              <a:lstStyle/>
              <a:p>
                <a14:m>
                  <m:oMath xmlns:m="http://schemas.openxmlformats.org/officeDocument/2006/math">
                    <m:sSub>
                      <m:sSubPr>
                        <m:ctrlPr>
                          <a:rPr lang="en-US" altLang="zh-CN" sz="1600" b="1" i="1">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a:solidFill>
                              <a:srgbClr val="0070C0"/>
                            </a:solidFill>
                            <a:latin typeface="Cambria Math" panose="02040503050406030204" pitchFamily="18" charset="0"/>
                            <a:ea typeface="楷体_GB2312" pitchFamily="49" charset="-122"/>
                          </a:rPr>
                          <m:t>𝟏</m:t>
                        </m:r>
                      </m:sub>
                    </m:sSub>
                  </m:oMath>
                </a14:m>
                <a:r>
                  <a:rPr lang="en-US" altLang="zh-CN" sz="1600" dirty="0" smtClean="0"/>
                  <a:t>=3</a:t>
                </a:r>
                <a:endParaRPr lang="zh-CN" altLang="en-US" sz="1600" dirty="0"/>
              </a:p>
            </p:txBody>
          </p:sp>
        </mc:Choice>
        <mc:Fallback xmlns="">
          <p:sp>
            <p:nvSpPr>
              <p:cNvPr id="101" name="文本框 100"/>
              <p:cNvSpPr txBox="1">
                <a:spLocks noRot="1" noChangeAspect="1" noMove="1" noResize="1" noEditPoints="1" noAdjustHandles="1" noChangeArrowheads="1" noChangeShapeType="1" noTextEdit="1"/>
              </p:cNvSpPr>
              <p:nvPr/>
            </p:nvSpPr>
            <p:spPr>
              <a:xfrm>
                <a:off x="5197301" y="2605385"/>
                <a:ext cx="608372" cy="338554"/>
              </a:xfrm>
              <a:prstGeom prst="rect">
                <a:avLst/>
              </a:prstGeom>
              <a:blipFill rotWithShape="0">
                <a:blip r:embed="rId8"/>
                <a:stretch>
                  <a:fillRect t="-5357" r="-4040"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p:cNvSpPr txBox="1"/>
              <p:nvPr/>
            </p:nvSpPr>
            <p:spPr>
              <a:xfrm>
                <a:off x="4085194" y="2628391"/>
                <a:ext cx="608372" cy="338554"/>
              </a:xfrm>
              <a:prstGeom prst="rect">
                <a:avLst/>
              </a:prstGeom>
              <a:noFill/>
            </p:spPr>
            <p:txBody>
              <a:bodyPr wrap="none" rtlCol="0">
                <a:spAutoFit/>
              </a:bodyPr>
              <a:lstStyle/>
              <a:p>
                <a14:m>
                  <m:oMath xmlns:m="http://schemas.openxmlformats.org/officeDocument/2006/math">
                    <m:sSub>
                      <m:sSubPr>
                        <m:ctrlPr>
                          <a:rPr lang="en-US" altLang="zh-CN" sz="1600" b="1" i="1">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a:solidFill>
                              <a:srgbClr val="0070C0"/>
                            </a:solidFill>
                            <a:latin typeface="Cambria Math" panose="02040503050406030204" pitchFamily="18" charset="0"/>
                            <a:ea typeface="楷体_GB2312" pitchFamily="49" charset="-122"/>
                          </a:rPr>
                          <m:t>𝟏</m:t>
                        </m:r>
                      </m:sub>
                    </m:sSub>
                  </m:oMath>
                </a14:m>
                <a:r>
                  <a:rPr lang="en-US" altLang="zh-CN" sz="1600" dirty="0" smtClean="0"/>
                  <a:t>=2</a:t>
                </a:r>
                <a:endParaRPr lang="zh-CN" altLang="en-US" sz="1600" dirty="0"/>
              </a:p>
            </p:txBody>
          </p:sp>
        </mc:Choice>
        <mc:Fallback xmlns="">
          <p:sp>
            <p:nvSpPr>
              <p:cNvPr id="107" name="文本框 106"/>
              <p:cNvSpPr txBox="1">
                <a:spLocks noRot="1" noChangeAspect="1" noMove="1" noResize="1" noEditPoints="1" noAdjustHandles="1" noChangeArrowheads="1" noChangeShapeType="1" noTextEdit="1"/>
              </p:cNvSpPr>
              <p:nvPr/>
            </p:nvSpPr>
            <p:spPr>
              <a:xfrm>
                <a:off x="4085194" y="2628391"/>
                <a:ext cx="608372" cy="338554"/>
              </a:xfrm>
              <a:prstGeom prst="rect">
                <a:avLst/>
              </a:prstGeom>
              <a:blipFill rotWithShape="0">
                <a:blip r:embed="rId9"/>
                <a:stretch>
                  <a:fillRect t="-5357" r="-4000" b="-21429"/>
                </a:stretch>
              </a:blipFill>
            </p:spPr>
            <p:txBody>
              <a:bodyPr/>
              <a:lstStyle/>
              <a:p>
                <a:r>
                  <a:rPr lang="zh-CN" altLang="en-US">
                    <a:noFill/>
                  </a:rPr>
                  <a:t> </a:t>
                </a:r>
              </a:p>
            </p:txBody>
          </p:sp>
        </mc:Fallback>
      </mc:AlternateContent>
      <p:graphicFrame>
        <p:nvGraphicFramePr>
          <p:cNvPr id="121" name="表格 120"/>
          <p:cNvGraphicFramePr>
            <a:graphicFrameLocks noGrp="1"/>
          </p:cNvGraphicFramePr>
          <p:nvPr>
            <p:extLst/>
          </p:nvPr>
        </p:nvGraphicFramePr>
        <p:xfrm>
          <a:off x="3215680" y="2939407"/>
          <a:ext cx="833120" cy="690320"/>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125" name="图片 12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51765" y="2958279"/>
            <a:ext cx="144016" cy="139504"/>
          </a:xfrm>
          <a:prstGeom prst="rect">
            <a:avLst/>
          </a:prstGeom>
        </p:spPr>
      </p:pic>
      <p:pic>
        <p:nvPicPr>
          <p:cNvPr id="130" name="图片 12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159710" y="2005980"/>
            <a:ext cx="311814" cy="302046"/>
          </a:xfrm>
          <a:prstGeom prst="rect">
            <a:avLst/>
          </a:prstGeom>
        </p:spPr>
      </p:pic>
      <p:cxnSp>
        <p:nvCxnSpPr>
          <p:cNvPr id="131" name="直接箭头连接符 130"/>
          <p:cNvCxnSpPr>
            <a:stCxn id="30" idx="2"/>
            <a:endCxn id="173" idx="3"/>
          </p:cNvCxnSpPr>
          <p:nvPr/>
        </p:nvCxnSpPr>
        <p:spPr>
          <a:xfrm flipH="1">
            <a:off x="990192" y="3300223"/>
            <a:ext cx="1719489" cy="392242"/>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 name="文本框 138"/>
              <p:cNvSpPr txBox="1"/>
              <p:nvPr/>
            </p:nvSpPr>
            <p:spPr>
              <a:xfrm>
                <a:off x="1437426" y="3149256"/>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𝟐</m:t>
                        </m:r>
                      </m:sub>
                    </m:sSub>
                  </m:oMath>
                </a14:m>
                <a:r>
                  <a:rPr lang="en-US" altLang="zh-CN" sz="1600" dirty="0" smtClean="0"/>
                  <a:t>=1</a:t>
                </a:r>
                <a:endParaRPr lang="zh-CN" altLang="en-US" sz="1600" dirty="0"/>
              </a:p>
            </p:txBody>
          </p:sp>
        </mc:Choice>
        <mc:Fallback xmlns="">
          <p:sp>
            <p:nvSpPr>
              <p:cNvPr id="139" name="文本框 138"/>
              <p:cNvSpPr txBox="1">
                <a:spLocks noRot="1" noChangeAspect="1" noMove="1" noResize="1" noEditPoints="1" noAdjustHandles="1" noChangeArrowheads="1" noChangeShapeType="1" noTextEdit="1"/>
              </p:cNvSpPr>
              <p:nvPr/>
            </p:nvSpPr>
            <p:spPr>
              <a:xfrm>
                <a:off x="1437426" y="3149256"/>
                <a:ext cx="608372" cy="338554"/>
              </a:xfrm>
              <a:prstGeom prst="rect">
                <a:avLst/>
              </a:prstGeom>
              <a:blipFill rotWithShape="0">
                <a:blip r:embed="rId12"/>
                <a:stretch>
                  <a:fillRect t="-5455" r="-3000" b="-23636"/>
                </a:stretch>
              </a:blipFill>
            </p:spPr>
            <p:txBody>
              <a:bodyPr/>
              <a:lstStyle/>
              <a:p>
                <a:r>
                  <a:rPr lang="zh-CN" altLang="en-US">
                    <a:noFill/>
                  </a:rPr>
                  <a:t> </a:t>
                </a:r>
              </a:p>
            </p:txBody>
          </p:sp>
        </mc:Fallback>
      </mc:AlternateContent>
      <p:cxnSp>
        <p:nvCxnSpPr>
          <p:cNvPr id="140" name="直接箭头连接符 139"/>
          <p:cNvCxnSpPr>
            <a:stCxn id="30" idx="2"/>
          </p:cNvCxnSpPr>
          <p:nvPr/>
        </p:nvCxnSpPr>
        <p:spPr>
          <a:xfrm flipH="1">
            <a:off x="2091540" y="3300223"/>
            <a:ext cx="618141" cy="39955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3" name="文本框 142"/>
              <p:cNvSpPr txBox="1"/>
              <p:nvPr/>
            </p:nvSpPr>
            <p:spPr>
              <a:xfrm>
                <a:off x="2012037" y="3395427"/>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𝟐</m:t>
                        </m:r>
                      </m:sub>
                    </m:sSub>
                  </m:oMath>
                </a14:m>
                <a:r>
                  <a:rPr lang="en-US" altLang="zh-CN" sz="1600" dirty="0" smtClean="0"/>
                  <a:t>=2</a:t>
                </a:r>
                <a:endParaRPr lang="zh-CN" altLang="en-US" sz="1600" dirty="0"/>
              </a:p>
            </p:txBody>
          </p:sp>
        </mc:Choice>
        <mc:Fallback xmlns="">
          <p:sp>
            <p:nvSpPr>
              <p:cNvPr id="143" name="文本框 142"/>
              <p:cNvSpPr txBox="1">
                <a:spLocks noRot="1" noChangeAspect="1" noMove="1" noResize="1" noEditPoints="1" noAdjustHandles="1" noChangeArrowheads="1" noChangeShapeType="1" noTextEdit="1"/>
              </p:cNvSpPr>
              <p:nvPr/>
            </p:nvSpPr>
            <p:spPr>
              <a:xfrm>
                <a:off x="2012037" y="3395427"/>
                <a:ext cx="608372" cy="338554"/>
              </a:xfrm>
              <a:prstGeom prst="rect">
                <a:avLst/>
              </a:prstGeom>
              <a:blipFill rotWithShape="0">
                <a:blip r:embed="rId13"/>
                <a:stretch>
                  <a:fillRect t="-5357" r="-4000" b="-21429"/>
                </a:stretch>
              </a:blipFill>
            </p:spPr>
            <p:txBody>
              <a:bodyPr/>
              <a:lstStyle/>
              <a:p>
                <a:r>
                  <a:rPr lang="zh-CN" altLang="en-US">
                    <a:noFill/>
                  </a:rPr>
                  <a:t> </a:t>
                </a:r>
              </a:p>
            </p:txBody>
          </p:sp>
        </mc:Fallback>
      </mc:AlternateContent>
      <p:cxnSp>
        <p:nvCxnSpPr>
          <p:cNvPr id="147" name="直接箭头连接符 146"/>
          <p:cNvCxnSpPr>
            <a:stCxn id="30" idx="2"/>
            <a:endCxn id="56" idx="0"/>
          </p:cNvCxnSpPr>
          <p:nvPr/>
        </p:nvCxnSpPr>
        <p:spPr>
          <a:xfrm>
            <a:off x="2709681" y="3300223"/>
            <a:ext cx="214781" cy="59519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a:stCxn id="30" idx="2"/>
          </p:cNvCxnSpPr>
          <p:nvPr/>
        </p:nvCxnSpPr>
        <p:spPr>
          <a:xfrm>
            <a:off x="2709681" y="3300223"/>
            <a:ext cx="756266" cy="521475"/>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8" name="文本框 157"/>
              <p:cNvSpPr txBox="1"/>
              <p:nvPr/>
            </p:nvSpPr>
            <p:spPr>
              <a:xfrm>
                <a:off x="2566357" y="3453670"/>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𝟐</m:t>
                        </m:r>
                      </m:sub>
                    </m:sSub>
                  </m:oMath>
                </a14:m>
                <a:r>
                  <a:rPr lang="en-US" altLang="zh-CN" sz="1600" dirty="0" smtClean="0"/>
                  <a:t>=3</a:t>
                </a:r>
                <a:endParaRPr lang="zh-CN" altLang="en-US" sz="1600" dirty="0"/>
              </a:p>
            </p:txBody>
          </p:sp>
        </mc:Choice>
        <mc:Fallback xmlns="">
          <p:sp>
            <p:nvSpPr>
              <p:cNvPr id="158" name="文本框 157"/>
              <p:cNvSpPr txBox="1">
                <a:spLocks noRot="1" noChangeAspect="1" noMove="1" noResize="1" noEditPoints="1" noAdjustHandles="1" noChangeArrowheads="1" noChangeShapeType="1" noTextEdit="1"/>
              </p:cNvSpPr>
              <p:nvPr/>
            </p:nvSpPr>
            <p:spPr>
              <a:xfrm>
                <a:off x="2566357" y="3453670"/>
                <a:ext cx="608372" cy="338554"/>
              </a:xfrm>
              <a:prstGeom prst="rect">
                <a:avLst/>
              </a:prstGeom>
              <a:blipFill rotWithShape="0">
                <a:blip r:embed="rId14"/>
                <a:stretch>
                  <a:fillRect t="-5455" r="-3000"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0" name="文本框 159"/>
              <p:cNvSpPr txBox="1"/>
              <p:nvPr/>
            </p:nvSpPr>
            <p:spPr>
              <a:xfrm>
                <a:off x="3397070" y="3604410"/>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𝟐</m:t>
                        </m:r>
                      </m:sub>
                    </m:sSub>
                  </m:oMath>
                </a14:m>
                <a:r>
                  <a:rPr lang="en-US" altLang="zh-CN" sz="1600" dirty="0" smtClean="0"/>
                  <a:t>=4</a:t>
                </a:r>
                <a:endParaRPr lang="zh-CN" altLang="en-US" sz="1600" dirty="0"/>
              </a:p>
            </p:txBody>
          </p:sp>
        </mc:Choice>
        <mc:Fallback xmlns="">
          <p:sp>
            <p:nvSpPr>
              <p:cNvPr id="160" name="文本框 159"/>
              <p:cNvSpPr txBox="1">
                <a:spLocks noRot="1" noChangeAspect="1" noMove="1" noResize="1" noEditPoints="1" noAdjustHandles="1" noChangeArrowheads="1" noChangeShapeType="1" noTextEdit="1"/>
              </p:cNvSpPr>
              <p:nvPr/>
            </p:nvSpPr>
            <p:spPr>
              <a:xfrm>
                <a:off x="3397070" y="3604410"/>
                <a:ext cx="608372" cy="338554"/>
              </a:xfrm>
              <a:prstGeom prst="rect">
                <a:avLst/>
              </a:prstGeom>
              <a:blipFill rotWithShape="0">
                <a:blip r:embed="rId15"/>
                <a:stretch>
                  <a:fillRect t="-5357" r="-4000" b="-21429"/>
                </a:stretch>
              </a:blipFill>
            </p:spPr>
            <p:txBody>
              <a:bodyPr/>
              <a:lstStyle/>
              <a:p>
                <a:r>
                  <a:rPr lang="zh-CN" altLang="en-US">
                    <a:noFill/>
                  </a:rPr>
                  <a:t> </a:t>
                </a:r>
              </a:p>
            </p:txBody>
          </p:sp>
        </mc:Fallback>
      </mc:AlternateContent>
      <p:cxnSp>
        <p:nvCxnSpPr>
          <p:cNvPr id="164" name="直接箭头连接符 163"/>
          <p:cNvCxnSpPr>
            <a:endCxn id="61" idx="1"/>
          </p:cNvCxnSpPr>
          <p:nvPr/>
        </p:nvCxnSpPr>
        <p:spPr>
          <a:xfrm>
            <a:off x="7939586" y="4122984"/>
            <a:ext cx="149044"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67" name="表格 166"/>
          <p:cNvGraphicFramePr>
            <a:graphicFrameLocks noGrp="1"/>
          </p:cNvGraphicFramePr>
          <p:nvPr>
            <p:extLst/>
          </p:nvPr>
        </p:nvGraphicFramePr>
        <p:xfrm>
          <a:off x="1734488" y="3853428"/>
          <a:ext cx="833120" cy="690320"/>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168" name="图片 16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70573" y="3872300"/>
            <a:ext cx="144016" cy="139504"/>
          </a:xfrm>
          <a:prstGeom prst="rect">
            <a:avLst/>
          </a:prstGeom>
        </p:spPr>
      </p:pic>
      <p:pic>
        <p:nvPicPr>
          <p:cNvPr id="169" name="图片 16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178373" y="4040594"/>
            <a:ext cx="144016" cy="139504"/>
          </a:xfrm>
          <a:prstGeom prst="rect">
            <a:avLst/>
          </a:prstGeom>
        </p:spPr>
      </p:pic>
      <p:pic>
        <p:nvPicPr>
          <p:cNvPr id="170" name="图片 16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877403" y="2342532"/>
            <a:ext cx="311814" cy="302046"/>
          </a:xfrm>
          <a:prstGeom prst="rect">
            <a:avLst/>
          </a:prstGeom>
        </p:spPr>
      </p:pic>
      <p:cxnSp>
        <p:nvCxnSpPr>
          <p:cNvPr id="171" name="直接箭头连接符 170"/>
          <p:cNvCxnSpPr>
            <a:stCxn id="56" idx="2"/>
          </p:cNvCxnSpPr>
          <p:nvPr/>
        </p:nvCxnSpPr>
        <p:spPr>
          <a:xfrm flipH="1">
            <a:off x="2329465" y="4255456"/>
            <a:ext cx="594997" cy="46968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a:stCxn id="56" idx="2"/>
          </p:cNvCxnSpPr>
          <p:nvPr/>
        </p:nvCxnSpPr>
        <p:spPr>
          <a:xfrm flipH="1">
            <a:off x="2718250" y="4255456"/>
            <a:ext cx="206212" cy="500166"/>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p:cNvCxnSpPr>
            <a:stCxn id="56" idx="2"/>
          </p:cNvCxnSpPr>
          <p:nvPr/>
        </p:nvCxnSpPr>
        <p:spPr>
          <a:xfrm>
            <a:off x="2924462" y="4255456"/>
            <a:ext cx="84525" cy="500166"/>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p:cNvCxnSpPr>
            <a:stCxn id="56" idx="2"/>
          </p:cNvCxnSpPr>
          <p:nvPr/>
        </p:nvCxnSpPr>
        <p:spPr>
          <a:xfrm>
            <a:off x="2924462" y="4255456"/>
            <a:ext cx="369148" cy="500166"/>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8" name="矩形 187"/>
              <p:cNvSpPr/>
              <p:nvPr/>
            </p:nvSpPr>
            <p:spPr>
              <a:xfrm>
                <a:off x="8088630" y="4765649"/>
                <a:ext cx="507415"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rgbClr val="0070C0"/>
                              </a:solidFill>
                              <a:latin typeface="Cambria Math" panose="02040503050406030204" pitchFamily="18" charset="0"/>
                              <a:ea typeface="楷体_GB2312" pitchFamily="49" charset="-122"/>
                            </a:rPr>
                          </m:ctrlPr>
                        </m:sSubPr>
                        <m:e>
                          <m:r>
                            <a:rPr lang="en-US" altLang="zh-CN" b="1" i="1" smtClean="0">
                              <a:solidFill>
                                <a:srgbClr val="FF0000"/>
                              </a:solidFill>
                              <a:latin typeface="Cambria Math" panose="02040503050406030204" pitchFamily="18" charset="0"/>
                              <a:ea typeface="楷体_GB2312" pitchFamily="49" charset="-122"/>
                            </a:rPr>
                            <m:t>𝟑</m:t>
                          </m:r>
                          <m:r>
                            <a:rPr lang="en-US" altLang="zh-CN" b="1" i="1" smtClean="0">
                              <a:solidFill>
                                <a:srgbClr val="FF0000"/>
                              </a:solidFill>
                              <a:latin typeface="Cambria Math" panose="02040503050406030204" pitchFamily="18" charset="0"/>
                              <a:ea typeface="楷体_GB2312" pitchFamily="49" charset="-122"/>
                            </a:rPr>
                            <m:t>.</m:t>
                          </m:r>
                          <m:r>
                            <a:rPr lang="en-US" altLang="zh-CN" b="1" i="1">
                              <a:solidFill>
                                <a:srgbClr val="0070C0"/>
                              </a:solidFill>
                              <a:latin typeface="Cambria Math" panose="02040503050406030204" pitchFamily="18" charset="0"/>
                              <a:ea typeface="楷体_GB2312" pitchFamily="49" charset="-122"/>
                            </a:rPr>
                            <m:t>𝒙</m:t>
                          </m:r>
                        </m:e>
                        <m:sub>
                          <m:r>
                            <a:rPr lang="en-US" altLang="zh-CN" b="1" i="1" smtClean="0">
                              <a:solidFill>
                                <a:srgbClr val="0070C0"/>
                              </a:solidFill>
                              <a:latin typeface="Cambria Math" panose="02040503050406030204" pitchFamily="18" charset="0"/>
                              <a:ea typeface="楷体_GB2312" pitchFamily="49" charset="-122"/>
                            </a:rPr>
                            <m:t>𝟑</m:t>
                          </m:r>
                        </m:sub>
                      </m:sSub>
                    </m:oMath>
                  </m:oMathPara>
                </a14:m>
                <a:endParaRPr lang="zh-CN" altLang="en-US" dirty="0"/>
              </a:p>
            </p:txBody>
          </p:sp>
        </mc:Choice>
        <mc:Fallback xmlns="">
          <p:sp>
            <p:nvSpPr>
              <p:cNvPr id="188" name="矩形 187"/>
              <p:cNvSpPr>
                <a:spLocks noRot="1" noChangeAspect="1" noMove="1" noResize="1" noEditPoints="1" noAdjustHandles="1" noChangeArrowheads="1" noChangeShapeType="1" noTextEdit="1"/>
              </p:cNvSpPr>
              <p:nvPr/>
            </p:nvSpPr>
            <p:spPr>
              <a:xfrm>
                <a:off x="8088630" y="4765649"/>
                <a:ext cx="507415" cy="360040"/>
              </a:xfrm>
              <a:prstGeom prst="rect">
                <a:avLst/>
              </a:prstGeom>
              <a:blipFill rotWithShape="0">
                <a:blip r:embed="rId16"/>
                <a:stretch>
                  <a:fillRect l="-13793"/>
                </a:stretch>
              </a:blipFill>
            </p:spPr>
            <p:txBody>
              <a:bodyPr/>
              <a:lstStyle/>
              <a:p>
                <a:r>
                  <a:rPr lang="zh-CN" altLang="en-US">
                    <a:noFill/>
                  </a:rPr>
                  <a:t> </a:t>
                </a:r>
              </a:p>
            </p:txBody>
          </p:sp>
        </mc:Fallback>
      </mc:AlternateContent>
      <p:cxnSp>
        <p:nvCxnSpPr>
          <p:cNvPr id="189" name="直接箭头连接符 188"/>
          <p:cNvCxnSpPr>
            <a:endCxn id="188" idx="1"/>
          </p:cNvCxnSpPr>
          <p:nvPr/>
        </p:nvCxnSpPr>
        <p:spPr>
          <a:xfrm>
            <a:off x="7919351" y="4945669"/>
            <a:ext cx="169279"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曲线连接符 192"/>
          <p:cNvCxnSpPr/>
          <p:nvPr/>
        </p:nvCxnSpPr>
        <p:spPr>
          <a:xfrm rot="10800000" flipH="1">
            <a:off x="2639617" y="4075437"/>
            <a:ext cx="13449" cy="862691"/>
          </a:xfrm>
          <a:prstGeom prst="curvedConnector3">
            <a:avLst>
              <a:gd name="adj1" fmla="val -169975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直接箭头连接符 226"/>
          <p:cNvCxnSpPr>
            <a:stCxn id="30" idx="2"/>
            <a:endCxn id="232" idx="0"/>
          </p:cNvCxnSpPr>
          <p:nvPr/>
        </p:nvCxnSpPr>
        <p:spPr>
          <a:xfrm>
            <a:off x="2709681" y="3300223"/>
            <a:ext cx="889001" cy="59519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2" name="矩形 231"/>
          <p:cNvSpPr/>
          <p:nvPr/>
        </p:nvSpPr>
        <p:spPr>
          <a:xfrm>
            <a:off x="3392470" y="389541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graphicFrame>
        <p:nvGraphicFramePr>
          <p:cNvPr id="237" name="表格 236"/>
          <p:cNvGraphicFramePr>
            <a:graphicFrameLocks noGrp="1"/>
          </p:cNvGraphicFramePr>
          <p:nvPr>
            <p:extLst/>
          </p:nvPr>
        </p:nvGraphicFramePr>
        <p:xfrm>
          <a:off x="4049914" y="3812217"/>
          <a:ext cx="833120" cy="690320"/>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238" name="图片 23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85999" y="3831089"/>
            <a:ext cx="144016" cy="139504"/>
          </a:xfrm>
          <a:prstGeom prst="rect">
            <a:avLst/>
          </a:prstGeom>
        </p:spPr>
      </p:pic>
      <p:pic>
        <p:nvPicPr>
          <p:cNvPr id="240" name="图片 23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12726" y="4000556"/>
            <a:ext cx="144016" cy="139504"/>
          </a:xfrm>
          <a:prstGeom prst="rect">
            <a:avLst/>
          </a:prstGeom>
        </p:spPr>
      </p:pic>
      <p:cxnSp>
        <p:nvCxnSpPr>
          <p:cNvPr id="241" name="直接箭头连接符 240"/>
          <p:cNvCxnSpPr/>
          <p:nvPr/>
        </p:nvCxnSpPr>
        <p:spPr>
          <a:xfrm flipH="1">
            <a:off x="3215199" y="4274823"/>
            <a:ext cx="384914" cy="68883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44" name="图片 24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242219" y="2342532"/>
            <a:ext cx="311814" cy="302046"/>
          </a:xfrm>
          <a:prstGeom prst="rect">
            <a:avLst/>
          </a:prstGeom>
        </p:spPr>
      </p:pic>
      <mc:AlternateContent xmlns:mc="http://schemas.openxmlformats.org/markup-compatibility/2006" xmlns:a14="http://schemas.microsoft.com/office/drawing/2010/main">
        <mc:Choice Requires="a14">
          <p:sp>
            <p:nvSpPr>
              <p:cNvPr id="245" name="文本框 244"/>
              <p:cNvSpPr txBox="1"/>
              <p:nvPr/>
            </p:nvSpPr>
            <p:spPr>
              <a:xfrm>
                <a:off x="2704801" y="4768850"/>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𝟑</m:t>
                        </m:r>
                      </m:sub>
                    </m:sSub>
                  </m:oMath>
                </a14:m>
                <a:r>
                  <a:rPr lang="en-US" altLang="zh-CN" sz="1600" dirty="0" smtClean="0"/>
                  <a:t>=1</a:t>
                </a:r>
                <a:endParaRPr lang="zh-CN" altLang="en-US" sz="1600" dirty="0"/>
              </a:p>
            </p:txBody>
          </p:sp>
        </mc:Choice>
        <mc:Fallback xmlns="">
          <p:sp>
            <p:nvSpPr>
              <p:cNvPr id="245" name="文本框 244"/>
              <p:cNvSpPr txBox="1">
                <a:spLocks noRot="1" noChangeAspect="1" noMove="1" noResize="1" noEditPoints="1" noAdjustHandles="1" noChangeArrowheads="1" noChangeShapeType="1" noTextEdit="1"/>
              </p:cNvSpPr>
              <p:nvPr/>
            </p:nvSpPr>
            <p:spPr>
              <a:xfrm>
                <a:off x="2704801" y="4768850"/>
                <a:ext cx="608372" cy="338554"/>
              </a:xfrm>
              <a:prstGeom prst="rect">
                <a:avLst/>
              </a:prstGeom>
              <a:blipFill rotWithShape="0">
                <a:blip r:embed="rId17"/>
                <a:stretch>
                  <a:fillRect t="-5357" r="-4040" b="-21429"/>
                </a:stretch>
              </a:blipFill>
            </p:spPr>
            <p:txBody>
              <a:bodyPr/>
              <a:lstStyle/>
              <a:p>
                <a:r>
                  <a:rPr lang="zh-CN" altLang="en-US">
                    <a:noFill/>
                  </a:rPr>
                  <a:t> </a:t>
                </a:r>
              </a:p>
            </p:txBody>
          </p:sp>
        </mc:Fallback>
      </mc:AlternateContent>
      <p:cxnSp>
        <p:nvCxnSpPr>
          <p:cNvPr id="246" name="直接箭头连接符 245"/>
          <p:cNvCxnSpPr>
            <a:stCxn id="232" idx="2"/>
            <a:endCxn id="251" idx="0"/>
          </p:cNvCxnSpPr>
          <p:nvPr/>
        </p:nvCxnSpPr>
        <p:spPr>
          <a:xfrm>
            <a:off x="3598682" y="4255456"/>
            <a:ext cx="84226" cy="53531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9" name="文本框 248"/>
              <p:cNvSpPr txBox="1"/>
              <p:nvPr/>
            </p:nvSpPr>
            <p:spPr>
              <a:xfrm>
                <a:off x="3343426" y="4485925"/>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𝟑</m:t>
                        </m:r>
                      </m:sub>
                    </m:sSub>
                  </m:oMath>
                </a14:m>
                <a:r>
                  <a:rPr lang="en-US" altLang="zh-CN" sz="1600" dirty="0" smtClean="0"/>
                  <a:t>=2</a:t>
                </a:r>
                <a:endParaRPr lang="zh-CN" altLang="en-US" sz="1600" dirty="0"/>
              </a:p>
            </p:txBody>
          </p:sp>
        </mc:Choice>
        <mc:Fallback xmlns="">
          <p:sp>
            <p:nvSpPr>
              <p:cNvPr id="249" name="文本框 248"/>
              <p:cNvSpPr txBox="1">
                <a:spLocks noRot="1" noChangeAspect="1" noMove="1" noResize="1" noEditPoints="1" noAdjustHandles="1" noChangeArrowheads="1" noChangeShapeType="1" noTextEdit="1"/>
              </p:cNvSpPr>
              <p:nvPr/>
            </p:nvSpPr>
            <p:spPr>
              <a:xfrm>
                <a:off x="3343426" y="4485925"/>
                <a:ext cx="608372" cy="338554"/>
              </a:xfrm>
              <a:prstGeom prst="rect">
                <a:avLst/>
              </a:prstGeom>
              <a:blipFill rotWithShape="0">
                <a:blip r:embed="rId18"/>
                <a:stretch>
                  <a:fillRect t="-5455" r="-4000" b="-23636"/>
                </a:stretch>
              </a:blipFill>
            </p:spPr>
            <p:txBody>
              <a:bodyPr/>
              <a:lstStyle/>
              <a:p>
                <a:r>
                  <a:rPr lang="zh-CN" altLang="en-US">
                    <a:noFill/>
                  </a:rPr>
                  <a:t> </a:t>
                </a:r>
              </a:p>
            </p:txBody>
          </p:sp>
        </mc:Fallback>
      </mc:AlternateContent>
      <p:sp>
        <p:nvSpPr>
          <p:cNvPr id="251" name="矩形 250"/>
          <p:cNvSpPr/>
          <p:nvPr/>
        </p:nvSpPr>
        <p:spPr>
          <a:xfrm>
            <a:off x="3476696" y="4790772"/>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254" name="直接箭头连接符 253"/>
          <p:cNvCxnSpPr/>
          <p:nvPr/>
        </p:nvCxnSpPr>
        <p:spPr>
          <a:xfrm>
            <a:off x="3629609" y="4267007"/>
            <a:ext cx="396029" cy="438283"/>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6" name="直接箭头连接符 255"/>
          <p:cNvCxnSpPr>
            <a:stCxn id="232" idx="2"/>
            <a:endCxn id="261" idx="0"/>
          </p:cNvCxnSpPr>
          <p:nvPr/>
        </p:nvCxnSpPr>
        <p:spPr>
          <a:xfrm>
            <a:off x="3598682" y="4255456"/>
            <a:ext cx="808248" cy="469688"/>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261" name="表格 260"/>
          <p:cNvGraphicFramePr>
            <a:graphicFrameLocks noGrp="1"/>
          </p:cNvGraphicFramePr>
          <p:nvPr>
            <p:extLst/>
          </p:nvPr>
        </p:nvGraphicFramePr>
        <p:xfrm>
          <a:off x="3990370" y="4725144"/>
          <a:ext cx="833120" cy="690320"/>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262" name="图片 26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26455" y="4744016"/>
            <a:ext cx="144016" cy="139504"/>
          </a:xfrm>
          <a:prstGeom prst="rect">
            <a:avLst/>
          </a:prstGeom>
        </p:spPr>
      </p:pic>
      <p:pic>
        <p:nvPicPr>
          <p:cNvPr id="263" name="图片 26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653182" y="4913483"/>
            <a:ext cx="144016" cy="139504"/>
          </a:xfrm>
          <a:prstGeom prst="rect">
            <a:avLst/>
          </a:prstGeom>
        </p:spPr>
      </p:pic>
      <p:pic>
        <p:nvPicPr>
          <p:cNvPr id="264" name="图片 26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25961" y="5094054"/>
            <a:ext cx="144016" cy="139504"/>
          </a:xfrm>
          <a:prstGeom prst="rect">
            <a:avLst/>
          </a:prstGeom>
        </p:spPr>
      </p:pic>
      <p:pic>
        <p:nvPicPr>
          <p:cNvPr id="265" name="图片 26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521014" y="2686080"/>
            <a:ext cx="311814" cy="302046"/>
          </a:xfrm>
          <a:prstGeom prst="rect">
            <a:avLst/>
          </a:prstGeom>
        </p:spPr>
      </p:pic>
      <mc:AlternateContent xmlns:mc="http://schemas.openxmlformats.org/markup-compatibility/2006" xmlns:a14="http://schemas.microsoft.com/office/drawing/2010/main">
        <mc:Choice Requires="a14">
          <p:sp>
            <p:nvSpPr>
              <p:cNvPr id="266" name="文本框 265"/>
              <p:cNvSpPr txBox="1"/>
              <p:nvPr/>
            </p:nvSpPr>
            <p:spPr>
              <a:xfrm>
                <a:off x="2312287" y="5325249"/>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𝟒</m:t>
                        </m:r>
                      </m:sub>
                    </m:sSub>
                  </m:oMath>
                </a14:m>
                <a:r>
                  <a:rPr lang="en-US" altLang="zh-CN" sz="1600" dirty="0" smtClean="0"/>
                  <a:t>=1</a:t>
                </a:r>
                <a:endParaRPr lang="zh-CN" altLang="en-US" sz="1600" dirty="0"/>
              </a:p>
            </p:txBody>
          </p:sp>
        </mc:Choice>
        <mc:Fallback xmlns="">
          <p:sp>
            <p:nvSpPr>
              <p:cNvPr id="266" name="文本框 265"/>
              <p:cNvSpPr txBox="1">
                <a:spLocks noRot="1" noChangeAspect="1" noMove="1" noResize="1" noEditPoints="1" noAdjustHandles="1" noChangeArrowheads="1" noChangeShapeType="1" noTextEdit="1"/>
              </p:cNvSpPr>
              <p:nvPr/>
            </p:nvSpPr>
            <p:spPr>
              <a:xfrm>
                <a:off x="2312287" y="5325249"/>
                <a:ext cx="608372" cy="338554"/>
              </a:xfrm>
              <a:prstGeom prst="rect">
                <a:avLst/>
              </a:prstGeom>
              <a:blipFill rotWithShape="0">
                <a:blip r:embed="rId19"/>
                <a:stretch>
                  <a:fillRect t="-5455" r="-4000" b="-23636"/>
                </a:stretch>
              </a:blipFill>
            </p:spPr>
            <p:txBody>
              <a:bodyPr/>
              <a:lstStyle/>
              <a:p>
                <a:r>
                  <a:rPr lang="zh-CN" altLang="en-US">
                    <a:noFill/>
                  </a:rPr>
                  <a:t> </a:t>
                </a:r>
              </a:p>
            </p:txBody>
          </p:sp>
        </mc:Fallback>
      </mc:AlternateContent>
      <p:cxnSp>
        <p:nvCxnSpPr>
          <p:cNvPr id="267" name="直接箭头连接符 266"/>
          <p:cNvCxnSpPr>
            <a:stCxn id="251" idx="2"/>
          </p:cNvCxnSpPr>
          <p:nvPr/>
        </p:nvCxnSpPr>
        <p:spPr>
          <a:xfrm flipH="1">
            <a:off x="2704801" y="5150812"/>
            <a:ext cx="978107" cy="53814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3" name="直接箭头连接符 272"/>
          <p:cNvCxnSpPr>
            <a:stCxn id="251" idx="2"/>
          </p:cNvCxnSpPr>
          <p:nvPr/>
        </p:nvCxnSpPr>
        <p:spPr>
          <a:xfrm flipH="1">
            <a:off x="3019889" y="5150812"/>
            <a:ext cx="663019" cy="519512"/>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6" name="直接箭头连接符 275"/>
          <p:cNvCxnSpPr>
            <a:stCxn id="251" idx="2"/>
          </p:cNvCxnSpPr>
          <p:nvPr/>
        </p:nvCxnSpPr>
        <p:spPr>
          <a:xfrm flipH="1">
            <a:off x="3251765" y="5150812"/>
            <a:ext cx="431143" cy="53814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9" name="直接箭头连接符 278"/>
          <p:cNvCxnSpPr>
            <a:stCxn id="251" idx="2"/>
          </p:cNvCxnSpPr>
          <p:nvPr/>
        </p:nvCxnSpPr>
        <p:spPr>
          <a:xfrm flipH="1">
            <a:off x="3598681" y="5150812"/>
            <a:ext cx="84227" cy="560277"/>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矩形 282"/>
              <p:cNvSpPr/>
              <p:nvPr/>
            </p:nvSpPr>
            <p:spPr>
              <a:xfrm>
                <a:off x="8088630" y="5607689"/>
                <a:ext cx="507415"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rgbClr val="0070C0"/>
                              </a:solidFill>
                              <a:latin typeface="Cambria Math" panose="02040503050406030204" pitchFamily="18" charset="0"/>
                              <a:ea typeface="楷体_GB2312" pitchFamily="49" charset="-122"/>
                            </a:rPr>
                          </m:ctrlPr>
                        </m:sSubPr>
                        <m:e>
                          <m:r>
                            <a:rPr lang="en-US" altLang="zh-CN" b="1" i="1" smtClean="0">
                              <a:solidFill>
                                <a:srgbClr val="FF0000"/>
                              </a:solidFill>
                              <a:latin typeface="Cambria Math" panose="02040503050406030204" pitchFamily="18" charset="0"/>
                              <a:ea typeface="楷体_GB2312" pitchFamily="49" charset="-122"/>
                            </a:rPr>
                            <m:t>𝟒</m:t>
                          </m:r>
                          <m:r>
                            <a:rPr lang="en-US" altLang="zh-CN" b="1" i="1" smtClean="0">
                              <a:solidFill>
                                <a:srgbClr val="FF0000"/>
                              </a:solidFill>
                              <a:latin typeface="Cambria Math" panose="02040503050406030204" pitchFamily="18" charset="0"/>
                              <a:ea typeface="楷体_GB2312" pitchFamily="49" charset="-122"/>
                            </a:rPr>
                            <m:t>.</m:t>
                          </m:r>
                          <m:r>
                            <a:rPr lang="en-US" altLang="zh-CN" b="1" i="1">
                              <a:solidFill>
                                <a:srgbClr val="0070C0"/>
                              </a:solidFill>
                              <a:latin typeface="Cambria Math" panose="02040503050406030204" pitchFamily="18" charset="0"/>
                              <a:ea typeface="楷体_GB2312" pitchFamily="49" charset="-122"/>
                            </a:rPr>
                            <m:t>𝒙</m:t>
                          </m:r>
                        </m:e>
                        <m:sub>
                          <m:r>
                            <a:rPr lang="en-US" altLang="zh-CN" b="1" i="1" smtClean="0">
                              <a:solidFill>
                                <a:srgbClr val="0070C0"/>
                              </a:solidFill>
                              <a:latin typeface="Cambria Math" panose="02040503050406030204" pitchFamily="18" charset="0"/>
                              <a:ea typeface="楷体_GB2312" pitchFamily="49" charset="-122"/>
                            </a:rPr>
                            <m:t>𝟒</m:t>
                          </m:r>
                        </m:sub>
                      </m:sSub>
                    </m:oMath>
                  </m:oMathPara>
                </a14:m>
                <a:endParaRPr lang="zh-CN" altLang="en-US" dirty="0"/>
              </a:p>
            </p:txBody>
          </p:sp>
        </mc:Choice>
        <mc:Fallback xmlns="">
          <p:sp>
            <p:nvSpPr>
              <p:cNvPr id="283" name="矩形 282"/>
              <p:cNvSpPr>
                <a:spLocks noRot="1" noChangeAspect="1" noMove="1" noResize="1" noEditPoints="1" noAdjustHandles="1" noChangeArrowheads="1" noChangeShapeType="1" noTextEdit="1"/>
              </p:cNvSpPr>
              <p:nvPr/>
            </p:nvSpPr>
            <p:spPr>
              <a:xfrm>
                <a:off x="8088630" y="5607689"/>
                <a:ext cx="507415" cy="360040"/>
              </a:xfrm>
              <a:prstGeom prst="rect">
                <a:avLst/>
              </a:prstGeom>
              <a:blipFill rotWithShape="0">
                <a:blip r:embed="rId20"/>
                <a:stretch>
                  <a:fillRect l="-13793"/>
                </a:stretch>
              </a:blipFill>
            </p:spPr>
            <p:txBody>
              <a:bodyPr/>
              <a:lstStyle/>
              <a:p>
                <a:r>
                  <a:rPr lang="zh-CN" altLang="en-US">
                    <a:noFill/>
                  </a:rPr>
                  <a:t> </a:t>
                </a:r>
              </a:p>
            </p:txBody>
          </p:sp>
        </mc:Fallback>
      </mc:AlternateContent>
      <p:cxnSp>
        <p:nvCxnSpPr>
          <p:cNvPr id="284" name="直接箭头连接符 283"/>
          <p:cNvCxnSpPr>
            <a:endCxn id="283" idx="1"/>
          </p:cNvCxnSpPr>
          <p:nvPr/>
        </p:nvCxnSpPr>
        <p:spPr>
          <a:xfrm>
            <a:off x="7919351" y="5787709"/>
            <a:ext cx="169279"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曲线连接符 284"/>
          <p:cNvCxnSpPr/>
          <p:nvPr/>
        </p:nvCxnSpPr>
        <p:spPr>
          <a:xfrm rot="10800000">
            <a:off x="3340565" y="4945669"/>
            <a:ext cx="84226" cy="895356"/>
          </a:xfrm>
          <a:prstGeom prst="curvedConnector3">
            <a:avLst>
              <a:gd name="adj1" fmla="val 37141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8" name="文本框 287"/>
              <p:cNvSpPr txBox="1"/>
              <p:nvPr/>
            </p:nvSpPr>
            <p:spPr>
              <a:xfrm>
                <a:off x="3562099" y="5393662"/>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𝟒</m:t>
                        </m:r>
                      </m:sub>
                    </m:sSub>
                  </m:oMath>
                </a14:m>
                <a:r>
                  <a:rPr lang="en-US" altLang="zh-CN" sz="1600" dirty="0" smtClean="0"/>
                  <a:t>=4</a:t>
                </a:r>
                <a:endParaRPr lang="zh-CN" altLang="en-US" sz="1600" dirty="0"/>
              </a:p>
            </p:txBody>
          </p:sp>
        </mc:Choice>
        <mc:Fallback xmlns="">
          <p:sp>
            <p:nvSpPr>
              <p:cNvPr id="288" name="文本框 287"/>
              <p:cNvSpPr txBox="1">
                <a:spLocks noRot="1" noChangeAspect="1" noMove="1" noResize="1" noEditPoints="1" noAdjustHandles="1" noChangeArrowheads="1" noChangeShapeType="1" noTextEdit="1"/>
              </p:cNvSpPr>
              <p:nvPr/>
            </p:nvSpPr>
            <p:spPr>
              <a:xfrm>
                <a:off x="3562099" y="5393662"/>
                <a:ext cx="608372" cy="338554"/>
              </a:xfrm>
              <a:prstGeom prst="rect">
                <a:avLst/>
              </a:prstGeom>
              <a:blipFill rotWithShape="0">
                <a:blip r:embed="rId21"/>
                <a:stretch>
                  <a:fillRect t="-5455" r="-4000" b="-23636"/>
                </a:stretch>
              </a:blipFill>
            </p:spPr>
            <p:txBody>
              <a:bodyPr/>
              <a:lstStyle/>
              <a:p>
                <a:r>
                  <a:rPr lang="zh-CN" altLang="en-US">
                    <a:noFill/>
                  </a:rPr>
                  <a:t> </a:t>
                </a:r>
              </a:p>
            </p:txBody>
          </p:sp>
        </mc:Fallback>
      </mc:AlternateContent>
      <p:cxnSp>
        <p:nvCxnSpPr>
          <p:cNvPr id="289" name="曲线连接符 288"/>
          <p:cNvCxnSpPr/>
          <p:nvPr/>
        </p:nvCxnSpPr>
        <p:spPr>
          <a:xfrm flipH="1" flipV="1">
            <a:off x="3851534" y="4075436"/>
            <a:ext cx="84226" cy="895356"/>
          </a:xfrm>
          <a:prstGeom prst="curvedConnector3">
            <a:avLst>
              <a:gd name="adj1" fmla="val -27141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曲线连接符 294"/>
          <p:cNvCxnSpPr/>
          <p:nvPr/>
        </p:nvCxnSpPr>
        <p:spPr>
          <a:xfrm rot="10800000" flipH="1">
            <a:off x="3215681" y="3119040"/>
            <a:ext cx="1075021" cy="956396"/>
          </a:xfrm>
          <a:prstGeom prst="curvedConnector3">
            <a:avLst>
              <a:gd name="adj1" fmla="val -2126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直接箭头连接符 298"/>
          <p:cNvCxnSpPr>
            <a:stCxn id="21" idx="2"/>
            <a:endCxn id="306" idx="0"/>
          </p:cNvCxnSpPr>
          <p:nvPr/>
        </p:nvCxnSpPr>
        <p:spPr>
          <a:xfrm>
            <a:off x="4570789" y="2636912"/>
            <a:ext cx="102914" cy="30210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6" name="矩形 305"/>
          <p:cNvSpPr/>
          <p:nvPr/>
        </p:nvSpPr>
        <p:spPr>
          <a:xfrm>
            <a:off x="4467491" y="2939020"/>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graphicFrame>
        <p:nvGraphicFramePr>
          <p:cNvPr id="311" name="表格 310"/>
          <p:cNvGraphicFramePr>
            <a:graphicFrameLocks noGrp="1"/>
          </p:cNvGraphicFramePr>
          <p:nvPr>
            <p:extLst/>
          </p:nvPr>
        </p:nvGraphicFramePr>
        <p:xfrm>
          <a:off x="4940250" y="2919359"/>
          <a:ext cx="833120" cy="725665"/>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7925">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322" name="图片 3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179161" y="2934608"/>
            <a:ext cx="144016" cy="139504"/>
          </a:xfrm>
          <a:prstGeom prst="rect">
            <a:avLst/>
          </a:prstGeom>
        </p:spPr>
      </p:pic>
      <p:pic>
        <p:nvPicPr>
          <p:cNvPr id="323" name="图片 32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528045" y="1995716"/>
            <a:ext cx="311814" cy="302046"/>
          </a:xfrm>
          <a:prstGeom prst="rect">
            <a:avLst/>
          </a:prstGeom>
        </p:spPr>
      </p:pic>
      <p:cxnSp>
        <p:nvCxnSpPr>
          <p:cNvPr id="324" name="直接箭头连接符 323"/>
          <p:cNvCxnSpPr>
            <a:stCxn id="306" idx="2"/>
          </p:cNvCxnSpPr>
          <p:nvPr/>
        </p:nvCxnSpPr>
        <p:spPr>
          <a:xfrm flipH="1">
            <a:off x="4223584" y="3299060"/>
            <a:ext cx="450119" cy="209143"/>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7" name="直接箭头连接符 326"/>
          <p:cNvCxnSpPr>
            <a:stCxn id="306" idx="2"/>
          </p:cNvCxnSpPr>
          <p:nvPr/>
        </p:nvCxnSpPr>
        <p:spPr>
          <a:xfrm flipH="1">
            <a:off x="4511646" y="3299060"/>
            <a:ext cx="162057" cy="254901"/>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1" name="直接箭头连接符 330"/>
          <p:cNvCxnSpPr>
            <a:stCxn id="306" idx="2"/>
          </p:cNvCxnSpPr>
          <p:nvPr/>
        </p:nvCxnSpPr>
        <p:spPr>
          <a:xfrm flipH="1">
            <a:off x="4663357" y="3299060"/>
            <a:ext cx="10346" cy="27201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5" name="直接箭头连接符 334"/>
          <p:cNvCxnSpPr>
            <a:stCxn id="306" idx="2"/>
            <a:endCxn id="343" idx="0"/>
          </p:cNvCxnSpPr>
          <p:nvPr/>
        </p:nvCxnSpPr>
        <p:spPr>
          <a:xfrm>
            <a:off x="4673703" y="3299060"/>
            <a:ext cx="566293" cy="58120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8" name="文本框 337"/>
              <p:cNvSpPr txBox="1"/>
              <p:nvPr/>
            </p:nvSpPr>
            <p:spPr>
              <a:xfrm>
                <a:off x="4416819" y="3470748"/>
                <a:ext cx="613141" cy="338554"/>
              </a:xfrm>
              <a:prstGeom prst="rect">
                <a:avLst/>
              </a:prstGeom>
              <a:noFill/>
            </p:spPr>
            <p:txBody>
              <a:bodyPr wrap="squar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𝟐</m:t>
                        </m:r>
                      </m:sub>
                    </m:sSub>
                  </m:oMath>
                </a14:m>
                <a:r>
                  <a:rPr lang="en-US" altLang="zh-CN" sz="1600" dirty="0" smtClean="0"/>
                  <a:t>=4</a:t>
                </a:r>
                <a:endParaRPr lang="zh-CN" altLang="en-US" sz="1600" dirty="0"/>
              </a:p>
            </p:txBody>
          </p:sp>
        </mc:Choice>
        <mc:Fallback xmlns="">
          <p:sp>
            <p:nvSpPr>
              <p:cNvPr id="338" name="文本框 337"/>
              <p:cNvSpPr txBox="1">
                <a:spLocks noRot="1" noChangeAspect="1" noMove="1" noResize="1" noEditPoints="1" noAdjustHandles="1" noChangeArrowheads="1" noChangeShapeType="1" noTextEdit="1"/>
              </p:cNvSpPr>
              <p:nvPr/>
            </p:nvSpPr>
            <p:spPr>
              <a:xfrm>
                <a:off x="4416819" y="3470748"/>
                <a:ext cx="613141" cy="338554"/>
              </a:xfrm>
              <a:prstGeom prst="rect">
                <a:avLst/>
              </a:prstGeom>
              <a:blipFill rotWithShape="0">
                <a:blip r:embed="rId22"/>
                <a:stretch>
                  <a:fillRect t="-5357" r="-3000" b="-21429"/>
                </a:stretch>
              </a:blipFill>
            </p:spPr>
            <p:txBody>
              <a:bodyPr/>
              <a:lstStyle/>
              <a:p>
                <a:r>
                  <a:rPr lang="zh-CN" altLang="en-US">
                    <a:noFill/>
                  </a:rPr>
                  <a:t> </a:t>
                </a:r>
              </a:p>
            </p:txBody>
          </p:sp>
        </mc:Fallback>
      </mc:AlternateContent>
      <p:sp>
        <p:nvSpPr>
          <p:cNvPr id="343" name="矩形 342"/>
          <p:cNvSpPr/>
          <p:nvPr/>
        </p:nvSpPr>
        <p:spPr>
          <a:xfrm>
            <a:off x="5033784" y="388026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graphicFrame>
        <p:nvGraphicFramePr>
          <p:cNvPr id="345" name="表格 344"/>
          <p:cNvGraphicFramePr>
            <a:graphicFrameLocks noGrp="1"/>
          </p:cNvGraphicFramePr>
          <p:nvPr>
            <p:extLst/>
          </p:nvPr>
        </p:nvGraphicFramePr>
        <p:xfrm>
          <a:off x="5480106" y="3789040"/>
          <a:ext cx="833120" cy="725665"/>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7925">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346" name="图片 34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719017" y="3804289"/>
            <a:ext cx="144016" cy="139504"/>
          </a:xfrm>
          <a:prstGeom prst="rect">
            <a:avLst/>
          </a:prstGeom>
        </p:spPr>
      </p:pic>
      <p:pic>
        <p:nvPicPr>
          <p:cNvPr id="347" name="图片 34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44821" y="3980179"/>
            <a:ext cx="144016" cy="139504"/>
          </a:xfrm>
          <a:prstGeom prst="rect">
            <a:avLst/>
          </a:prstGeom>
        </p:spPr>
      </p:pic>
      <p:pic>
        <p:nvPicPr>
          <p:cNvPr id="348" name="图片 34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227653" y="2358674"/>
            <a:ext cx="311814" cy="302046"/>
          </a:xfrm>
          <a:prstGeom prst="rect">
            <a:avLst/>
          </a:prstGeom>
        </p:spPr>
      </p:pic>
      <p:cxnSp>
        <p:nvCxnSpPr>
          <p:cNvPr id="350" name="直接箭头连接符 349"/>
          <p:cNvCxnSpPr>
            <a:stCxn id="343" idx="2"/>
            <a:endCxn id="356" idx="0"/>
          </p:cNvCxnSpPr>
          <p:nvPr/>
        </p:nvCxnSpPr>
        <p:spPr>
          <a:xfrm flipH="1">
            <a:off x="5200886" y="4240306"/>
            <a:ext cx="39110" cy="5253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4" name="文本框 353"/>
              <p:cNvSpPr txBox="1"/>
              <p:nvPr/>
            </p:nvSpPr>
            <p:spPr>
              <a:xfrm>
                <a:off x="4785090" y="4319165"/>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𝟑</m:t>
                        </m:r>
                      </m:sub>
                    </m:sSub>
                  </m:oMath>
                </a14:m>
                <a:r>
                  <a:rPr lang="en-US" altLang="zh-CN" sz="1600" dirty="0" smtClean="0"/>
                  <a:t>=1</a:t>
                </a:r>
                <a:endParaRPr lang="zh-CN" altLang="en-US" sz="1600" dirty="0"/>
              </a:p>
            </p:txBody>
          </p:sp>
        </mc:Choice>
        <mc:Fallback xmlns="">
          <p:sp>
            <p:nvSpPr>
              <p:cNvPr id="354" name="文本框 353"/>
              <p:cNvSpPr txBox="1">
                <a:spLocks noRot="1" noChangeAspect="1" noMove="1" noResize="1" noEditPoints="1" noAdjustHandles="1" noChangeArrowheads="1" noChangeShapeType="1" noTextEdit="1"/>
              </p:cNvSpPr>
              <p:nvPr/>
            </p:nvSpPr>
            <p:spPr>
              <a:xfrm>
                <a:off x="4785090" y="4319165"/>
                <a:ext cx="608372" cy="338554"/>
              </a:xfrm>
              <a:prstGeom prst="rect">
                <a:avLst/>
              </a:prstGeom>
              <a:blipFill rotWithShape="0">
                <a:blip r:embed="rId23"/>
                <a:stretch>
                  <a:fillRect t="-5455" r="-3000" b="-23636"/>
                </a:stretch>
              </a:blipFill>
            </p:spPr>
            <p:txBody>
              <a:bodyPr/>
              <a:lstStyle/>
              <a:p>
                <a:r>
                  <a:rPr lang="zh-CN" altLang="en-US">
                    <a:noFill/>
                  </a:rPr>
                  <a:t> </a:t>
                </a:r>
              </a:p>
            </p:txBody>
          </p:sp>
        </mc:Fallback>
      </mc:AlternateContent>
      <p:sp>
        <p:nvSpPr>
          <p:cNvPr id="356" name="矩形 355"/>
          <p:cNvSpPr/>
          <p:nvPr/>
        </p:nvSpPr>
        <p:spPr>
          <a:xfrm>
            <a:off x="4994674" y="4765649"/>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364" name="直接箭头连接符 363"/>
          <p:cNvCxnSpPr>
            <a:stCxn id="343" idx="2"/>
          </p:cNvCxnSpPr>
          <p:nvPr/>
        </p:nvCxnSpPr>
        <p:spPr>
          <a:xfrm>
            <a:off x="5239996" y="4240306"/>
            <a:ext cx="268916" cy="502738"/>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7" name="直接箭头连接符 366"/>
          <p:cNvCxnSpPr>
            <a:stCxn id="343" idx="2"/>
          </p:cNvCxnSpPr>
          <p:nvPr/>
        </p:nvCxnSpPr>
        <p:spPr>
          <a:xfrm>
            <a:off x="5239996" y="4240306"/>
            <a:ext cx="468167" cy="502738"/>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8" name="直接箭头连接符 367"/>
          <p:cNvCxnSpPr>
            <a:stCxn id="343" idx="2"/>
          </p:cNvCxnSpPr>
          <p:nvPr/>
        </p:nvCxnSpPr>
        <p:spPr>
          <a:xfrm>
            <a:off x="5239996" y="4240306"/>
            <a:ext cx="688980" cy="484838"/>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371" name="表格 370"/>
          <p:cNvGraphicFramePr>
            <a:graphicFrameLocks noGrp="1"/>
          </p:cNvGraphicFramePr>
          <p:nvPr>
            <p:extLst/>
          </p:nvPr>
        </p:nvGraphicFramePr>
        <p:xfrm>
          <a:off x="5448677" y="4791567"/>
          <a:ext cx="833120" cy="725665"/>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7925">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372" name="图片 37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87588" y="4803228"/>
            <a:ext cx="144016" cy="139504"/>
          </a:xfrm>
          <a:prstGeom prst="rect">
            <a:avLst/>
          </a:prstGeom>
        </p:spPr>
      </p:pic>
      <p:pic>
        <p:nvPicPr>
          <p:cNvPr id="373" name="图片 37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13392" y="4979118"/>
            <a:ext cx="144016" cy="139504"/>
          </a:xfrm>
          <a:prstGeom prst="rect">
            <a:avLst/>
          </a:prstGeom>
        </p:spPr>
      </p:pic>
      <p:pic>
        <p:nvPicPr>
          <p:cNvPr id="374" name="图片 37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74079" y="5152975"/>
            <a:ext cx="144016" cy="139504"/>
          </a:xfrm>
          <a:prstGeom prst="rect">
            <a:avLst/>
          </a:prstGeom>
        </p:spPr>
      </p:pic>
      <p:pic>
        <p:nvPicPr>
          <p:cNvPr id="375" name="图片 37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159710" y="2687961"/>
            <a:ext cx="311814" cy="302046"/>
          </a:xfrm>
          <a:prstGeom prst="rect">
            <a:avLst/>
          </a:prstGeom>
        </p:spPr>
      </p:pic>
      <p:cxnSp>
        <p:nvCxnSpPr>
          <p:cNvPr id="376" name="直接箭头连接符 375"/>
          <p:cNvCxnSpPr>
            <a:stCxn id="356" idx="2"/>
          </p:cNvCxnSpPr>
          <p:nvPr/>
        </p:nvCxnSpPr>
        <p:spPr>
          <a:xfrm flipH="1">
            <a:off x="4822861" y="5125689"/>
            <a:ext cx="378025" cy="40940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9" name="直接箭头连接符 378"/>
          <p:cNvCxnSpPr>
            <a:stCxn id="356" idx="2"/>
          </p:cNvCxnSpPr>
          <p:nvPr/>
        </p:nvCxnSpPr>
        <p:spPr>
          <a:xfrm flipH="1">
            <a:off x="5002068" y="5125689"/>
            <a:ext cx="198818" cy="38795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2" name="直接箭头连接符 381"/>
          <p:cNvCxnSpPr>
            <a:stCxn id="356" idx="2"/>
            <a:endCxn id="391" idx="0"/>
          </p:cNvCxnSpPr>
          <p:nvPr/>
        </p:nvCxnSpPr>
        <p:spPr>
          <a:xfrm>
            <a:off x="5200886" y="5125689"/>
            <a:ext cx="160067" cy="4815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5" name="直接箭头连接符 384"/>
          <p:cNvCxnSpPr>
            <a:stCxn id="356" idx="2"/>
          </p:cNvCxnSpPr>
          <p:nvPr/>
        </p:nvCxnSpPr>
        <p:spPr>
          <a:xfrm>
            <a:off x="5200886" y="5125689"/>
            <a:ext cx="192576" cy="226817"/>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1" name="矩形 390"/>
          <p:cNvSpPr/>
          <p:nvPr/>
        </p:nvSpPr>
        <p:spPr>
          <a:xfrm>
            <a:off x="5154741" y="560720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3</a:t>
            </a:r>
            <a:endParaRPr lang="zh-CN" altLang="en-US" dirty="0"/>
          </a:p>
        </p:txBody>
      </p:sp>
      <mc:AlternateContent xmlns:mc="http://schemas.openxmlformats.org/markup-compatibility/2006" xmlns:a14="http://schemas.microsoft.com/office/drawing/2010/main">
        <mc:Choice Requires="a14">
          <p:sp>
            <p:nvSpPr>
              <p:cNvPr id="394" name="文本框 393"/>
              <p:cNvSpPr txBox="1"/>
              <p:nvPr/>
            </p:nvSpPr>
            <p:spPr>
              <a:xfrm>
                <a:off x="4925180" y="5287467"/>
                <a:ext cx="608372"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𝟒</m:t>
                        </m:r>
                      </m:sub>
                    </m:sSub>
                  </m:oMath>
                </a14:m>
                <a:r>
                  <a:rPr lang="en-US" altLang="zh-CN" sz="1600" dirty="0" smtClean="0"/>
                  <a:t>=3</a:t>
                </a:r>
                <a:endParaRPr lang="zh-CN" altLang="en-US" sz="1600" dirty="0"/>
              </a:p>
            </p:txBody>
          </p:sp>
        </mc:Choice>
        <mc:Fallback xmlns="">
          <p:sp>
            <p:nvSpPr>
              <p:cNvPr id="394" name="文本框 393"/>
              <p:cNvSpPr txBox="1">
                <a:spLocks noRot="1" noChangeAspect="1" noMove="1" noResize="1" noEditPoints="1" noAdjustHandles="1" noChangeArrowheads="1" noChangeShapeType="1" noTextEdit="1"/>
              </p:cNvSpPr>
              <p:nvPr/>
            </p:nvSpPr>
            <p:spPr>
              <a:xfrm>
                <a:off x="4925180" y="5287467"/>
                <a:ext cx="608372" cy="338554"/>
              </a:xfrm>
              <a:prstGeom prst="rect">
                <a:avLst/>
              </a:prstGeom>
              <a:blipFill rotWithShape="0">
                <a:blip r:embed="rId24"/>
                <a:stretch>
                  <a:fillRect t="-5357" r="-3000" b="-21429"/>
                </a:stretch>
              </a:blipFill>
            </p:spPr>
            <p:txBody>
              <a:bodyPr/>
              <a:lstStyle/>
              <a:p>
                <a:r>
                  <a:rPr lang="zh-CN" altLang="en-US">
                    <a:noFill/>
                  </a:rPr>
                  <a:t> </a:t>
                </a:r>
              </a:p>
            </p:txBody>
          </p:sp>
        </mc:Fallback>
      </mc:AlternateContent>
      <p:graphicFrame>
        <p:nvGraphicFramePr>
          <p:cNvPr id="399" name="表格 398"/>
          <p:cNvGraphicFramePr>
            <a:graphicFrameLocks noGrp="1"/>
          </p:cNvGraphicFramePr>
          <p:nvPr>
            <p:extLst/>
          </p:nvPr>
        </p:nvGraphicFramePr>
        <p:xfrm>
          <a:off x="5655660" y="5670324"/>
          <a:ext cx="833120" cy="725665"/>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207925">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400" name="图片 39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894571" y="5681985"/>
            <a:ext cx="144016" cy="139504"/>
          </a:xfrm>
          <a:prstGeom prst="rect">
            <a:avLst/>
          </a:prstGeom>
        </p:spPr>
      </p:pic>
      <p:pic>
        <p:nvPicPr>
          <p:cNvPr id="401" name="图片 40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20375" y="5857875"/>
            <a:ext cx="144016" cy="139504"/>
          </a:xfrm>
          <a:prstGeom prst="rect">
            <a:avLst/>
          </a:prstGeom>
        </p:spPr>
      </p:pic>
      <p:pic>
        <p:nvPicPr>
          <p:cNvPr id="402" name="图片 40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81062" y="6031732"/>
            <a:ext cx="144016" cy="139504"/>
          </a:xfrm>
          <a:prstGeom prst="rect">
            <a:avLst/>
          </a:prstGeom>
        </p:spPr>
      </p:pic>
      <p:pic>
        <p:nvPicPr>
          <p:cNvPr id="403" name="图片 40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13392" y="6217159"/>
            <a:ext cx="144016" cy="139504"/>
          </a:xfrm>
          <a:prstGeom prst="rect">
            <a:avLst/>
          </a:prstGeom>
        </p:spPr>
      </p:pic>
      <p:pic>
        <p:nvPicPr>
          <p:cNvPr id="404" name="图片 40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877403" y="3028923"/>
            <a:ext cx="311814" cy="302046"/>
          </a:xfrm>
          <a:prstGeom prst="rect">
            <a:avLst/>
          </a:prstGeom>
        </p:spPr>
      </p:pic>
      <p:sp>
        <p:nvSpPr>
          <p:cNvPr id="406" name="矩形标注 405"/>
          <p:cNvSpPr/>
          <p:nvPr/>
        </p:nvSpPr>
        <p:spPr>
          <a:xfrm>
            <a:off x="2810568" y="5929243"/>
            <a:ext cx="1736629" cy="629389"/>
          </a:xfrm>
          <a:prstGeom prst="wedgeRectCallout">
            <a:avLst>
              <a:gd name="adj1" fmla="val 84191"/>
              <a:gd name="adj2" fmla="val -6257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rPr>
              <a:t>最</a:t>
            </a:r>
            <a:r>
              <a:rPr lang="zh-CN" altLang="en-US" sz="2000" dirty="0">
                <a:solidFill>
                  <a:schemeClr val="tx1"/>
                </a:solidFill>
              </a:rPr>
              <a:t>深叶子节点</a:t>
            </a:r>
            <a:r>
              <a:rPr lang="en-US" altLang="zh-CN" sz="2000" dirty="0">
                <a:solidFill>
                  <a:schemeClr val="tx1"/>
                </a:solidFill>
              </a:rPr>
              <a:t>.</a:t>
            </a:r>
            <a:r>
              <a:rPr lang="zh-CN" altLang="en-US" sz="2000" dirty="0" smtClean="0">
                <a:solidFill>
                  <a:schemeClr val="tx1"/>
                </a:solidFill>
              </a:rPr>
              <a:t>解。</a:t>
            </a:r>
            <a:endParaRPr lang="zh-CN" altLang="en-US" sz="2000" dirty="0">
              <a:solidFill>
                <a:schemeClr val="tx1"/>
              </a:solidFill>
            </a:endParaRPr>
          </a:p>
        </p:txBody>
      </p:sp>
      <p:cxnSp>
        <p:nvCxnSpPr>
          <p:cNvPr id="407" name="曲线连接符 406"/>
          <p:cNvCxnSpPr>
            <a:stCxn id="391" idx="1"/>
            <a:endCxn id="356" idx="1"/>
          </p:cNvCxnSpPr>
          <p:nvPr/>
        </p:nvCxnSpPr>
        <p:spPr>
          <a:xfrm rot="10800000">
            <a:off x="4994675" y="4945670"/>
            <a:ext cx="160067" cy="841557"/>
          </a:xfrm>
          <a:prstGeom prst="curvedConnector3">
            <a:avLst>
              <a:gd name="adj1" fmla="val 24281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0" name="曲线连接符 409"/>
          <p:cNvCxnSpPr>
            <a:stCxn id="356" idx="1"/>
            <a:endCxn id="343" idx="1"/>
          </p:cNvCxnSpPr>
          <p:nvPr/>
        </p:nvCxnSpPr>
        <p:spPr>
          <a:xfrm rot="10800000" flipH="1">
            <a:off x="4994674" y="4060287"/>
            <a:ext cx="39110" cy="885383"/>
          </a:xfrm>
          <a:prstGeom prst="curvedConnector3">
            <a:avLst>
              <a:gd name="adj1" fmla="val -58450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曲线连接符 413"/>
          <p:cNvCxnSpPr>
            <a:stCxn id="343" idx="1"/>
            <a:endCxn id="306" idx="1"/>
          </p:cNvCxnSpPr>
          <p:nvPr/>
        </p:nvCxnSpPr>
        <p:spPr>
          <a:xfrm rot="10800000">
            <a:off x="4467492" y="3119040"/>
            <a:ext cx="566293" cy="941246"/>
          </a:xfrm>
          <a:prstGeom prst="curvedConnector3">
            <a:avLst>
              <a:gd name="adj1" fmla="val 140368"/>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36" name="直接箭头连接符 435"/>
          <p:cNvCxnSpPr>
            <a:stCxn id="21" idx="2"/>
            <a:endCxn id="443" idx="0"/>
          </p:cNvCxnSpPr>
          <p:nvPr/>
        </p:nvCxnSpPr>
        <p:spPr>
          <a:xfrm>
            <a:off x="4570789" y="2636912"/>
            <a:ext cx="1655477" cy="29769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3" name="矩形 442"/>
          <p:cNvSpPr/>
          <p:nvPr/>
        </p:nvSpPr>
        <p:spPr>
          <a:xfrm>
            <a:off x="6020054" y="2934608"/>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p:cxnSp>
        <p:nvCxnSpPr>
          <p:cNvPr id="451" name="直接箭头连接符 450"/>
          <p:cNvCxnSpPr>
            <a:stCxn id="443" idx="2"/>
            <a:endCxn id="455" idx="0"/>
          </p:cNvCxnSpPr>
          <p:nvPr/>
        </p:nvCxnSpPr>
        <p:spPr>
          <a:xfrm>
            <a:off x="6226266" y="3294648"/>
            <a:ext cx="710121" cy="59636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5" name="矩形 454"/>
          <p:cNvSpPr/>
          <p:nvPr/>
        </p:nvSpPr>
        <p:spPr>
          <a:xfrm>
            <a:off x="6730175" y="3891011"/>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458" name="直接箭头连接符 457"/>
          <p:cNvCxnSpPr>
            <a:stCxn id="455" idx="2"/>
            <a:endCxn id="459" idx="0"/>
          </p:cNvCxnSpPr>
          <p:nvPr/>
        </p:nvCxnSpPr>
        <p:spPr>
          <a:xfrm>
            <a:off x="6936387" y="4251051"/>
            <a:ext cx="14189" cy="5116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9" name="矩形 458"/>
          <p:cNvSpPr/>
          <p:nvPr/>
        </p:nvSpPr>
        <p:spPr>
          <a:xfrm>
            <a:off x="6744364" y="4762712"/>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cxnSp>
        <p:nvCxnSpPr>
          <p:cNvPr id="463" name="直接箭头连接符 462"/>
          <p:cNvCxnSpPr>
            <a:endCxn id="464" idx="0"/>
          </p:cNvCxnSpPr>
          <p:nvPr/>
        </p:nvCxnSpPr>
        <p:spPr>
          <a:xfrm>
            <a:off x="6958645" y="5099625"/>
            <a:ext cx="137612" cy="51048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4" name="矩形 463"/>
          <p:cNvSpPr/>
          <p:nvPr/>
        </p:nvSpPr>
        <p:spPr>
          <a:xfrm>
            <a:off x="6890045" y="5610108"/>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sp>
        <p:nvSpPr>
          <p:cNvPr id="467" name="矩形标注 466"/>
          <p:cNvSpPr/>
          <p:nvPr/>
        </p:nvSpPr>
        <p:spPr>
          <a:xfrm>
            <a:off x="7344096" y="6074828"/>
            <a:ext cx="1363374" cy="550780"/>
          </a:xfrm>
          <a:prstGeom prst="wedgeRectCallout">
            <a:avLst>
              <a:gd name="adj1" fmla="val -50742"/>
              <a:gd name="adj2" fmla="val -10142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最深叶子节点</a:t>
            </a:r>
            <a:r>
              <a:rPr lang="en-US" altLang="zh-CN" sz="2000" dirty="0">
                <a:solidFill>
                  <a:schemeClr val="tx1"/>
                </a:solidFill>
              </a:rPr>
              <a:t>.</a:t>
            </a:r>
            <a:r>
              <a:rPr lang="zh-CN" altLang="en-US" sz="2000" dirty="0">
                <a:solidFill>
                  <a:schemeClr val="tx1"/>
                </a:solidFill>
              </a:rPr>
              <a:t>解</a:t>
            </a:r>
          </a:p>
        </p:txBody>
      </p:sp>
      <p:graphicFrame>
        <p:nvGraphicFramePr>
          <p:cNvPr id="469" name="表格 468"/>
          <p:cNvGraphicFramePr>
            <a:graphicFrameLocks noGrp="1"/>
          </p:cNvGraphicFramePr>
          <p:nvPr>
            <p:extLst/>
          </p:nvPr>
        </p:nvGraphicFramePr>
        <p:xfrm>
          <a:off x="9299295" y="3539614"/>
          <a:ext cx="1789595" cy="1729510"/>
        </p:xfrm>
        <a:graphic>
          <a:graphicData uri="http://schemas.openxmlformats.org/drawingml/2006/table">
            <a:tbl>
              <a:tblPr firstRow="1" bandRow="1">
                <a:tableStyleId>{5940675A-B579-460E-94D1-54222C63F5DA}</a:tableStyleId>
              </a:tblPr>
              <a:tblGrid>
                <a:gridCol w="357919"/>
                <a:gridCol w="357919"/>
                <a:gridCol w="357919"/>
                <a:gridCol w="357919"/>
                <a:gridCol w="357919"/>
              </a:tblGrid>
              <a:tr h="345902">
                <a:tc>
                  <a:txBody>
                    <a:bodyPr/>
                    <a:lstStyle/>
                    <a:p>
                      <a:pPr>
                        <a:lnSpc>
                          <a:spcPts val="1000"/>
                        </a:lnSpc>
                      </a:pPr>
                      <a:endParaRPr lang="zh-CN" altLang="en-US" sz="1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1</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2</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000"/>
                        </a:lnSpc>
                      </a:pPr>
                      <a:r>
                        <a:rPr lang="en-US" altLang="zh-CN" dirty="0" smtClean="0"/>
                        <a:t>3</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000"/>
                        </a:lnSpc>
                      </a:pPr>
                      <a:r>
                        <a:rPr lang="en-US" altLang="zh-CN" dirty="0" smtClean="0"/>
                        <a:t>4</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45902">
                <a:tc>
                  <a:txBody>
                    <a:bodyPr/>
                    <a:lstStyle/>
                    <a:p>
                      <a:pPr algn="ctr">
                        <a:lnSpc>
                          <a:spcPts val="1000"/>
                        </a:lnSpc>
                      </a:pPr>
                      <a:r>
                        <a:rPr lang="en-US" altLang="zh-CN" dirty="0" smtClean="0"/>
                        <a:t>1</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345902">
                <a:tc>
                  <a:txBody>
                    <a:bodyPr/>
                    <a:lstStyle/>
                    <a:p>
                      <a:pPr algn="ctr">
                        <a:lnSpc>
                          <a:spcPts val="1000"/>
                        </a:lnSpc>
                      </a:pPr>
                      <a:r>
                        <a:rPr lang="en-US" altLang="zh-CN" dirty="0" smtClean="0"/>
                        <a:t>2</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45902">
                <a:tc>
                  <a:txBody>
                    <a:bodyPr/>
                    <a:lstStyle/>
                    <a:p>
                      <a:pPr algn="ctr">
                        <a:lnSpc>
                          <a:spcPts val="1000"/>
                        </a:lnSpc>
                      </a:pPr>
                      <a:r>
                        <a:rPr lang="en-US" altLang="zh-CN" dirty="0" smtClean="0"/>
                        <a:t>3</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345902">
                <a:tc>
                  <a:txBody>
                    <a:bodyPr/>
                    <a:lstStyle/>
                    <a:p>
                      <a:pPr algn="ctr">
                        <a:lnSpc>
                          <a:spcPts val="1000"/>
                        </a:lnSpc>
                      </a:pPr>
                      <a:r>
                        <a:rPr lang="en-US" altLang="zh-CN" dirty="0" smtClean="0"/>
                        <a:t>4</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ts val="1000"/>
                        </a:lnSpc>
                      </a:pP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nSpc>
                          <a:spcPts val="1000"/>
                        </a:lnSpc>
                      </a:pP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471" name="图片 47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399038" y="3897295"/>
            <a:ext cx="311814" cy="302046"/>
          </a:xfrm>
          <a:prstGeom prst="rect">
            <a:avLst/>
          </a:prstGeom>
        </p:spPr>
      </p:pic>
      <p:pic>
        <p:nvPicPr>
          <p:cNvPr id="472" name="图片 47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82682" y="4240625"/>
            <a:ext cx="311814" cy="302046"/>
          </a:xfrm>
          <a:prstGeom prst="rect">
            <a:avLst/>
          </a:prstGeom>
        </p:spPr>
      </p:pic>
      <p:pic>
        <p:nvPicPr>
          <p:cNvPr id="473" name="图片 47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754348" y="4592170"/>
            <a:ext cx="311814" cy="302046"/>
          </a:xfrm>
          <a:prstGeom prst="rect">
            <a:avLst/>
          </a:prstGeom>
        </p:spPr>
      </p:pic>
      <p:pic>
        <p:nvPicPr>
          <p:cNvPr id="474" name="图片 47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038185" y="4948682"/>
            <a:ext cx="311814" cy="302046"/>
          </a:xfrm>
          <a:prstGeom prst="rect">
            <a:avLst/>
          </a:prstGeom>
        </p:spPr>
      </p:pic>
      <p:sp>
        <p:nvSpPr>
          <p:cNvPr id="475" name="矩形标注 474"/>
          <p:cNvSpPr/>
          <p:nvPr/>
        </p:nvSpPr>
        <p:spPr>
          <a:xfrm>
            <a:off x="164606" y="4251051"/>
            <a:ext cx="1394162" cy="801936"/>
          </a:xfrm>
          <a:prstGeom prst="wedgeRectCallout">
            <a:avLst>
              <a:gd name="adj1" fmla="val 3464"/>
              <a:gd name="adj2" fmla="val -943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红色</a:t>
            </a:r>
            <a:r>
              <a:rPr lang="en-US" altLang="zh-CN" dirty="0" smtClean="0"/>
              <a:t>.</a:t>
            </a:r>
          </a:p>
          <a:p>
            <a:pPr algn="ctr"/>
            <a:r>
              <a:rPr lang="zh-CN" altLang="en-US" dirty="0" smtClean="0"/>
              <a:t>不合规</a:t>
            </a:r>
            <a:r>
              <a:rPr lang="en-US" altLang="zh-CN" dirty="0" smtClean="0"/>
              <a:t>.</a:t>
            </a:r>
            <a:r>
              <a:rPr lang="zh-CN" altLang="en-US" dirty="0" smtClean="0"/>
              <a:t>无解</a:t>
            </a:r>
            <a:endParaRPr lang="en-US" altLang="zh-CN" dirty="0" smtClean="0"/>
          </a:p>
          <a:p>
            <a:pPr algn="ctr"/>
            <a:r>
              <a:rPr lang="zh-CN" altLang="en-US" dirty="0" smtClean="0"/>
              <a:t>减枝</a:t>
            </a:r>
            <a:endParaRPr lang="zh-CN" altLang="en-US" dirty="0"/>
          </a:p>
        </p:txBody>
      </p:sp>
      <p:cxnSp>
        <p:nvCxnSpPr>
          <p:cNvPr id="141" name="直接箭头连接符 140"/>
          <p:cNvCxnSpPr>
            <a:stCxn id="21" idx="2"/>
            <a:endCxn id="148" idx="0"/>
          </p:cNvCxnSpPr>
          <p:nvPr/>
        </p:nvCxnSpPr>
        <p:spPr>
          <a:xfrm>
            <a:off x="4570789" y="2636912"/>
            <a:ext cx="2453319" cy="30702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8" name="矩形 147"/>
          <p:cNvSpPr/>
          <p:nvPr/>
        </p:nvSpPr>
        <p:spPr>
          <a:xfrm>
            <a:off x="6817896" y="2943939"/>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sp>
        <p:nvSpPr>
          <p:cNvPr id="154" name="矩形 153"/>
          <p:cNvSpPr/>
          <p:nvPr/>
        </p:nvSpPr>
        <p:spPr>
          <a:xfrm>
            <a:off x="7382275" y="3890288"/>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155" name="直接箭头连接符 154"/>
          <p:cNvCxnSpPr>
            <a:stCxn id="148" idx="2"/>
            <a:endCxn id="154" idx="0"/>
          </p:cNvCxnSpPr>
          <p:nvPr/>
        </p:nvCxnSpPr>
        <p:spPr>
          <a:xfrm>
            <a:off x="7024108" y="3303979"/>
            <a:ext cx="564379" cy="58630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曲线连接符 158"/>
          <p:cNvCxnSpPr>
            <a:stCxn id="154" idx="3"/>
            <a:endCxn id="148" idx="3"/>
          </p:cNvCxnSpPr>
          <p:nvPr/>
        </p:nvCxnSpPr>
        <p:spPr>
          <a:xfrm flipH="1" flipV="1">
            <a:off x="7230319" y="3123959"/>
            <a:ext cx="564379" cy="946349"/>
          </a:xfrm>
          <a:prstGeom prst="curvedConnector3">
            <a:avLst>
              <a:gd name="adj1" fmla="val -4050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曲线连接符 161"/>
          <p:cNvCxnSpPr>
            <a:stCxn id="148" idx="3"/>
            <a:endCxn id="21" idx="3"/>
          </p:cNvCxnSpPr>
          <p:nvPr/>
        </p:nvCxnSpPr>
        <p:spPr>
          <a:xfrm flipH="1" flipV="1">
            <a:off x="4894825" y="2456892"/>
            <a:ext cx="2335494" cy="667067"/>
          </a:xfrm>
          <a:prstGeom prst="curvedConnector3">
            <a:avLst>
              <a:gd name="adj1" fmla="val -9788"/>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5" name="左大括号 8198"/>
          <p:cNvSpPr>
            <a:spLocks/>
          </p:cNvSpPr>
          <p:nvPr/>
        </p:nvSpPr>
        <p:spPr bwMode="auto">
          <a:xfrm flipH="1">
            <a:off x="8671888" y="3064253"/>
            <a:ext cx="108100" cy="2787455"/>
          </a:xfrm>
          <a:prstGeom prst="leftBrace">
            <a:avLst>
              <a:gd name="adj1" fmla="val 12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endParaRPr lang="zh-CN" altLang="en-US" sz="2400"/>
          </a:p>
        </p:txBody>
      </p:sp>
      <p:sp>
        <p:nvSpPr>
          <p:cNvPr id="166" name="矩形 165"/>
          <p:cNvSpPr/>
          <p:nvPr/>
        </p:nvSpPr>
        <p:spPr>
          <a:xfrm flipH="1">
            <a:off x="8783866" y="4283888"/>
            <a:ext cx="552494" cy="390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400" dirty="0" smtClean="0"/>
              <a:t>深度</a:t>
            </a:r>
            <a:r>
              <a:rPr lang="en-US" altLang="zh-CN" sz="1400" dirty="0" smtClean="0"/>
              <a:t>4</a:t>
            </a:r>
            <a:endParaRPr lang="zh-CN" altLang="en-US" sz="1400" dirty="0"/>
          </a:p>
        </p:txBody>
      </p:sp>
      <p:sp>
        <p:nvSpPr>
          <p:cNvPr id="173" name="矩形 172"/>
          <p:cNvSpPr/>
          <p:nvPr/>
        </p:nvSpPr>
        <p:spPr>
          <a:xfrm>
            <a:off x="600089" y="3512445"/>
            <a:ext cx="390103" cy="360040"/>
          </a:xfrm>
          <a:prstGeom prst="rect">
            <a:avLst/>
          </a:prstGeom>
          <a:ln>
            <a:solidFill>
              <a:srgbClr val="FF0000"/>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sp>
        <p:nvSpPr>
          <p:cNvPr id="172" name="矩形标注 171"/>
          <p:cNvSpPr/>
          <p:nvPr/>
        </p:nvSpPr>
        <p:spPr>
          <a:xfrm>
            <a:off x="6225111" y="1584159"/>
            <a:ext cx="1456818" cy="647671"/>
          </a:xfrm>
          <a:prstGeom prst="wedgeRectCallout">
            <a:avLst>
              <a:gd name="adj1" fmla="val -148080"/>
              <a:gd name="adj2" fmla="val 100179"/>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solidFill>
                  <a:schemeClr val="tx1"/>
                </a:solidFill>
              </a:rPr>
              <a:t>回溯到根节点算法结束</a:t>
            </a:r>
            <a:endParaRPr lang="zh-CN" altLang="en-US" sz="2000" dirty="0">
              <a:solidFill>
                <a:schemeClr val="tx1"/>
              </a:solidFill>
            </a:endParaRPr>
          </a:p>
        </p:txBody>
      </p:sp>
      <p:sp>
        <p:nvSpPr>
          <p:cNvPr id="174" name="矩形 173"/>
          <p:cNvSpPr/>
          <p:nvPr/>
        </p:nvSpPr>
        <p:spPr>
          <a:xfrm>
            <a:off x="8204610" y="1896235"/>
            <a:ext cx="560084"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dirty="0" smtClean="0"/>
              <a:t>t=0</a:t>
            </a:r>
            <a:endParaRPr lang="zh-CN" altLang="en-US" dirty="0"/>
          </a:p>
        </p:txBody>
      </p:sp>
      <p:cxnSp>
        <p:nvCxnSpPr>
          <p:cNvPr id="175" name="直接箭头连接符 174"/>
          <p:cNvCxnSpPr/>
          <p:nvPr/>
        </p:nvCxnSpPr>
        <p:spPr>
          <a:xfrm>
            <a:off x="7944755" y="2076255"/>
            <a:ext cx="239477"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接箭头连接符 149"/>
          <p:cNvCxnSpPr/>
          <p:nvPr/>
        </p:nvCxnSpPr>
        <p:spPr>
          <a:xfrm flipH="1">
            <a:off x="4972926" y="5975254"/>
            <a:ext cx="378025" cy="4094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文本框 150"/>
              <p:cNvSpPr txBox="1"/>
              <p:nvPr/>
            </p:nvSpPr>
            <p:spPr>
              <a:xfrm>
                <a:off x="4583832" y="6265499"/>
                <a:ext cx="1096967" cy="338554"/>
              </a:xfrm>
              <a:prstGeom prst="rect">
                <a:avLst/>
              </a:prstGeom>
              <a:noFill/>
            </p:spPr>
            <p:txBody>
              <a:bodyPr wrap="none" rtlCol="0">
                <a:spAutoFit/>
              </a:bodyPr>
              <a:lstStyle/>
              <a:p>
                <a14:m>
                  <m:oMath xmlns:m="http://schemas.openxmlformats.org/officeDocument/2006/math">
                    <m:r>
                      <m:rPr>
                        <m:sty m:val="p"/>
                      </m:rPr>
                      <a:rPr lang="en-US" altLang="zh-CN" sz="1600" b="1" i="1" smtClean="0">
                        <a:solidFill>
                          <a:srgbClr val="0070C0"/>
                        </a:solidFill>
                        <a:latin typeface="Cambria Math" panose="02040503050406030204" pitchFamily="18" charset="0"/>
                        <a:ea typeface="楷体_GB2312" pitchFamily="49" charset="-122"/>
                      </a:rPr>
                      <m:t>t</m:t>
                    </m:r>
                    <m:r>
                      <a:rPr lang="en-US" altLang="zh-CN" sz="1600" b="0" i="0" smtClean="0">
                        <a:solidFill>
                          <a:srgbClr val="0070C0"/>
                        </a:solidFill>
                        <a:latin typeface="Cambria Math" panose="02040503050406030204" pitchFamily="18" charset="0"/>
                        <a:ea typeface="楷体_GB2312" pitchFamily="49" charset="-122"/>
                      </a:rPr>
                      <m:t>&gt;4</m:t>
                    </m:r>
                  </m:oMath>
                </a14:m>
                <a:r>
                  <a:rPr lang="en-US" altLang="zh-CN" sz="1600" dirty="0" smtClean="0"/>
                  <a:t>,</a:t>
                </a:r>
                <a:r>
                  <a:rPr lang="zh-CN" altLang="en-US" sz="1600" dirty="0" smtClean="0"/>
                  <a:t>不搜</a:t>
                </a:r>
                <a:endParaRPr lang="zh-CN" altLang="en-US" sz="1600" dirty="0"/>
              </a:p>
            </p:txBody>
          </p:sp>
        </mc:Choice>
        <mc:Fallback xmlns="">
          <p:sp>
            <p:nvSpPr>
              <p:cNvPr id="151" name="文本框 150"/>
              <p:cNvSpPr txBox="1">
                <a:spLocks noRot="1" noChangeAspect="1" noMove="1" noResize="1" noEditPoints="1" noAdjustHandles="1" noChangeArrowheads="1" noChangeShapeType="1" noTextEdit="1"/>
              </p:cNvSpPr>
              <p:nvPr/>
            </p:nvSpPr>
            <p:spPr>
              <a:xfrm>
                <a:off x="4583832" y="6265499"/>
                <a:ext cx="1096967" cy="338554"/>
              </a:xfrm>
              <a:prstGeom prst="rect">
                <a:avLst/>
              </a:prstGeom>
              <a:blipFill rotWithShape="0">
                <a:blip r:embed="rId25"/>
                <a:stretch>
                  <a:fillRect t="-7273" r="-1111" b="-23636"/>
                </a:stretch>
              </a:blipFill>
            </p:spPr>
            <p:txBody>
              <a:bodyPr/>
              <a:lstStyle/>
              <a:p>
                <a:r>
                  <a:rPr lang="zh-CN" altLang="en-US">
                    <a:noFill/>
                  </a:rPr>
                  <a:t> </a:t>
                </a:r>
              </a:p>
            </p:txBody>
          </p:sp>
        </mc:Fallback>
      </mc:AlternateContent>
      <p:cxnSp>
        <p:nvCxnSpPr>
          <p:cNvPr id="161" name="直接连接符 160"/>
          <p:cNvCxnSpPr/>
          <p:nvPr/>
        </p:nvCxnSpPr>
        <p:spPr>
          <a:xfrm>
            <a:off x="1150302" y="3447895"/>
            <a:ext cx="364036" cy="33192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H="1">
            <a:off x="1249132" y="3395935"/>
            <a:ext cx="175654" cy="38388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22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6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6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6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6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6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6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7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7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7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7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88"/>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8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93"/>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nodeType="clickEffect">
                                  <p:stCondLst>
                                    <p:cond delay="0"/>
                                  </p:stCondLst>
                                  <p:childTnLst>
                                    <p:animEffect transition="out" filter="fade">
                                      <p:cBhvr>
                                        <p:cTn id="140" dur="500"/>
                                        <p:tgtEl>
                                          <p:spTgt spid="170"/>
                                        </p:tgtEl>
                                      </p:cBhvr>
                                    </p:animEffect>
                                    <p:set>
                                      <p:cBhvr>
                                        <p:cTn id="141" dur="1" fill="hold">
                                          <p:stCondLst>
                                            <p:cond delay="499"/>
                                          </p:stCondLst>
                                        </p:cTn>
                                        <p:tgtEl>
                                          <p:spTgt spid="170"/>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227"/>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232"/>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nodeType="clickEffect">
                                  <p:stCondLst>
                                    <p:cond delay="0"/>
                                  </p:stCondLst>
                                  <p:childTnLst>
                                    <p:set>
                                      <p:cBhvr>
                                        <p:cTn id="153" dur="1" fill="hold">
                                          <p:stCondLst>
                                            <p:cond delay="0"/>
                                          </p:stCondLst>
                                        </p:cTn>
                                        <p:tgtEl>
                                          <p:spTgt spid="237"/>
                                        </p:tgtEl>
                                        <p:attrNameLst>
                                          <p:attrName>style.visibility</p:attrName>
                                        </p:attrNameLst>
                                      </p:cBhvr>
                                      <p:to>
                                        <p:strVal val="visible"/>
                                      </p:to>
                                    </p:set>
                                  </p:childTnLst>
                                </p:cTn>
                              </p:par>
                              <p:par>
                                <p:cTn id="154" presetID="1" presetClass="entr" presetSubtype="0" fill="hold" nodeType="withEffect">
                                  <p:stCondLst>
                                    <p:cond delay="0"/>
                                  </p:stCondLst>
                                  <p:childTnLst>
                                    <p:set>
                                      <p:cBhvr>
                                        <p:cTn id="155" dur="1" fill="hold">
                                          <p:stCondLst>
                                            <p:cond delay="0"/>
                                          </p:stCondLst>
                                        </p:cTn>
                                        <p:tgtEl>
                                          <p:spTgt spid="238"/>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nodeType="clickEffect">
                                  <p:stCondLst>
                                    <p:cond delay="0"/>
                                  </p:stCondLst>
                                  <p:childTnLst>
                                    <p:set>
                                      <p:cBhvr>
                                        <p:cTn id="159" dur="1" fill="hold">
                                          <p:stCondLst>
                                            <p:cond delay="0"/>
                                          </p:stCondLst>
                                        </p:cTn>
                                        <p:tgtEl>
                                          <p:spTgt spid="240"/>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nodeType="clickEffect">
                                  <p:stCondLst>
                                    <p:cond delay="0"/>
                                  </p:stCondLst>
                                  <p:childTnLst>
                                    <p:set>
                                      <p:cBhvr>
                                        <p:cTn id="163" dur="1" fill="hold">
                                          <p:stCondLst>
                                            <p:cond delay="0"/>
                                          </p:stCondLst>
                                        </p:cTn>
                                        <p:tgtEl>
                                          <p:spTgt spid="244"/>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241"/>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245"/>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246"/>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249"/>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0"/>
                                          </p:stCondLst>
                                        </p:cTn>
                                        <p:tgtEl>
                                          <p:spTgt spid="254"/>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nodeType="clickEffect">
                                  <p:stCondLst>
                                    <p:cond delay="0"/>
                                  </p:stCondLst>
                                  <p:childTnLst>
                                    <p:set>
                                      <p:cBhvr>
                                        <p:cTn id="183" dur="1" fill="hold">
                                          <p:stCondLst>
                                            <p:cond delay="0"/>
                                          </p:stCondLst>
                                        </p:cTn>
                                        <p:tgtEl>
                                          <p:spTgt spid="256"/>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251"/>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nodeType="clickEffect">
                                  <p:stCondLst>
                                    <p:cond delay="0"/>
                                  </p:stCondLst>
                                  <p:childTnLst>
                                    <p:set>
                                      <p:cBhvr>
                                        <p:cTn id="191" dur="1" fill="hold">
                                          <p:stCondLst>
                                            <p:cond delay="0"/>
                                          </p:stCondLst>
                                        </p:cTn>
                                        <p:tgtEl>
                                          <p:spTgt spid="261"/>
                                        </p:tgtEl>
                                        <p:attrNameLst>
                                          <p:attrName>style.visibility</p:attrName>
                                        </p:attrNameLst>
                                      </p:cBhvr>
                                      <p:to>
                                        <p:strVal val="visible"/>
                                      </p:to>
                                    </p:set>
                                  </p:childTnLst>
                                </p:cTn>
                              </p:par>
                              <p:par>
                                <p:cTn id="192" presetID="1" presetClass="entr" presetSubtype="0" fill="hold" nodeType="withEffect">
                                  <p:stCondLst>
                                    <p:cond delay="0"/>
                                  </p:stCondLst>
                                  <p:childTnLst>
                                    <p:set>
                                      <p:cBhvr>
                                        <p:cTn id="193" dur="1" fill="hold">
                                          <p:stCondLst>
                                            <p:cond delay="0"/>
                                          </p:stCondLst>
                                        </p:cTn>
                                        <p:tgtEl>
                                          <p:spTgt spid="262"/>
                                        </p:tgtEl>
                                        <p:attrNameLst>
                                          <p:attrName>style.visibility</p:attrName>
                                        </p:attrNameLst>
                                      </p:cBhvr>
                                      <p:to>
                                        <p:strVal val="visible"/>
                                      </p:to>
                                    </p:set>
                                  </p:childTnLst>
                                </p:cTn>
                              </p:par>
                              <p:par>
                                <p:cTn id="194" presetID="1" presetClass="entr" presetSubtype="0" fill="hold" nodeType="withEffect">
                                  <p:stCondLst>
                                    <p:cond delay="0"/>
                                  </p:stCondLst>
                                  <p:childTnLst>
                                    <p:set>
                                      <p:cBhvr>
                                        <p:cTn id="195" dur="1" fill="hold">
                                          <p:stCondLst>
                                            <p:cond delay="0"/>
                                          </p:stCondLst>
                                        </p:cTn>
                                        <p:tgtEl>
                                          <p:spTgt spid="263"/>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nodeType="clickEffect">
                                  <p:stCondLst>
                                    <p:cond delay="0"/>
                                  </p:stCondLst>
                                  <p:childTnLst>
                                    <p:set>
                                      <p:cBhvr>
                                        <p:cTn id="199" dur="1" fill="hold">
                                          <p:stCondLst>
                                            <p:cond delay="0"/>
                                          </p:stCondLst>
                                        </p:cTn>
                                        <p:tgtEl>
                                          <p:spTgt spid="264"/>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 presetClass="entr" presetSubtype="0" fill="hold" nodeType="clickEffect">
                                  <p:stCondLst>
                                    <p:cond delay="0"/>
                                  </p:stCondLst>
                                  <p:childTnLst>
                                    <p:set>
                                      <p:cBhvr>
                                        <p:cTn id="203" dur="1" fill="hold">
                                          <p:stCondLst>
                                            <p:cond delay="0"/>
                                          </p:stCondLst>
                                        </p:cTn>
                                        <p:tgtEl>
                                          <p:spTgt spid="265"/>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266"/>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nodeType="clickEffect">
                                  <p:stCondLst>
                                    <p:cond delay="0"/>
                                  </p:stCondLst>
                                  <p:childTnLst>
                                    <p:set>
                                      <p:cBhvr>
                                        <p:cTn id="209" dur="1" fill="hold">
                                          <p:stCondLst>
                                            <p:cond delay="0"/>
                                          </p:stCondLst>
                                        </p:cTn>
                                        <p:tgtEl>
                                          <p:spTgt spid="267"/>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nodeType="clickEffect">
                                  <p:stCondLst>
                                    <p:cond delay="0"/>
                                  </p:stCondLst>
                                  <p:childTnLst>
                                    <p:set>
                                      <p:cBhvr>
                                        <p:cTn id="213" dur="1" fill="hold">
                                          <p:stCondLst>
                                            <p:cond delay="0"/>
                                          </p:stCondLst>
                                        </p:cTn>
                                        <p:tgtEl>
                                          <p:spTgt spid="273"/>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nodeType="clickEffect">
                                  <p:stCondLst>
                                    <p:cond delay="0"/>
                                  </p:stCondLst>
                                  <p:childTnLst>
                                    <p:set>
                                      <p:cBhvr>
                                        <p:cTn id="217" dur="1" fill="hold">
                                          <p:stCondLst>
                                            <p:cond delay="0"/>
                                          </p:stCondLst>
                                        </p:cTn>
                                        <p:tgtEl>
                                          <p:spTgt spid="276"/>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nodeType="clickEffect">
                                  <p:stCondLst>
                                    <p:cond delay="0"/>
                                  </p:stCondLst>
                                  <p:childTnLst>
                                    <p:set>
                                      <p:cBhvr>
                                        <p:cTn id="221" dur="1" fill="hold">
                                          <p:stCondLst>
                                            <p:cond delay="0"/>
                                          </p:stCondLst>
                                        </p:cTn>
                                        <p:tgtEl>
                                          <p:spTgt spid="279"/>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1" presetClass="entr" presetSubtype="0" fill="hold" grpId="0" nodeType="clickEffect">
                                  <p:stCondLst>
                                    <p:cond delay="0"/>
                                  </p:stCondLst>
                                  <p:childTnLst>
                                    <p:set>
                                      <p:cBhvr>
                                        <p:cTn id="225" dur="1" fill="hold">
                                          <p:stCondLst>
                                            <p:cond delay="0"/>
                                          </p:stCondLst>
                                        </p:cTn>
                                        <p:tgtEl>
                                          <p:spTgt spid="288"/>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283"/>
                                        </p:tgtEl>
                                        <p:attrNameLst>
                                          <p:attrName>style.visibility</p:attrName>
                                        </p:attrNameLst>
                                      </p:cBhvr>
                                      <p:to>
                                        <p:strVal val="visible"/>
                                      </p:to>
                                    </p:set>
                                  </p:childTnLst>
                                </p:cTn>
                              </p:par>
                              <p:par>
                                <p:cTn id="230" presetID="1" presetClass="entr" presetSubtype="0" fill="hold" nodeType="withEffect">
                                  <p:stCondLst>
                                    <p:cond delay="0"/>
                                  </p:stCondLst>
                                  <p:childTnLst>
                                    <p:set>
                                      <p:cBhvr>
                                        <p:cTn id="231" dur="1" fill="hold">
                                          <p:stCondLst>
                                            <p:cond delay="0"/>
                                          </p:stCondLst>
                                        </p:cTn>
                                        <p:tgtEl>
                                          <p:spTgt spid="284"/>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1" presetClass="entr" presetSubtype="0" fill="hold" nodeType="clickEffect">
                                  <p:stCondLst>
                                    <p:cond delay="0"/>
                                  </p:stCondLst>
                                  <p:childTnLst>
                                    <p:set>
                                      <p:cBhvr>
                                        <p:cTn id="235" dur="1" fill="hold">
                                          <p:stCondLst>
                                            <p:cond delay="0"/>
                                          </p:stCondLst>
                                        </p:cTn>
                                        <p:tgtEl>
                                          <p:spTgt spid="285"/>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0" presetClass="exit" presetSubtype="0" fill="hold" nodeType="clickEffect">
                                  <p:stCondLst>
                                    <p:cond delay="0"/>
                                  </p:stCondLst>
                                  <p:childTnLst>
                                    <p:animEffect transition="out" filter="fade">
                                      <p:cBhvr>
                                        <p:cTn id="239" dur="500"/>
                                        <p:tgtEl>
                                          <p:spTgt spid="265"/>
                                        </p:tgtEl>
                                      </p:cBhvr>
                                    </p:animEffect>
                                    <p:set>
                                      <p:cBhvr>
                                        <p:cTn id="240" dur="1" fill="hold">
                                          <p:stCondLst>
                                            <p:cond delay="499"/>
                                          </p:stCondLst>
                                        </p:cTn>
                                        <p:tgtEl>
                                          <p:spTgt spid="265"/>
                                        </p:tgtEl>
                                        <p:attrNameLst>
                                          <p:attrName>style.visibility</p:attrName>
                                        </p:attrNameLst>
                                      </p:cBhvr>
                                      <p:to>
                                        <p:strVal val="hidden"/>
                                      </p:to>
                                    </p:set>
                                  </p:childTnLst>
                                </p:cTn>
                              </p:par>
                            </p:childTnLst>
                          </p:cTn>
                        </p:par>
                      </p:childTnLst>
                    </p:cTn>
                  </p:par>
                  <p:par>
                    <p:cTn id="241" fill="hold">
                      <p:stCondLst>
                        <p:cond delay="indefinite"/>
                      </p:stCondLst>
                      <p:childTnLst>
                        <p:par>
                          <p:cTn id="242" fill="hold">
                            <p:stCondLst>
                              <p:cond delay="0"/>
                            </p:stCondLst>
                            <p:childTnLst>
                              <p:par>
                                <p:cTn id="243" presetID="7" presetClass="emph" presetSubtype="2" fill="hold" nodeType="clickEffect">
                                  <p:stCondLst>
                                    <p:cond delay="0"/>
                                  </p:stCondLst>
                                  <p:childTnLst>
                                    <p:animClr clrSpc="rgb" dir="cw">
                                      <p:cBhvr>
                                        <p:cTn id="244" dur="750" fill="hold"/>
                                        <p:tgtEl>
                                          <p:spTgt spid="254"/>
                                        </p:tgtEl>
                                        <p:attrNameLst>
                                          <p:attrName>stroke.color</p:attrName>
                                        </p:attrNameLst>
                                      </p:cBhvr>
                                      <p:to>
                                        <a:srgbClr val="FF0000"/>
                                      </p:to>
                                    </p:animClr>
                                    <p:set>
                                      <p:cBhvr>
                                        <p:cTn id="245" dur="750" fill="hold"/>
                                        <p:tgtEl>
                                          <p:spTgt spid="254"/>
                                        </p:tgtEl>
                                        <p:attrNameLst>
                                          <p:attrName>stroke.on</p:attrName>
                                        </p:attrNameLst>
                                      </p:cBhvr>
                                      <p:to>
                                        <p:strVal val="true"/>
                                      </p:to>
                                    </p:set>
                                  </p:childTnLst>
                                </p:cTn>
                              </p:par>
                            </p:childTnLst>
                          </p:cTn>
                        </p:par>
                      </p:childTnLst>
                    </p:cTn>
                  </p:par>
                  <p:par>
                    <p:cTn id="246" fill="hold">
                      <p:stCondLst>
                        <p:cond delay="indefinite"/>
                      </p:stCondLst>
                      <p:childTnLst>
                        <p:par>
                          <p:cTn id="247" fill="hold">
                            <p:stCondLst>
                              <p:cond delay="0"/>
                            </p:stCondLst>
                            <p:childTnLst>
                              <p:par>
                                <p:cTn id="248" presetID="7" presetClass="emph" presetSubtype="2" fill="hold" nodeType="clickEffect">
                                  <p:stCondLst>
                                    <p:cond delay="0"/>
                                  </p:stCondLst>
                                  <p:childTnLst>
                                    <p:animClr clrSpc="rgb" dir="cw">
                                      <p:cBhvr>
                                        <p:cTn id="249" dur="750" fill="hold"/>
                                        <p:tgtEl>
                                          <p:spTgt spid="256"/>
                                        </p:tgtEl>
                                        <p:attrNameLst>
                                          <p:attrName>stroke.color</p:attrName>
                                        </p:attrNameLst>
                                      </p:cBhvr>
                                      <p:to>
                                        <a:srgbClr val="FF0000"/>
                                      </p:to>
                                    </p:animClr>
                                    <p:set>
                                      <p:cBhvr>
                                        <p:cTn id="250" dur="750" fill="hold"/>
                                        <p:tgtEl>
                                          <p:spTgt spid="256"/>
                                        </p:tgtEl>
                                        <p:attrNameLst>
                                          <p:attrName>stroke.on</p:attrName>
                                        </p:attrNameLst>
                                      </p:cBhvr>
                                      <p:to>
                                        <p:strVal val="tru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289"/>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0" presetClass="exit" presetSubtype="0" fill="hold" nodeType="clickEffect">
                                  <p:stCondLst>
                                    <p:cond delay="0"/>
                                  </p:stCondLst>
                                  <p:childTnLst>
                                    <p:animEffect transition="out" filter="fade">
                                      <p:cBhvr>
                                        <p:cTn id="258" dur="500"/>
                                        <p:tgtEl>
                                          <p:spTgt spid="244"/>
                                        </p:tgtEl>
                                      </p:cBhvr>
                                    </p:animEffect>
                                    <p:set>
                                      <p:cBhvr>
                                        <p:cTn id="259" dur="1" fill="hold">
                                          <p:stCondLst>
                                            <p:cond delay="499"/>
                                          </p:stCondLst>
                                        </p:cTn>
                                        <p:tgtEl>
                                          <p:spTgt spid="244"/>
                                        </p:tgtEl>
                                        <p:attrNameLst>
                                          <p:attrName>style.visibility</p:attrName>
                                        </p:attrNameLst>
                                      </p:cBhvr>
                                      <p:to>
                                        <p:strVal val="hidden"/>
                                      </p:to>
                                    </p:set>
                                  </p:childTnLst>
                                </p:cTn>
                              </p:par>
                            </p:childTnLst>
                          </p:cTn>
                        </p:par>
                      </p:childTnLst>
                    </p:cTn>
                  </p:par>
                  <p:par>
                    <p:cTn id="260" fill="hold">
                      <p:stCondLst>
                        <p:cond delay="indefinite"/>
                      </p:stCondLst>
                      <p:childTnLst>
                        <p:par>
                          <p:cTn id="261" fill="hold">
                            <p:stCondLst>
                              <p:cond delay="0"/>
                            </p:stCondLst>
                            <p:childTnLst>
                              <p:par>
                                <p:cTn id="262" presetID="1" presetClass="entr" presetSubtype="0" fill="hold" nodeType="clickEffect">
                                  <p:stCondLst>
                                    <p:cond delay="0"/>
                                  </p:stCondLst>
                                  <p:childTnLst>
                                    <p:set>
                                      <p:cBhvr>
                                        <p:cTn id="263" dur="1" fill="hold">
                                          <p:stCondLst>
                                            <p:cond delay="0"/>
                                          </p:stCondLst>
                                        </p:cTn>
                                        <p:tgtEl>
                                          <p:spTgt spid="295"/>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10" presetClass="exit" presetSubtype="0" fill="hold" nodeType="clickEffect">
                                  <p:stCondLst>
                                    <p:cond delay="0"/>
                                  </p:stCondLst>
                                  <p:childTnLst>
                                    <p:animEffect transition="out" filter="fade">
                                      <p:cBhvr>
                                        <p:cTn id="267" dur="500"/>
                                        <p:tgtEl>
                                          <p:spTgt spid="130"/>
                                        </p:tgtEl>
                                      </p:cBhvr>
                                    </p:animEffect>
                                    <p:set>
                                      <p:cBhvr>
                                        <p:cTn id="268" dur="1" fill="hold">
                                          <p:stCondLst>
                                            <p:cond delay="499"/>
                                          </p:stCondLst>
                                        </p:cTn>
                                        <p:tgtEl>
                                          <p:spTgt spid="130"/>
                                        </p:tgtEl>
                                        <p:attrNameLst>
                                          <p:attrName>style.visibility</p:attrName>
                                        </p:attrNameLst>
                                      </p:cBhvr>
                                      <p:to>
                                        <p:strVal val="hidden"/>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nodeType="clickEffect">
                                  <p:stCondLst>
                                    <p:cond delay="0"/>
                                  </p:stCondLst>
                                  <p:childTnLst>
                                    <p:set>
                                      <p:cBhvr>
                                        <p:cTn id="272" dur="1" fill="hold">
                                          <p:stCondLst>
                                            <p:cond delay="0"/>
                                          </p:stCondLst>
                                        </p:cTn>
                                        <p:tgtEl>
                                          <p:spTgt spid="299"/>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306"/>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nodeType="clickEffect">
                                  <p:stCondLst>
                                    <p:cond delay="0"/>
                                  </p:stCondLst>
                                  <p:childTnLst>
                                    <p:set>
                                      <p:cBhvr>
                                        <p:cTn id="280" dur="1" fill="hold">
                                          <p:stCondLst>
                                            <p:cond delay="0"/>
                                          </p:stCondLst>
                                        </p:cTn>
                                        <p:tgtEl>
                                          <p:spTgt spid="311"/>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nodeType="clickEffect">
                                  <p:stCondLst>
                                    <p:cond delay="0"/>
                                  </p:stCondLst>
                                  <p:childTnLst>
                                    <p:set>
                                      <p:cBhvr>
                                        <p:cTn id="284" dur="1" fill="hold">
                                          <p:stCondLst>
                                            <p:cond delay="0"/>
                                          </p:stCondLst>
                                        </p:cTn>
                                        <p:tgtEl>
                                          <p:spTgt spid="322"/>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presetID="1" presetClass="entr" presetSubtype="0" fill="hold" nodeType="clickEffect">
                                  <p:stCondLst>
                                    <p:cond delay="0"/>
                                  </p:stCondLst>
                                  <p:childTnLst>
                                    <p:set>
                                      <p:cBhvr>
                                        <p:cTn id="288" dur="1" fill="hold">
                                          <p:stCondLst>
                                            <p:cond delay="0"/>
                                          </p:stCondLst>
                                        </p:cTn>
                                        <p:tgtEl>
                                          <p:spTgt spid="323"/>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1" presetClass="entr" presetSubtype="0" fill="hold" nodeType="clickEffect">
                                  <p:stCondLst>
                                    <p:cond delay="0"/>
                                  </p:stCondLst>
                                  <p:childTnLst>
                                    <p:set>
                                      <p:cBhvr>
                                        <p:cTn id="292" dur="1" fill="hold">
                                          <p:stCondLst>
                                            <p:cond delay="0"/>
                                          </p:stCondLst>
                                        </p:cTn>
                                        <p:tgtEl>
                                          <p:spTgt spid="324"/>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nodeType="clickEffect">
                                  <p:stCondLst>
                                    <p:cond delay="0"/>
                                  </p:stCondLst>
                                  <p:childTnLst>
                                    <p:set>
                                      <p:cBhvr>
                                        <p:cTn id="296" dur="1" fill="hold">
                                          <p:stCondLst>
                                            <p:cond delay="0"/>
                                          </p:stCondLst>
                                        </p:cTn>
                                        <p:tgtEl>
                                          <p:spTgt spid="327"/>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 presetClass="entr" presetSubtype="0" fill="hold" nodeType="clickEffect">
                                  <p:stCondLst>
                                    <p:cond delay="0"/>
                                  </p:stCondLst>
                                  <p:childTnLst>
                                    <p:set>
                                      <p:cBhvr>
                                        <p:cTn id="300" dur="1" fill="hold">
                                          <p:stCondLst>
                                            <p:cond delay="0"/>
                                          </p:stCondLst>
                                        </p:cTn>
                                        <p:tgtEl>
                                          <p:spTgt spid="331"/>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presetID="1" presetClass="entr" presetSubtype="0" fill="hold" nodeType="clickEffect">
                                  <p:stCondLst>
                                    <p:cond delay="0"/>
                                  </p:stCondLst>
                                  <p:childTnLst>
                                    <p:set>
                                      <p:cBhvr>
                                        <p:cTn id="304" dur="1" fill="hold">
                                          <p:stCondLst>
                                            <p:cond delay="0"/>
                                          </p:stCondLst>
                                        </p:cTn>
                                        <p:tgtEl>
                                          <p:spTgt spid="335"/>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338"/>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0" nodeType="clickEffect">
                                  <p:stCondLst>
                                    <p:cond delay="0"/>
                                  </p:stCondLst>
                                  <p:childTnLst>
                                    <p:set>
                                      <p:cBhvr>
                                        <p:cTn id="310" dur="1" fill="hold">
                                          <p:stCondLst>
                                            <p:cond delay="0"/>
                                          </p:stCondLst>
                                        </p:cTn>
                                        <p:tgtEl>
                                          <p:spTgt spid="343"/>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345"/>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0"/>
                                          </p:stCondLst>
                                        </p:cTn>
                                        <p:tgtEl>
                                          <p:spTgt spid="346"/>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presetID="1" presetClass="entr" presetSubtype="0" fill="hold" nodeType="clickEffect">
                                  <p:stCondLst>
                                    <p:cond delay="0"/>
                                  </p:stCondLst>
                                  <p:childTnLst>
                                    <p:set>
                                      <p:cBhvr>
                                        <p:cTn id="320" dur="1" fill="hold">
                                          <p:stCondLst>
                                            <p:cond delay="0"/>
                                          </p:stCondLst>
                                        </p:cTn>
                                        <p:tgtEl>
                                          <p:spTgt spid="347"/>
                                        </p:tgtEl>
                                        <p:attrNameLst>
                                          <p:attrName>style.visibility</p:attrName>
                                        </p:attrNameLst>
                                      </p:cBhvr>
                                      <p:to>
                                        <p:strVal val="visible"/>
                                      </p:to>
                                    </p:set>
                                  </p:childTnLst>
                                </p:cTn>
                              </p:par>
                            </p:childTnLst>
                          </p:cTn>
                        </p:par>
                      </p:childTnLst>
                    </p:cTn>
                  </p:par>
                  <p:par>
                    <p:cTn id="321" fill="hold">
                      <p:stCondLst>
                        <p:cond delay="indefinite"/>
                      </p:stCondLst>
                      <p:childTnLst>
                        <p:par>
                          <p:cTn id="322" fill="hold">
                            <p:stCondLst>
                              <p:cond delay="0"/>
                            </p:stCondLst>
                            <p:childTnLst>
                              <p:par>
                                <p:cTn id="323" presetID="1" presetClass="entr" presetSubtype="0" fill="hold" nodeType="clickEffect">
                                  <p:stCondLst>
                                    <p:cond delay="0"/>
                                  </p:stCondLst>
                                  <p:childTnLst>
                                    <p:set>
                                      <p:cBhvr>
                                        <p:cTn id="324" dur="1" fill="hold">
                                          <p:stCondLst>
                                            <p:cond delay="0"/>
                                          </p:stCondLst>
                                        </p:cTn>
                                        <p:tgtEl>
                                          <p:spTgt spid="348"/>
                                        </p:tgtEl>
                                        <p:attrNameLst>
                                          <p:attrName>style.visibility</p:attrName>
                                        </p:attrNameLst>
                                      </p:cBhvr>
                                      <p:to>
                                        <p:strVal val="visible"/>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nodeType="clickEffect">
                                  <p:stCondLst>
                                    <p:cond delay="0"/>
                                  </p:stCondLst>
                                  <p:childTnLst>
                                    <p:set>
                                      <p:cBhvr>
                                        <p:cTn id="328" dur="1" fill="hold">
                                          <p:stCondLst>
                                            <p:cond delay="0"/>
                                          </p:stCondLst>
                                        </p:cTn>
                                        <p:tgtEl>
                                          <p:spTgt spid="350"/>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354"/>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grpId="0" nodeType="clickEffect">
                                  <p:stCondLst>
                                    <p:cond delay="0"/>
                                  </p:stCondLst>
                                  <p:childTnLst>
                                    <p:set>
                                      <p:cBhvr>
                                        <p:cTn id="334" dur="1" fill="hold">
                                          <p:stCondLst>
                                            <p:cond delay="0"/>
                                          </p:stCondLst>
                                        </p:cTn>
                                        <p:tgtEl>
                                          <p:spTgt spid="356"/>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0"/>
                                          </p:stCondLst>
                                        </p:cTn>
                                        <p:tgtEl>
                                          <p:spTgt spid="364"/>
                                        </p:tgtEl>
                                        <p:attrNameLst>
                                          <p:attrName>style.visibility</p:attrName>
                                        </p:attrNameLst>
                                      </p:cBhvr>
                                      <p:to>
                                        <p:strVal val="visible"/>
                                      </p:to>
                                    </p:set>
                                  </p:childTnLst>
                                </p:cTn>
                              </p:par>
                              <p:par>
                                <p:cTn id="337" presetID="1" presetClass="entr" presetSubtype="0" fill="hold" nodeType="withEffect">
                                  <p:stCondLst>
                                    <p:cond delay="0"/>
                                  </p:stCondLst>
                                  <p:childTnLst>
                                    <p:set>
                                      <p:cBhvr>
                                        <p:cTn id="338" dur="1" fill="hold">
                                          <p:stCondLst>
                                            <p:cond delay="0"/>
                                          </p:stCondLst>
                                        </p:cTn>
                                        <p:tgtEl>
                                          <p:spTgt spid="367"/>
                                        </p:tgtEl>
                                        <p:attrNameLst>
                                          <p:attrName>style.visibility</p:attrName>
                                        </p:attrNameLst>
                                      </p:cBhvr>
                                      <p:to>
                                        <p:strVal val="visible"/>
                                      </p:to>
                                    </p:set>
                                  </p:childTnLst>
                                </p:cTn>
                              </p:par>
                              <p:par>
                                <p:cTn id="339" presetID="1" presetClass="entr" presetSubtype="0" fill="hold" nodeType="withEffect">
                                  <p:stCondLst>
                                    <p:cond delay="0"/>
                                  </p:stCondLst>
                                  <p:childTnLst>
                                    <p:set>
                                      <p:cBhvr>
                                        <p:cTn id="340" dur="1" fill="hold">
                                          <p:stCondLst>
                                            <p:cond delay="0"/>
                                          </p:stCondLst>
                                        </p:cTn>
                                        <p:tgtEl>
                                          <p:spTgt spid="368"/>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presetID="1" presetClass="entr" presetSubtype="0" fill="hold" nodeType="clickEffect">
                                  <p:stCondLst>
                                    <p:cond delay="0"/>
                                  </p:stCondLst>
                                  <p:childTnLst>
                                    <p:set>
                                      <p:cBhvr>
                                        <p:cTn id="344" dur="1" fill="hold">
                                          <p:stCondLst>
                                            <p:cond delay="0"/>
                                          </p:stCondLst>
                                        </p:cTn>
                                        <p:tgtEl>
                                          <p:spTgt spid="371"/>
                                        </p:tgtEl>
                                        <p:attrNameLst>
                                          <p:attrName>style.visibility</p:attrName>
                                        </p:attrNameLst>
                                      </p:cBhvr>
                                      <p:to>
                                        <p:strVal val="visible"/>
                                      </p:to>
                                    </p:set>
                                  </p:childTnLst>
                                </p:cTn>
                              </p:par>
                              <p:par>
                                <p:cTn id="345" presetID="1" presetClass="entr" presetSubtype="0" fill="hold" nodeType="withEffect">
                                  <p:stCondLst>
                                    <p:cond delay="0"/>
                                  </p:stCondLst>
                                  <p:childTnLst>
                                    <p:set>
                                      <p:cBhvr>
                                        <p:cTn id="346" dur="1" fill="hold">
                                          <p:stCondLst>
                                            <p:cond delay="0"/>
                                          </p:stCondLst>
                                        </p:cTn>
                                        <p:tgtEl>
                                          <p:spTgt spid="372"/>
                                        </p:tgtEl>
                                        <p:attrNameLst>
                                          <p:attrName>style.visibility</p:attrName>
                                        </p:attrNameLst>
                                      </p:cBhvr>
                                      <p:to>
                                        <p:strVal val="visible"/>
                                      </p:to>
                                    </p:set>
                                  </p:childTnLst>
                                </p:cTn>
                              </p:par>
                              <p:par>
                                <p:cTn id="347" presetID="1" presetClass="entr" presetSubtype="0" fill="hold" nodeType="withEffect">
                                  <p:stCondLst>
                                    <p:cond delay="0"/>
                                  </p:stCondLst>
                                  <p:childTnLst>
                                    <p:set>
                                      <p:cBhvr>
                                        <p:cTn id="348" dur="1" fill="hold">
                                          <p:stCondLst>
                                            <p:cond delay="0"/>
                                          </p:stCondLst>
                                        </p:cTn>
                                        <p:tgtEl>
                                          <p:spTgt spid="373"/>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presetID="1" presetClass="entr" presetSubtype="0" fill="hold" nodeType="clickEffect">
                                  <p:stCondLst>
                                    <p:cond delay="0"/>
                                  </p:stCondLst>
                                  <p:childTnLst>
                                    <p:set>
                                      <p:cBhvr>
                                        <p:cTn id="352" dur="1" fill="hold">
                                          <p:stCondLst>
                                            <p:cond delay="0"/>
                                          </p:stCondLst>
                                        </p:cTn>
                                        <p:tgtEl>
                                          <p:spTgt spid="374"/>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presetID="1" presetClass="entr" presetSubtype="0" fill="hold" nodeType="clickEffect">
                                  <p:stCondLst>
                                    <p:cond delay="0"/>
                                  </p:stCondLst>
                                  <p:childTnLst>
                                    <p:set>
                                      <p:cBhvr>
                                        <p:cTn id="356" dur="1" fill="hold">
                                          <p:stCondLst>
                                            <p:cond delay="0"/>
                                          </p:stCondLst>
                                        </p:cTn>
                                        <p:tgtEl>
                                          <p:spTgt spid="375"/>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presetID="1" presetClass="entr" presetSubtype="0" fill="hold" nodeType="clickEffect">
                                  <p:stCondLst>
                                    <p:cond delay="0"/>
                                  </p:stCondLst>
                                  <p:childTnLst>
                                    <p:set>
                                      <p:cBhvr>
                                        <p:cTn id="360" dur="1" fill="hold">
                                          <p:stCondLst>
                                            <p:cond delay="0"/>
                                          </p:stCondLst>
                                        </p:cTn>
                                        <p:tgtEl>
                                          <p:spTgt spid="376"/>
                                        </p:tgtEl>
                                        <p:attrNameLst>
                                          <p:attrName>style.visibility</p:attrName>
                                        </p:attrNameLst>
                                      </p:cBhvr>
                                      <p:to>
                                        <p:strVal val="visible"/>
                                      </p:to>
                                    </p:set>
                                  </p:childTnLst>
                                </p:cTn>
                              </p:par>
                            </p:childTnLst>
                          </p:cTn>
                        </p:par>
                      </p:childTnLst>
                    </p:cTn>
                  </p:par>
                  <p:par>
                    <p:cTn id="361" fill="hold">
                      <p:stCondLst>
                        <p:cond delay="indefinite"/>
                      </p:stCondLst>
                      <p:childTnLst>
                        <p:par>
                          <p:cTn id="362" fill="hold">
                            <p:stCondLst>
                              <p:cond delay="0"/>
                            </p:stCondLst>
                            <p:childTnLst>
                              <p:par>
                                <p:cTn id="363" presetID="1" presetClass="entr" presetSubtype="0" fill="hold" nodeType="clickEffect">
                                  <p:stCondLst>
                                    <p:cond delay="0"/>
                                  </p:stCondLst>
                                  <p:childTnLst>
                                    <p:set>
                                      <p:cBhvr>
                                        <p:cTn id="364" dur="1" fill="hold">
                                          <p:stCondLst>
                                            <p:cond delay="0"/>
                                          </p:stCondLst>
                                        </p:cTn>
                                        <p:tgtEl>
                                          <p:spTgt spid="379"/>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presetID="1" presetClass="entr" presetSubtype="0" fill="hold" nodeType="clickEffect">
                                  <p:stCondLst>
                                    <p:cond delay="0"/>
                                  </p:stCondLst>
                                  <p:childTnLst>
                                    <p:set>
                                      <p:cBhvr>
                                        <p:cTn id="368" dur="1" fill="hold">
                                          <p:stCondLst>
                                            <p:cond delay="0"/>
                                          </p:stCondLst>
                                        </p:cTn>
                                        <p:tgtEl>
                                          <p:spTgt spid="382"/>
                                        </p:tgtEl>
                                        <p:attrNameLst>
                                          <p:attrName>style.visibility</p:attrName>
                                        </p:attrNameLst>
                                      </p:cBhvr>
                                      <p:to>
                                        <p:strVal val="visible"/>
                                      </p:to>
                                    </p:set>
                                  </p:childTnLst>
                                </p:cTn>
                              </p:par>
                              <p:par>
                                <p:cTn id="369" presetID="1" presetClass="entr" presetSubtype="0" fill="hold" nodeType="withEffect">
                                  <p:stCondLst>
                                    <p:cond delay="0"/>
                                  </p:stCondLst>
                                  <p:childTnLst>
                                    <p:set>
                                      <p:cBhvr>
                                        <p:cTn id="370" dur="1" fill="hold">
                                          <p:stCondLst>
                                            <p:cond delay="0"/>
                                          </p:stCondLst>
                                        </p:cTn>
                                        <p:tgtEl>
                                          <p:spTgt spid="385"/>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391"/>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grpId="0" nodeType="clickEffect">
                                  <p:stCondLst>
                                    <p:cond delay="0"/>
                                  </p:stCondLst>
                                  <p:childTnLst>
                                    <p:set>
                                      <p:cBhvr>
                                        <p:cTn id="378" dur="1" fill="hold">
                                          <p:stCondLst>
                                            <p:cond delay="0"/>
                                          </p:stCondLst>
                                        </p:cTn>
                                        <p:tgtEl>
                                          <p:spTgt spid="394"/>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399"/>
                                        </p:tgtEl>
                                        <p:attrNameLst>
                                          <p:attrName>style.visibility</p:attrName>
                                        </p:attrNameLst>
                                      </p:cBhvr>
                                      <p:to>
                                        <p:strVal val="visible"/>
                                      </p:to>
                                    </p:set>
                                  </p:childTnLst>
                                </p:cTn>
                              </p:par>
                              <p:par>
                                <p:cTn id="383" presetID="1" presetClass="entr" presetSubtype="0" fill="hold" nodeType="withEffect">
                                  <p:stCondLst>
                                    <p:cond delay="0"/>
                                  </p:stCondLst>
                                  <p:childTnLst>
                                    <p:set>
                                      <p:cBhvr>
                                        <p:cTn id="384" dur="1" fill="hold">
                                          <p:stCondLst>
                                            <p:cond delay="0"/>
                                          </p:stCondLst>
                                        </p:cTn>
                                        <p:tgtEl>
                                          <p:spTgt spid="400"/>
                                        </p:tgtEl>
                                        <p:attrNameLst>
                                          <p:attrName>style.visibility</p:attrName>
                                        </p:attrNameLst>
                                      </p:cBhvr>
                                      <p:to>
                                        <p:strVal val="visible"/>
                                      </p:to>
                                    </p:set>
                                  </p:childTnLst>
                                </p:cTn>
                              </p:par>
                              <p:par>
                                <p:cTn id="385" presetID="1" presetClass="entr" presetSubtype="0" fill="hold" nodeType="withEffect">
                                  <p:stCondLst>
                                    <p:cond delay="0"/>
                                  </p:stCondLst>
                                  <p:childTnLst>
                                    <p:set>
                                      <p:cBhvr>
                                        <p:cTn id="386" dur="1" fill="hold">
                                          <p:stCondLst>
                                            <p:cond delay="0"/>
                                          </p:stCondLst>
                                        </p:cTn>
                                        <p:tgtEl>
                                          <p:spTgt spid="401"/>
                                        </p:tgtEl>
                                        <p:attrNameLst>
                                          <p:attrName>style.visibility</p:attrName>
                                        </p:attrNameLst>
                                      </p:cBhvr>
                                      <p:to>
                                        <p:strVal val="visible"/>
                                      </p:to>
                                    </p:set>
                                  </p:childTnLst>
                                </p:cTn>
                              </p:par>
                              <p:par>
                                <p:cTn id="387" presetID="1" presetClass="entr" presetSubtype="0" fill="hold" nodeType="withEffect">
                                  <p:stCondLst>
                                    <p:cond delay="0"/>
                                  </p:stCondLst>
                                  <p:childTnLst>
                                    <p:set>
                                      <p:cBhvr>
                                        <p:cTn id="388" dur="1" fill="hold">
                                          <p:stCondLst>
                                            <p:cond delay="0"/>
                                          </p:stCondLst>
                                        </p:cTn>
                                        <p:tgtEl>
                                          <p:spTgt spid="402"/>
                                        </p:tgtEl>
                                        <p:attrNameLst>
                                          <p:attrName>style.visibility</p:attrName>
                                        </p:attrNameLst>
                                      </p:cBhvr>
                                      <p:to>
                                        <p:strVal val="visible"/>
                                      </p:to>
                                    </p:set>
                                  </p:childTnLst>
                                </p:cTn>
                              </p:par>
                            </p:childTnLst>
                          </p:cTn>
                        </p:par>
                      </p:childTnLst>
                    </p:cTn>
                  </p:par>
                  <p:par>
                    <p:cTn id="389" fill="hold">
                      <p:stCondLst>
                        <p:cond delay="indefinite"/>
                      </p:stCondLst>
                      <p:childTnLst>
                        <p:par>
                          <p:cTn id="390" fill="hold">
                            <p:stCondLst>
                              <p:cond delay="0"/>
                            </p:stCondLst>
                            <p:childTnLst>
                              <p:par>
                                <p:cTn id="391" presetID="1" presetClass="entr" presetSubtype="0" fill="hold" nodeType="clickEffect">
                                  <p:stCondLst>
                                    <p:cond delay="0"/>
                                  </p:stCondLst>
                                  <p:childTnLst>
                                    <p:set>
                                      <p:cBhvr>
                                        <p:cTn id="392" dur="1" fill="hold">
                                          <p:stCondLst>
                                            <p:cond delay="0"/>
                                          </p:stCondLst>
                                        </p:cTn>
                                        <p:tgtEl>
                                          <p:spTgt spid="403"/>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presetID="1" presetClass="entr" presetSubtype="0" fill="hold" nodeType="clickEffect">
                                  <p:stCondLst>
                                    <p:cond delay="0"/>
                                  </p:stCondLst>
                                  <p:childTnLst>
                                    <p:set>
                                      <p:cBhvr>
                                        <p:cTn id="396" dur="1" fill="hold">
                                          <p:stCondLst>
                                            <p:cond delay="0"/>
                                          </p:stCondLst>
                                        </p:cTn>
                                        <p:tgtEl>
                                          <p:spTgt spid="404"/>
                                        </p:tgtEl>
                                        <p:attrNameLst>
                                          <p:attrName>style.visibility</p:attrName>
                                        </p:attrNameLst>
                                      </p:cBhvr>
                                      <p:to>
                                        <p:strVal val="visible"/>
                                      </p:to>
                                    </p:set>
                                  </p:childTnLst>
                                </p:cTn>
                              </p:par>
                            </p:childTnLst>
                          </p:cTn>
                        </p:par>
                      </p:childTnLst>
                    </p:cTn>
                  </p:par>
                  <p:par>
                    <p:cTn id="397" fill="hold">
                      <p:stCondLst>
                        <p:cond delay="indefinite"/>
                      </p:stCondLst>
                      <p:childTnLst>
                        <p:par>
                          <p:cTn id="398" fill="hold">
                            <p:stCondLst>
                              <p:cond delay="0"/>
                            </p:stCondLst>
                            <p:childTnLst>
                              <p:par>
                                <p:cTn id="399" presetID="1" presetClass="entr" presetSubtype="0" fill="hold" nodeType="clickEffect">
                                  <p:stCondLst>
                                    <p:cond delay="0"/>
                                  </p:stCondLst>
                                  <p:childTnLst>
                                    <p:set>
                                      <p:cBhvr>
                                        <p:cTn id="400" dur="1" fill="hold">
                                          <p:stCondLst>
                                            <p:cond delay="0"/>
                                          </p:stCondLst>
                                        </p:cTn>
                                        <p:tgtEl>
                                          <p:spTgt spid="150"/>
                                        </p:tgtEl>
                                        <p:attrNameLst>
                                          <p:attrName>style.visibility</p:attrName>
                                        </p:attrNameLst>
                                      </p:cBhvr>
                                      <p:to>
                                        <p:strVal val="visible"/>
                                      </p:to>
                                    </p:set>
                                  </p:childTnLst>
                                </p:cTn>
                              </p:par>
                            </p:childTnLst>
                          </p:cTn>
                        </p:par>
                      </p:childTnLst>
                    </p:cTn>
                  </p:par>
                  <p:par>
                    <p:cTn id="401" fill="hold">
                      <p:stCondLst>
                        <p:cond delay="indefinite"/>
                      </p:stCondLst>
                      <p:childTnLst>
                        <p:par>
                          <p:cTn id="402" fill="hold">
                            <p:stCondLst>
                              <p:cond delay="0"/>
                            </p:stCondLst>
                            <p:childTnLst>
                              <p:par>
                                <p:cTn id="403" presetID="1" presetClass="entr" presetSubtype="0" fill="hold" grpId="0" nodeType="clickEffect">
                                  <p:stCondLst>
                                    <p:cond delay="0"/>
                                  </p:stCondLst>
                                  <p:childTnLst>
                                    <p:set>
                                      <p:cBhvr>
                                        <p:cTn id="404" dur="1" fill="hold">
                                          <p:stCondLst>
                                            <p:cond delay="0"/>
                                          </p:stCondLst>
                                        </p:cTn>
                                        <p:tgtEl>
                                          <p:spTgt spid="151"/>
                                        </p:tgtEl>
                                        <p:attrNameLst>
                                          <p:attrName>style.visibility</p:attrName>
                                        </p:attrNameLst>
                                      </p:cBhvr>
                                      <p:to>
                                        <p:strVal val="visible"/>
                                      </p:to>
                                    </p:set>
                                  </p:childTnLst>
                                </p:cTn>
                              </p:par>
                            </p:childTnLst>
                          </p:cTn>
                        </p:par>
                      </p:childTnLst>
                    </p:cTn>
                  </p:par>
                  <p:par>
                    <p:cTn id="405" fill="hold">
                      <p:stCondLst>
                        <p:cond delay="indefinite"/>
                      </p:stCondLst>
                      <p:childTnLst>
                        <p:par>
                          <p:cTn id="406" fill="hold">
                            <p:stCondLst>
                              <p:cond delay="0"/>
                            </p:stCondLst>
                            <p:childTnLst>
                              <p:par>
                                <p:cTn id="407" presetID="1" presetClass="entr" presetSubtype="0" fill="hold" grpId="0" nodeType="clickEffect">
                                  <p:stCondLst>
                                    <p:cond delay="0"/>
                                  </p:stCondLst>
                                  <p:childTnLst>
                                    <p:set>
                                      <p:cBhvr>
                                        <p:cTn id="408" dur="1" fill="hold">
                                          <p:stCondLst>
                                            <p:cond delay="0"/>
                                          </p:stCondLst>
                                        </p:cTn>
                                        <p:tgtEl>
                                          <p:spTgt spid="406"/>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presetID="1" presetClass="entr" presetSubtype="0" fill="hold" grpId="0" nodeType="clickEffect">
                                  <p:stCondLst>
                                    <p:cond delay="0"/>
                                  </p:stCondLst>
                                  <p:childTnLst>
                                    <p:set>
                                      <p:cBhvr>
                                        <p:cTn id="412" dur="1" fill="hold">
                                          <p:stCondLst>
                                            <p:cond delay="0"/>
                                          </p:stCondLst>
                                        </p:cTn>
                                        <p:tgtEl>
                                          <p:spTgt spid="166"/>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165"/>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7" presetClass="emph" presetSubtype="2" fill="hold" nodeType="clickEffect">
                                  <p:stCondLst>
                                    <p:cond delay="0"/>
                                  </p:stCondLst>
                                  <p:childTnLst>
                                    <p:animClr clrSpc="rgb" dir="cw">
                                      <p:cBhvr>
                                        <p:cTn id="418" dur="750" fill="hold"/>
                                        <p:tgtEl>
                                          <p:spTgt spid="385"/>
                                        </p:tgtEl>
                                        <p:attrNameLst>
                                          <p:attrName>stroke.color</p:attrName>
                                        </p:attrNameLst>
                                      </p:cBhvr>
                                      <p:to>
                                        <a:srgbClr val="FF0000"/>
                                      </p:to>
                                    </p:animClr>
                                    <p:set>
                                      <p:cBhvr>
                                        <p:cTn id="419" dur="750" fill="hold"/>
                                        <p:tgtEl>
                                          <p:spTgt spid="385"/>
                                        </p:tgtEl>
                                        <p:attrNameLst>
                                          <p:attrName>stroke.on</p:attrName>
                                        </p:attrNameLst>
                                      </p:cBhvr>
                                      <p:to>
                                        <p:strVal val="true"/>
                                      </p:to>
                                    </p:set>
                                  </p:childTnLst>
                                </p:cTn>
                              </p:par>
                            </p:childTnLst>
                          </p:cTn>
                        </p:par>
                      </p:childTnLst>
                    </p:cTn>
                  </p:par>
                  <p:par>
                    <p:cTn id="420" fill="hold">
                      <p:stCondLst>
                        <p:cond delay="indefinite"/>
                      </p:stCondLst>
                      <p:childTnLst>
                        <p:par>
                          <p:cTn id="421" fill="hold">
                            <p:stCondLst>
                              <p:cond delay="0"/>
                            </p:stCondLst>
                            <p:childTnLst>
                              <p:par>
                                <p:cTn id="422" presetID="1" presetClass="entr" presetSubtype="0" fill="hold" nodeType="clickEffect">
                                  <p:stCondLst>
                                    <p:cond delay="0"/>
                                  </p:stCondLst>
                                  <p:childTnLst>
                                    <p:set>
                                      <p:cBhvr>
                                        <p:cTn id="423" dur="1" fill="hold">
                                          <p:stCondLst>
                                            <p:cond delay="0"/>
                                          </p:stCondLst>
                                        </p:cTn>
                                        <p:tgtEl>
                                          <p:spTgt spid="407"/>
                                        </p:tgtEl>
                                        <p:attrNameLst>
                                          <p:attrName>style.visibility</p:attrName>
                                        </p:attrNameLst>
                                      </p:cBhvr>
                                      <p:to>
                                        <p:strVal val="visible"/>
                                      </p:to>
                                    </p:set>
                                  </p:childTnLst>
                                </p:cTn>
                              </p:par>
                            </p:childTnLst>
                          </p:cTn>
                        </p:par>
                      </p:childTnLst>
                    </p:cTn>
                  </p:par>
                  <p:par>
                    <p:cTn id="424" fill="hold">
                      <p:stCondLst>
                        <p:cond delay="indefinite"/>
                      </p:stCondLst>
                      <p:childTnLst>
                        <p:par>
                          <p:cTn id="425" fill="hold">
                            <p:stCondLst>
                              <p:cond delay="0"/>
                            </p:stCondLst>
                            <p:childTnLst>
                              <p:par>
                                <p:cTn id="426" presetID="7" presetClass="emph" presetSubtype="2" fill="hold" nodeType="clickEffect">
                                  <p:stCondLst>
                                    <p:cond delay="0"/>
                                  </p:stCondLst>
                                  <p:childTnLst>
                                    <p:animClr clrSpc="rgb" dir="cw">
                                      <p:cBhvr>
                                        <p:cTn id="427" dur="750" fill="hold"/>
                                        <p:tgtEl>
                                          <p:spTgt spid="364"/>
                                        </p:tgtEl>
                                        <p:attrNameLst>
                                          <p:attrName>stroke.color</p:attrName>
                                        </p:attrNameLst>
                                      </p:cBhvr>
                                      <p:to>
                                        <a:srgbClr val="FF0000"/>
                                      </p:to>
                                    </p:animClr>
                                    <p:set>
                                      <p:cBhvr>
                                        <p:cTn id="428" dur="750" fill="hold"/>
                                        <p:tgtEl>
                                          <p:spTgt spid="364"/>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750" fill="hold"/>
                                        <p:tgtEl>
                                          <p:spTgt spid="367"/>
                                        </p:tgtEl>
                                        <p:attrNameLst>
                                          <p:attrName>stroke.color</p:attrName>
                                        </p:attrNameLst>
                                      </p:cBhvr>
                                      <p:to>
                                        <a:srgbClr val="FF0000"/>
                                      </p:to>
                                    </p:animClr>
                                    <p:set>
                                      <p:cBhvr>
                                        <p:cTn id="431" dur="750" fill="hold"/>
                                        <p:tgtEl>
                                          <p:spTgt spid="367"/>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750" fill="hold"/>
                                        <p:tgtEl>
                                          <p:spTgt spid="368"/>
                                        </p:tgtEl>
                                        <p:attrNameLst>
                                          <p:attrName>stroke.color</p:attrName>
                                        </p:attrNameLst>
                                      </p:cBhvr>
                                      <p:to>
                                        <a:srgbClr val="FF0000"/>
                                      </p:to>
                                    </p:animClr>
                                    <p:set>
                                      <p:cBhvr>
                                        <p:cTn id="434" dur="750" fill="hold"/>
                                        <p:tgtEl>
                                          <p:spTgt spid="368"/>
                                        </p:tgtEl>
                                        <p:attrNameLst>
                                          <p:attrName>stroke.on</p:attrName>
                                        </p:attrNameLst>
                                      </p:cBhvr>
                                      <p:to>
                                        <p:strVal val="tru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410"/>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414"/>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436"/>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grpId="0" nodeType="clickEffect">
                                  <p:stCondLst>
                                    <p:cond delay="0"/>
                                  </p:stCondLst>
                                  <p:childTnLst>
                                    <p:set>
                                      <p:cBhvr>
                                        <p:cTn id="450" dur="1" fill="hold">
                                          <p:stCondLst>
                                            <p:cond delay="0"/>
                                          </p:stCondLst>
                                        </p:cTn>
                                        <p:tgtEl>
                                          <p:spTgt spid="443"/>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451"/>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grpId="0" nodeType="clickEffect">
                                  <p:stCondLst>
                                    <p:cond delay="0"/>
                                  </p:stCondLst>
                                  <p:childTnLst>
                                    <p:set>
                                      <p:cBhvr>
                                        <p:cTn id="458" dur="1" fill="hold">
                                          <p:stCondLst>
                                            <p:cond delay="0"/>
                                          </p:stCondLst>
                                        </p:cTn>
                                        <p:tgtEl>
                                          <p:spTgt spid="455"/>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458"/>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grpId="0" nodeType="clickEffect">
                                  <p:stCondLst>
                                    <p:cond delay="0"/>
                                  </p:stCondLst>
                                  <p:childTnLst>
                                    <p:set>
                                      <p:cBhvr>
                                        <p:cTn id="466" dur="1" fill="hold">
                                          <p:stCondLst>
                                            <p:cond delay="0"/>
                                          </p:stCondLst>
                                        </p:cTn>
                                        <p:tgtEl>
                                          <p:spTgt spid="459"/>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463"/>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grpId="0" nodeType="clickEffect">
                                  <p:stCondLst>
                                    <p:cond delay="0"/>
                                  </p:stCondLst>
                                  <p:childTnLst>
                                    <p:set>
                                      <p:cBhvr>
                                        <p:cTn id="474" dur="1" fill="hold">
                                          <p:stCondLst>
                                            <p:cond delay="0"/>
                                          </p:stCondLst>
                                        </p:cTn>
                                        <p:tgtEl>
                                          <p:spTgt spid="464"/>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grpId="0" nodeType="clickEffect">
                                  <p:stCondLst>
                                    <p:cond delay="0"/>
                                  </p:stCondLst>
                                  <p:childTnLst>
                                    <p:set>
                                      <p:cBhvr>
                                        <p:cTn id="478" dur="1" fill="hold">
                                          <p:stCondLst>
                                            <p:cond delay="0"/>
                                          </p:stCondLst>
                                        </p:cTn>
                                        <p:tgtEl>
                                          <p:spTgt spid="467"/>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471"/>
                                        </p:tgtEl>
                                        <p:attrNameLst>
                                          <p:attrName>style.visibility</p:attrName>
                                        </p:attrNameLst>
                                      </p:cBhvr>
                                      <p:to>
                                        <p:strVal val="visible"/>
                                      </p:to>
                                    </p:set>
                                  </p:childTnLst>
                                </p:cTn>
                              </p:par>
                              <p:par>
                                <p:cTn id="483" presetID="1" presetClass="entr" presetSubtype="0" fill="hold" nodeType="withEffect">
                                  <p:stCondLst>
                                    <p:cond delay="0"/>
                                  </p:stCondLst>
                                  <p:childTnLst>
                                    <p:set>
                                      <p:cBhvr>
                                        <p:cTn id="484" dur="1" fill="hold">
                                          <p:stCondLst>
                                            <p:cond delay="0"/>
                                          </p:stCondLst>
                                        </p:cTn>
                                        <p:tgtEl>
                                          <p:spTgt spid="472"/>
                                        </p:tgtEl>
                                        <p:attrNameLst>
                                          <p:attrName>style.visibility</p:attrName>
                                        </p:attrNameLst>
                                      </p:cBhvr>
                                      <p:to>
                                        <p:strVal val="visible"/>
                                      </p:to>
                                    </p:set>
                                  </p:childTnLst>
                                </p:cTn>
                              </p:par>
                              <p:par>
                                <p:cTn id="485" presetID="1" presetClass="entr" presetSubtype="0" fill="hold" nodeType="withEffect">
                                  <p:stCondLst>
                                    <p:cond delay="0"/>
                                  </p:stCondLst>
                                  <p:childTnLst>
                                    <p:set>
                                      <p:cBhvr>
                                        <p:cTn id="486" dur="1" fill="hold">
                                          <p:stCondLst>
                                            <p:cond delay="0"/>
                                          </p:stCondLst>
                                        </p:cTn>
                                        <p:tgtEl>
                                          <p:spTgt spid="473"/>
                                        </p:tgtEl>
                                        <p:attrNameLst>
                                          <p:attrName>style.visibility</p:attrName>
                                        </p:attrNameLst>
                                      </p:cBhvr>
                                      <p:to>
                                        <p:strVal val="visible"/>
                                      </p:to>
                                    </p:set>
                                  </p:childTnLst>
                                </p:cTn>
                              </p:par>
                              <p:par>
                                <p:cTn id="487" presetID="1" presetClass="entr" presetSubtype="0" fill="hold" nodeType="withEffect">
                                  <p:stCondLst>
                                    <p:cond delay="0"/>
                                  </p:stCondLst>
                                  <p:childTnLst>
                                    <p:set>
                                      <p:cBhvr>
                                        <p:cTn id="488" dur="1" fill="hold">
                                          <p:stCondLst>
                                            <p:cond delay="0"/>
                                          </p:stCondLst>
                                        </p:cTn>
                                        <p:tgtEl>
                                          <p:spTgt spid="474"/>
                                        </p:tgtEl>
                                        <p:attrNameLst>
                                          <p:attrName>style.visibility</p:attrName>
                                        </p:attrNameLst>
                                      </p:cBhvr>
                                      <p:to>
                                        <p:strVal val="visible"/>
                                      </p:to>
                                    </p:set>
                                  </p:childTnLst>
                                </p:cTn>
                              </p:par>
                            </p:childTnLst>
                          </p:cTn>
                        </p:par>
                      </p:childTnLst>
                    </p:cTn>
                  </p:par>
                  <p:par>
                    <p:cTn id="489" fill="hold">
                      <p:stCondLst>
                        <p:cond delay="indefinite"/>
                      </p:stCondLst>
                      <p:childTnLst>
                        <p:par>
                          <p:cTn id="490" fill="hold">
                            <p:stCondLst>
                              <p:cond delay="0"/>
                            </p:stCondLst>
                            <p:childTnLst>
                              <p:par>
                                <p:cTn id="491" presetID="1" presetClass="entr" presetSubtype="0" fill="hold" nodeType="clickEffect">
                                  <p:stCondLst>
                                    <p:cond delay="0"/>
                                  </p:stCondLst>
                                  <p:childTnLst>
                                    <p:set>
                                      <p:cBhvr>
                                        <p:cTn id="492" dur="1" fill="hold">
                                          <p:stCondLst>
                                            <p:cond delay="0"/>
                                          </p:stCondLst>
                                        </p:cTn>
                                        <p:tgtEl>
                                          <p:spTgt spid="141"/>
                                        </p:tgtEl>
                                        <p:attrNameLst>
                                          <p:attrName>style.visibility</p:attrName>
                                        </p:attrNameLst>
                                      </p:cBhvr>
                                      <p:to>
                                        <p:strVal val="visible"/>
                                      </p:to>
                                    </p:set>
                                  </p:childTnLst>
                                </p:cTn>
                              </p:par>
                            </p:childTnLst>
                          </p:cTn>
                        </p:par>
                      </p:childTnLst>
                    </p:cTn>
                  </p:par>
                  <p:par>
                    <p:cTn id="493" fill="hold">
                      <p:stCondLst>
                        <p:cond delay="indefinite"/>
                      </p:stCondLst>
                      <p:childTnLst>
                        <p:par>
                          <p:cTn id="494" fill="hold">
                            <p:stCondLst>
                              <p:cond delay="0"/>
                            </p:stCondLst>
                            <p:childTnLst>
                              <p:par>
                                <p:cTn id="495" presetID="1" presetClass="entr" presetSubtype="0" fill="hold" grpId="0" nodeType="clickEffect">
                                  <p:stCondLst>
                                    <p:cond delay="0"/>
                                  </p:stCondLst>
                                  <p:childTnLst>
                                    <p:set>
                                      <p:cBhvr>
                                        <p:cTn id="496" dur="1" fill="hold">
                                          <p:stCondLst>
                                            <p:cond delay="0"/>
                                          </p:stCondLst>
                                        </p:cTn>
                                        <p:tgtEl>
                                          <p:spTgt spid="148"/>
                                        </p:tgtEl>
                                        <p:attrNameLst>
                                          <p:attrName>style.visibility</p:attrName>
                                        </p:attrNameLst>
                                      </p:cBhvr>
                                      <p:to>
                                        <p:strVal val="visible"/>
                                      </p:to>
                                    </p:set>
                                  </p:childTnLst>
                                </p:cTn>
                              </p:par>
                            </p:childTnLst>
                          </p:cTn>
                        </p:par>
                      </p:childTnLst>
                    </p:cTn>
                  </p:par>
                  <p:par>
                    <p:cTn id="497" fill="hold">
                      <p:stCondLst>
                        <p:cond delay="indefinite"/>
                      </p:stCondLst>
                      <p:childTnLst>
                        <p:par>
                          <p:cTn id="498" fill="hold">
                            <p:stCondLst>
                              <p:cond delay="0"/>
                            </p:stCondLst>
                            <p:childTnLst>
                              <p:par>
                                <p:cTn id="499" presetID="1" presetClass="entr" presetSubtype="0" fill="hold" nodeType="clickEffect">
                                  <p:stCondLst>
                                    <p:cond delay="0"/>
                                  </p:stCondLst>
                                  <p:childTnLst>
                                    <p:set>
                                      <p:cBhvr>
                                        <p:cTn id="500" dur="1" fill="hold">
                                          <p:stCondLst>
                                            <p:cond delay="0"/>
                                          </p:stCondLst>
                                        </p:cTn>
                                        <p:tgtEl>
                                          <p:spTgt spid="155"/>
                                        </p:tgtEl>
                                        <p:attrNameLst>
                                          <p:attrName>style.visibility</p:attrName>
                                        </p:attrNameLst>
                                      </p:cBhvr>
                                      <p:to>
                                        <p:strVal val="visible"/>
                                      </p:to>
                                    </p:set>
                                  </p:childTnLst>
                                </p:cTn>
                              </p:par>
                            </p:childTnLst>
                          </p:cTn>
                        </p:par>
                      </p:childTnLst>
                    </p:cTn>
                  </p:par>
                  <p:par>
                    <p:cTn id="501" fill="hold">
                      <p:stCondLst>
                        <p:cond delay="indefinite"/>
                      </p:stCondLst>
                      <p:childTnLst>
                        <p:par>
                          <p:cTn id="502" fill="hold">
                            <p:stCondLst>
                              <p:cond delay="0"/>
                            </p:stCondLst>
                            <p:childTnLst>
                              <p:par>
                                <p:cTn id="503" presetID="1" presetClass="entr" presetSubtype="0" fill="hold" grpId="0" nodeType="clickEffect">
                                  <p:stCondLst>
                                    <p:cond delay="0"/>
                                  </p:stCondLst>
                                  <p:childTnLst>
                                    <p:set>
                                      <p:cBhvr>
                                        <p:cTn id="504" dur="1" fill="hold">
                                          <p:stCondLst>
                                            <p:cond delay="0"/>
                                          </p:stCondLst>
                                        </p:cTn>
                                        <p:tgtEl>
                                          <p:spTgt spid="154"/>
                                        </p:tgtEl>
                                        <p:attrNameLst>
                                          <p:attrName>style.visibility</p:attrName>
                                        </p:attrNameLst>
                                      </p:cBhvr>
                                      <p:to>
                                        <p:strVal val="visible"/>
                                      </p:to>
                                    </p:set>
                                  </p:childTnLst>
                                </p:cTn>
                              </p:par>
                            </p:childTnLst>
                          </p:cTn>
                        </p:par>
                      </p:childTnLst>
                    </p:cTn>
                  </p:par>
                  <p:par>
                    <p:cTn id="505" fill="hold">
                      <p:stCondLst>
                        <p:cond delay="indefinite"/>
                      </p:stCondLst>
                      <p:childTnLst>
                        <p:par>
                          <p:cTn id="506" fill="hold">
                            <p:stCondLst>
                              <p:cond delay="0"/>
                            </p:stCondLst>
                            <p:childTnLst>
                              <p:par>
                                <p:cTn id="507" presetID="1" presetClass="entr" presetSubtype="0" fill="hold" nodeType="clickEffect">
                                  <p:stCondLst>
                                    <p:cond delay="0"/>
                                  </p:stCondLst>
                                  <p:childTnLst>
                                    <p:set>
                                      <p:cBhvr>
                                        <p:cTn id="508" dur="1" fill="hold">
                                          <p:stCondLst>
                                            <p:cond delay="0"/>
                                          </p:stCondLst>
                                        </p:cTn>
                                        <p:tgtEl>
                                          <p:spTgt spid="159"/>
                                        </p:tgtEl>
                                        <p:attrNameLst>
                                          <p:attrName>style.visibility</p:attrName>
                                        </p:attrNameLst>
                                      </p:cBhvr>
                                      <p:to>
                                        <p:strVal val="visible"/>
                                      </p:to>
                                    </p:set>
                                  </p:childTnLst>
                                </p:cTn>
                              </p:par>
                            </p:childTnLst>
                          </p:cTn>
                        </p:par>
                      </p:childTnLst>
                    </p:cTn>
                  </p:par>
                  <p:par>
                    <p:cTn id="509" fill="hold">
                      <p:stCondLst>
                        <p:cond delay="indefinite"/>
                      </p:stCondLst>
                      <p:childTnLst>
                        <p:par>
                          <p:cTn id="510" fill="hold">
                            <p:stCondLst>
                              <p:cond delay="0"/>
                            </p:stCondLst>
                            <p:childTnLst>
                              <p:par>
                                <p:cTn id="511" presetID="1" presetClass="entr" presetSubtype="0" fill="hold" nodeType="clickEffect">
                                  <p:stCondLst>
                                    <p:cond delay="0"/>
                                  </p:stCondLst>
                                  <p:childTnLst>
                                    <p:set>
                                      <p:cBhvr>
                                        <p:cTn id="512" dur="1" fill="hold">
                                          <p:stCondLst>
                                            <p:cond delay="0"/>
                                          </p:stCondLst>
                                        </p:cTn>
                                        <p:tgtEl>
                                          <p:spTgt spid="162"/>
                                        </p:tgtEl>
                                        <p:attrNameLst>
                                          <p:attrName>style.visibility</p:attrName>
                                        </p:attrNameLst>
                                      </p:cBhvr>
                                      <p:to>
                                        <p:strVal val="visible"/>
                                      </p:to>
                                    </p:set>
                                  </p:childTnLst>
                                </p:cTn>
                              </p:par>
                            </p:childTnLst>
                          </p:cTn>
                        </p:par>
                      </p:childTnLst>
                    </p:cTn>
                  </p:par>
                  <p:par>
                    <p:cTn id="513" fill="hold">
                      <p:stCondLst>
                        <p:cond delay="indefinite"/>
                      </p:stCondLst>
                      <p:childTnLst>
                        <p:par>
                          <p:cTn id="514" fill="hold">
                            <p:stCondLst>
                              <p:cond delay="0"/>
                            </p:stCondLst>
                            <p:childTnLst>
                              <p:par>
                                <p:cTn id="515" presetID="1" presetClass="entr" presetSubtype="0" fill="hold" grpId="0" nodeType="clickEffect">
                                  <p:stCondLst>
                                    <p:cond delay="0"/>
                                  </p:stCondLst>
                                  <p:childTnLst>
                                    <p:set>
                                      <p:cBhvr>
                                        <p:cTn id="516" dur="1" fill="hold">
                                          <p:stCondLst>
                                            <p:cond delay="0"/>
                                          </p:stCondLst>
                                        </p:cTn>
                                        <p:tgtEl>
                                          <p:spTgt spid="172"/>
                                        </p:tgtEl>
                                        <p:attrNameLst>
                                          <p:attrName>style.visibility</p:attrName>
                                        </p:attrNameLst>
                                      </p:cBhvr>
                                      <p:to>
                                        <p:strVal val="visible"/>
                                      </p:to>
                                    </p:set>
                                  </p:childTnLst>
                                </p:cTn>
                              </p:par>
                            </p:childTnLst>
                          </p:cTn>
                        </p:par>
                      </p:childTnLst>
                    </p:cTn>
                  </p:par>
                  <p:par>
                    <p:cTn id="517" fill="hold">
                      <p:stCondLst>
                        <p:cond delay="indefinite"/>
                      </p:stCondLst>
                      <p:childTnLst>
                        <p:par>
                          <p:cTn id="518" fill="hold">
                            <p:stCondLst>
                              <p:cond delay="0"/>
                            </p:stCondLst>
                            <p:childTnLst>
                              <p:par>
                                <p:cTn id="519" presetID="1" presetClass="entr" presetSubtype="0" fill="hold" nodeType="clickEffect">
                                  <p:stCondLst>
                                    <p:cond delay="0"/>
                                  </p:stCondLst>
                                  <p:childTnLst>
                                    <p:set>
                                      <p:cBhvr>
                                        <p:cTn id="5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21" fill="hold">
                      <p:stCondLst>
                        <p:cond delay="indefinite"/>
                      </p:stCondLst>
                      <p:childTnLst>
                        <p:par>
                          <p:cTn id="522" fill="hold">
                            <p:stCondLst>
                              <p:cond delay="0"/>
                            </p:stCondLst>
                            <p:childTnLst>
                              <p:par>
                                <p:cTn id="523" presetID="10" presetClass="exit" presetSubtype="0" fill="hold" nodeType="clickEffect">
                                  <p:stCondLst>
                                    <p:cond delay="0"/>
                                  </p:stCondLst>
                                  <p:childTnLst>
                                    <p:animEffect transition="out" filter="fade">
                                      <p:cBhvr>
                                        <p:cTn id="524" dur="500"/>
                                        <p:tgtEl>
                                          <p:spTgt spid="78"/>
                                        </p:tgtEl>
                                      </p:cBhvr>
                                    </p:animEffect>
                                    <p:set>
                                      <p:cBhvr>
                                        <p:cTn id="525" dur="1" fill="hold">
                                          <p:stCondLst>
                                            <p:cond delay="499"/>
                                          </p:stCondLst>
                                        </p:cTn>
                                        <p:tgtEl>
                                          <p:spTgt spid="78"/>
                                        </p:tgtEl>
                                        <p:attrNameLst>
                                          <p:attrName>style.visibility</p:attrName>
                                        </p:attrNameLst>
                                      </p:cBhvr>
                                      <p:to>
                                        <p:strVal val="hidden"/>
                                      </p:to>
                                    </p:set>
                                  </p:childTnLst>
                                </p:cTn>
                              </p:par>
                              <p:par>
                                <p:cTn id="526" presetID="10" presetClass="exit" presetSubtype="0" fill="hold" nodeType="withEffect">
                                  <p:stCondLst>
                                    <p:cond delay="0"/>
                                  </p:stCondLst>
                                  <p:childTnLst>
                                    <p:animEffect transition="out" filter="fade">
                                      <p:cBhvr>
                                        <p:cTn id="527" dur="500"/>
                                        <p:tgtEl>
                                          <p:spTgt spid="121"/>
                                        </p:tgtEl>
                                      </p:cBhvr>
                                    </p:animEffect>
                                    <p:set>
                                      <p:cBhvr>
                                        <p:cTn id="528" dur="1" fill="hold">
                                          <p:stCondLst>
                                            <p:cond delay="499"/>
                                          </p:stCondLst>
                                        </p:cTn>
                                        <p:tgtEl>
                                          <p:spTgt spid="121"/>
                                        </p:tgtEl>
                                        <p:attrNameLst>
                                          <p:attrName>style.visibility</p:attrName>
                                        </p:attrNameLst>
                                      </p:cBhvr>
                                      <p:to>
                                        <p:strVal val="hidden"/>
                                      </p:to>
                                    </p:set>
                                  </p:childTnLst>
                                </p:cTn>
                              </p:par>
                              <p:par>
                                <p:cTn id="529" presetID="10" presetClass="exit" presetSubtype="0" fill="hold" nodeType="withEffect">
                                  <p:stCondLst>
                                    <p:cond delay="0"/>
                                  </p:stCondLst>
                                  <p:childTnLst>
                                    <p:animEffect transition="out" filter="fade">
                                      <p:cBhvr>
                                        <p:cTn id="530" dur="500"/>
                                        <p:tgtEl>
                                          <p:spTgt spid="125"/>
                                        </p:tgtEl>
                                      </p:cBhvr>
                                    </p:animEffect>
                                    <p:set>
                                      <p:cBhvr>
                                        <p:cTn id="531" dur="1" fill="hold">
                                          <p:stCondLst>
                                            <p:cond delay="499"/>
                                          </p:stCondLst>
                                        </p:cTn>
                                        <p:tgtEl>
                                          <p:spTgt spid="125"/>
                                        </p:tgtEl>
                                        <p:attrNameLst>
                                          <p:attrName>style.visibility</p:attrName>
                                        </p:attrNameLst>
                                      </p:cBhvr>
                                      <p:to>
                                        <p:strVal val="hidden"/>
                                      </p:to>
                                    </p:set>
                                  </p:childTnLst>
                                </p:cTn>
                              </p:par>
                              <p:par>
                                <p:cTn id="532" presetID="10" presetClass="exit" presetSubtype="0" fill="hold" nodeType="withEffect">
                                  <p:stCondLst>
                                    <p:cond delay="0"/>
                                  </p:stCondLst>
                                  <p:childTnLst>
                                    <p:animEffect transition="out" filter="fade">
                                      <p:cBhvr>
                                        <p:cTn id="533" dur="500"/>
                                        <p:tgtEl>
                                          <p:spTgt spid="167"/>
                                        </p:tgtEl>
                                      </p:cBhvr>
                                    </p:animEffect>
                                    <p:set>
                                      <p:cBhvr>
                                        <p:cTn id="534" dur="1" fill="hold">
                                          <p:stCondLst>
                                            <p:cond delay="499"/>
                                          </p:stCondLst>
                                        </p:cTn>
                                        <p:tgtEl>
                                          <p:spTgt spid="167"/>
                                        </p:tgtEl>
                                        <p:attrNameLst>
                                          <p:attrName>style.visibility</p:attrName>
                                        </p:attrNameLst>
                                      </p:cBhvr>
                                      <p:to>
                                        <p:strVal val="hidden"/>
                                      </p:to>
                                    </p:set>
                                  </p:childTnLst>
                                </p:cTn>
                              </p:par>
                              <p:par>
                                <p:cTn id="535" presetID="10" presetClass="exit" presetSubtype="0" fill="hold" nodeType="withEffect">
                                  <p:stCondLst>
                                    <p:cond delay="0"/>
                                  </p:stCondLst>
                                  <p:childTnLst>
                                    <p:animEffect transition="out" filter="fade">
                                      <p:cBhvr>
                                        <p:cTn id="536" dur="500"/>
                                        <p:tgtEl>
                                          <p:spTgt spid="168"/>
                                        </p:tgtEl>
                                      </p:cBhvr>
                                    </p:animEffect>
                                    <p:set>
                                      <p:cBhvr>
                                        <p:cTn id="537" dur="1" fill="hold">
                                          <p:stCondLst>
                                            <p:cond delay="499"/>
                                          </p:stCondLst>
                                        </p:cTn>
                                        <p:tgtEl>
                                          <p:spTgt spid="168"/>
                                        </p:tgtEl>
                                        <p:attrNameLst>
                                          <p:attrName>style.visibility</p:attrName>
                                        </p:attrNameLst>
                                      </p:cBhvr>
                                      <p:to>
                                        <p:strVal val="hidden"/>
                                      </p:to>
                                    </p:set>
                                  </p:childTnLst>
                                </p:cTn>
                              </p:par>
                              <p:par>
                                <p:cTn id="538" presetID="10" presetClass="exit" presetSubtype="0" fill="hold" nodeType="withEffect">
                                  <p:stCondLst>
                                    <p:cond delay="0"/>
                                  </p:stCondLst>
                                  <p:childTnLst>
                                    <p:animEffect transition="out" filter="fade">
                                      <p:cBhvr>
                                        <p:cTn id="539" dur="500"/>
                                        <p:tgtEl>
                                          <p:spTgt spid="169"/>
                                        </p:tgtEl>
                                      </p:cBhvr>
                                    </p:animEffect>
                                    <p:set>
                                      <p:cBhvr>
                                        <p:cTn id="540" dur="1" fill="hold">
                                          <p:stCondLst>
                                            <p:cond delay="499"/>
                                          </p:stCondLst>
                                        </p:cTn>
                                        <p:tgtEl>
                                          <p:spTgt spid="169"/>
                                        </p:tgtEl>
                                        <p:attrNameLst>
                                          <p:attrName>style.visibility</p:attrName>
                                        </p:attrNameLst>
                                      </p:cBhvr>
                                      <p:to>
                                        <p:strVal val="hidden"/>
                                      </p:to>
                                    </p:set>
                                  </p:childTnLst>
                                </p:cTn>
                              </p:par>
                              <p:par>
                                <p:cTn id="541" presetID="10" presetClass="exit" presetSubtype="0" fill="hold" nodeType="withEffect">
                                  <p:stCondLst>
                                    <p:cond delay="0"/>
                                  </p:stCondLst>
                                  <p:childTnLst>
                                    <p:animEffect transition="out" filter="fade">
                                      <p:cBhvr>
                                        <p:cTn id="542" dur="500"/>
                                        <p:tgtEl>
                                          <p:spTgt spid="237"/>
                                        </p:tgtEl>
                                      </p:cBhvr>
                                    </p:animEffect>
                                    <p:set>
                                      <p:cBhvr>
                                        <p:cTn id="543" dur="1" fill="hold">
                                          <p:stCondLst>
                                            <p:cond delay="499"/>
                                          </p:stCondLst>
                                        </p:cTn>
                                        <p:tgtEl>
                                          <p:spTgt spid="237"/>
                                        </p:tgtEl>
                                        <p:attrNameLst>
                                          <p:attrName>style.visibility</p:attrName>
                                        </p:attrNameLst>
                                      </p:cBhvr>
                                      <p:to>
                                        <p:strVal val="hidden"/>
                                      </p:to>
                                    </p:set>
                                  </p:childTnLst>
                                </p:cTn>
                              </p:par>
                              <p:par>
                                <p:cTn id="544" presetID="10" presetClass="exit" presetSubtype="0" fill="hold" nodeType="withEffect">
                                  <p:stCondLst>
                                    <p:cond delay="0"/>
                                  </p:stCondLst>
                                  <p:childTnLst>
                                    <p:animEffect transition="out" filter="fade">
                                      <p:cBhvr>
                                        <p:cTn id="545" dur="500"/>
                                        <p:tgtEl>
                                          <p:spTgt spid="238"/>
                                        </p:tgtEl>
                                      </p:cBhvr>
                                    </p:animEffect>
                                    <p:set>
                                      <p:cBhvr>
                                        <p:cTn id="546" dur="1" fill="hold">
                                          <p:stCondLst>
                                            <p:cond delay="499"/>
                                          </p:stCondLst>
                                        </p:cTn>
                                        <p:tgtEl>
                                          <p:spTgt spid="238"/>
                                        </p:tgtEl>
                                        <p:attrNameLst>
                                          <p:attrName>style.visibility</p:attrName>
                                        </p:attrNameLst>
                                      </p:cBhvr>
                                      <p:to>
                                        <p:strVal val="hidden"/>
                                      </p:to>
                                    </p:set>
                                  </p:childTnLst>
                                </p:cTn>
                              </p:par>
                              <p:par>
                                <p:cTn id="547" presetID="10" presetClass="exit" presetSubtype="0" fill="hold" nodeType="withEffect">
                                  <p:stCondLst>
                                    <p:cond delay="0"/>
                                  </p:stCondLst>
                                  <p:childTnLst>
                                    <p:animEffect transition="out" filter="fade">
                                      <p:cBhvr>
                                        <p:cTn id="548" dur="500"/>
                                        <p:tgtEl>
                                          <p:spTgt spid="261"/>
                                        </p:tgtEl>
                                      </p:cBhvr>
                                    </p:animEffect>
                                    <p:set>
                                      <p:cBhvr>
                                        <p:cTn id="549" dur="1" fill="hold">
                                          <p:stCondLst>
                                            <p:cond delay="499"/>
                                          </p:stCondLst>
                                        </p:cTn>
                                        <p:tgtEl>
                                          <p:spTgt spid="261"/>
                                        </p:tgtEl>
                                        <p:attrNameLst>
                                          <p:attrName>style.visibility</p:attrName>
                                        </p:attrNameLst>
                                      </p:cBhvr>
                                      <p:to>
                                        <p:strVal val="hidden"/>
                                      </p:to>
                                    </p:set>
                                  </p:childTnLst>
                                </p:cTn>
                              </p:par>
                              <p:par>
                                <p:cTn id="550" presetID="10" presetClass="exit" presetSubtype="0" fill="hold" nodeType="withEffect">
                                  <p:stCondLst>
                                    <p:cond delay="0"/>
                                  </p:stCondLst>
                                  <p:childTnLst>
                                    <p:animEffect transition="out" filter="fade">
                                      <p:cBhvr>
                                        <p:cTn id="551" dur="500"/>
                                        <p:tgtEl>
                                          <p:spTgt spid="262"/>
                                        </p:tgtEl>
                                      </p:cBhvr>
                                    </p:animEffect>
                                    <p:set>
                                      <p:cBhvr>
                                        <p:cTn id="552" dur="1" fill="hold">
                                          <p:stCondLst>
                                            <p:cond delay="499"/>
                                          </p:stCondLst>
                                        </p:cTn>
                                        <p:tgtEl>
                                          <p:spTgt spid="262"/>
                                        </p:tgtEl>
                                        <p:attrNameLst>
                                          <p:attrName>style.visibility</p:attrName>
                                        </p:attrNameLst>
                                      </p:cBhvr>
                                      <p:to>
                                        <p:strVal val="hidden"/>
                                      </p:to>
                                    </p:set>
                                  </p:childTnLst>
                                </p:cTn>
                              </p:par>
                              <p:par>
                                <p:cTn id="553" presetID="10" presetClass="exit" presetSubtype="0" fill="hold" nodeType="withEffect">
                                  <p:stCondLst>
                                    <p:cond delay="0"/>
                                  </p:stCondLst>
                                  <p:childTnLst>
                                    <p:animEffect transition="out" filter="fade">
                                      <p:cBhvr>
                                        <p:cTn id="554" dur="500"/>
                                        <p:tgtEl>
                                          <p:spTgt spid="263"/>
                                        </p:tgtEl>
                                      </p:cBhvr>
                                    </p:animEffect>
                                    <p:set>
                                      <p:cBhvr>
                                        <p:cTn id="555" dur="1" fill="hold">
                                          <p:stCondLst>
                                            <p:cond delay="499"/>
                                          </p:stCondLst>
                                        </p:cTn>
                                        <p:tgtEl>
                                          <p:spTgt spid="263"/>
                                        </p:tgtEl>
                                        <p:attrNameLst>
                                          <p:attrName>style.visibility</p:attrName>
                                        </p:attrNameLst>
                                      </p:cBhvr>
                                      <p:to>
                                        <p:strVal val="hidden"/>
                                      </p:to>
                                    </p:set>
                                  </p:childTnLst>
                                </p:cTn>
                              </p:par>
                              <p:par>
                                <p:cTn id="556" presetID="10" presetClass="exit" presetSubtype="0" fill="hold" nodeType="withEffect">
                                  <p:stCondLst>
                                    <p:cond delay="0"/>
                                  </p:stCondLst>
                                  <p:childTnLst>
                                    <p:animEffect transition="out" filter="fade">
                                      <p:cBhvr>
                                        <p:cTn id="557" dur="500"/>
                                        <p:tgtEl>
                                          <p:spTgt spid="264"/>
                                        </p:tgtEl>
                                      </p:cBhvr>
                                    </p:animEffect>
                                    <p:set>
                                      <p:cBhvr>
                                        <p:cTn id="558" dur="1" fill="hold">
                                          <p:stCondLst>
                                            <p:cond delay="499"/>
                                          </p:stCondLst>
                                        </p:cTn>
                                        <p:tgtEl>
                                          <p:spTgt spid="264"/>
                                        </p:tgtEl>
                                        <p:attrNameLst>
                                          <p:attrName>style.visibility</p:attrName>
                                        </p:attrNameLst>
                                      </p:cBhvr>
                                      <p:to>
                                        <p:strVal val="hidden"/>
                                      </p:to>
                                    </p:set>
                                  </p:childTnLst>
                                </p:cTn>
                              </p:par>
                              <p:par>
                                <p:cTn id="559" presetID="10" presetClass="exit" presetSubtype="0" fill="hold" nodeType="withEffect">
                                  <p:stCondLst>
                                    <p:cond delay="0"/>
                                  </p:stCondLst>
                                  <p:childTnLst>
                                    <p:animEffect transition="out" filter="fade">
                                      <p:cBhvr>
                                        <p:cTn id="560" dur="500"/>
                                        <p:tgtEl>
                                          <p:spTgt spid="311"/>
                                        </p:tgtEl>
                                      </p:cBhvr>
                                    </p:animEffect>
                                    <p:set>
                                      <p:cBhvr>
                                        <p:cTn id="561" dur="1" fill="hold">
                                          <p:stCondLst>
                                            <p:cond delay="499"/>
                                          </p:stCondLst>
                                        </p:cTn>
                                        <p:tgtEl>
                                          <p:spTgt spid="311"/>
                                        </p:tgtEl>
                                        <p:attrNameLst>
                                          <p:attrName>style.visibility</p:attrName>
                                        </p:attrNameLst>
                                      </p:cBhvr>
                                      <p:to>
                                        <p:strVal val="hidden"/>
                                      </p:to>
                                    </p:set>
                                  </p:childTnLst>
                                </p:cTn>
                              </p:par>
                              <p:par>
                                <p:cTn id="562" presetID="10" presetClass="exit" presetSubtype="0" fill="hold" nodeType="withEffect">
                                  <p:stCondLst>
                                    <p:cond delay="0"/>
                                  </p:stCondLst>
                                  <p:childTnLst>
                                    <p:animEffect transition="out" filter="fade">
                                      <p:cBhvr>
                                        <p:cTn id="563" dur="500"/>
                                        <p:tgtEl>
                                          <p:spTgt spid="322"/>
                                        </p:tgtEl>
                                      </p:cBhvr>
                                    </p:animEffect>
                                    <p:set>
                                      <p:cBhvr>
                                        <p:cTn id="564" dur="1" fill="hold">
                                          <p:stCondLst>
                                            <p:cond delay="499"/>
                                          </p:stCondLst>
                                        </p:cTn>
                                        <p:tgtEl>
                                          <p:spTgt spid="322"/>
                                        </p:tgtEl>
                                        <p:attrNameLst>
                                          <p:attrName>style.visibility</p:attrName>
                                        </p:attrNameLst>
                                      </p:cBhvr>
                                      <p:to>
                                        <p:strVal val="hidden"/>
                                      </p:to>
                                    </p:set>
                                  </p:childTnLst>
                                </p:cTn>
                              </p:par>
                              <p:par>
                                <p:cTn id="565" presetID="10" presetClass="exit" presetSubtype="0" fill="hold" nodeType="withEffect">
                                  <p:stCondLst>
                                    <p:cond delay="0"/>
                                  </p:stCondLst>
                                  <p:childTnLst>
                                    <p:animEffect transition="out" filter="fade">
                                      <p:cBhvr>
                                        <p:cTn id="566" dur="500"/>
                                        <p:tgtEl>
                                          <p:spTgt spid="345"/>
                                        </p:tgtEl>
                                      </p:cBhvr>
                                    </p:animEffect>
                                    <p:set>
                                      <p:cBhvr>
                                        <p:cTn id="567" dur="1" fill="hold">
                                          <p:stCondLst>
                                            <p:cond delay="499"/>
                                          </p:stCondLst>
                                        </p:cTn>
                                        <p:tgtEl>
                                          <p:spTgt spid="345"/>
                                        </p:tgtEl>
                                        <p:attrNameLst>
                                          <p:attrName>style.visibility</p:attrName>
                                        </p:attrNameLst>
                                      </p:cBhvr>
                                      <p:to>
                                        <p:strVal val="hidden"/>
                                      </p:to>
                                    </p:set>
                                  </p:childTnLst>
                                </p:cTn>
                              </p:par>
                              <p:par>
                                <p:cTn id="568" presetID="10" presetClass="exit" presetSubtype="0" fill="hold" nodeType="withEffect">
                                  <p:stCondLst>
                                    <p:cond delay="0"/>
                                  </p:stCondLst>
                                  <p:childTnLst>
                                    <p:animEffect transition="out" filter="fade">
                                      <p:cBhvr>
                                        <p:cTn id="569" dur="500"/>
                                        <p:tgtEl>
                                          <p:spTgt spid="346"/>
                                        </p:tgtEl>
                                      </p:cBhvr>
                                    </p:animEffect>
                                    <p:set>
                                      <p:cBhvr>
                                        <p:cTn id="570" dur="1" fill="hold">
                                          <p:stCondLst>
                                            <p:cond delay="499"/>
                                          </p:stCondLst>
                                        </p:cTn>
                                        <p:tgtEl>
                                          <p:spTgt spid="346"/>
                                        </p:tgtEl>
                                        <p:attrNameLst>
                                          <p:attrName>style.visibility</p:attrName>
                                        </p:attrNameLst>
                                      </p:cBhvr>
                                      <p:to>
                                        <p:strVal val="hidden"/>
                                      </p:to>
                                    </p:set>
                                  </p:childTnLst>
                                </p:cTn>
                              </p:par>
                              <p:par>
                                <p:cTn id="571" presetID="10" presetClass="exit" presetSubtype="0" fill="hold" nodeType="withEffect">
                                  <p:stCondLst>
                                    <p:cond delay="0"/>
                                  </p:stCondLst>
                                  <p:childTnLst>
                                    <p:animEffect transition="out" filter="fade">
                                      <p:cBhvr>
                                        <p:cTn id="572" dur="500"/>
                                        <p:tgtEl>
                                          <p:spTgt spid="347"/>
                                        </p:tgtEl>
                                      </p:cBhvr>
                                    </p:animEffect>
                                    <p:set>
                                      <p:cBhvr>
                                        <p:cTn id="573" dur="1" fill="hold">
                                          <p:stCondLst>
                                            <p:cond delay="499"/>
                                          </p:stCondLst>
                                        </p:cTn>
                                        <p:tgtEl>
                                          <p:spTgt spid="347"/>
                                        </p:tgtEl>
                                        <p:attrNameLst>
                                          <p:attrName>style.visibility</p:attrName>
                                        </p:attrNameLst>
                                      </p:cBhvr>
                                      <p:to>
                                        <p:strVal val="hidden"/>
                                      </p:to>
                                    </p:set>
                                  </p:childTnLst>
                                </p:cTn>
                              </p:par>
                              <p:par>
                                <p:cTn id="574" presetID="10" presetClass="exit" presetSubtype="0" fill="hold" nodeType="withEffect">
                                  <p:stCondLst>
                                    <p:cond delay="0"/>
                                  </p:stCondLst>
                                  <p:childTnLst>
                                    <p:animEffect transition="out" filter="fade">
                                      <p:cBhvr>
                                        <p:cTn id="575" dur="500"/>
                                        <p:tgtEl>
                                          <p:spTgt spid="371"/>
                                        </p:tgtEl>
                                      </p:cBhvr>
                                    </p:animEffect>
                                    <p:set>
                                      <p:cBhvr>
                                        <p:cTn id="576" dur="1" fill="hold">
                                          <p:stCondLst>
                                            <p:cond delay="499"/>
                                          </p:stCondLst>
                                        </p:cTn>
                                        <p:tgtEl>
                                          <p:spTgt spid="371"/>
                                        </p:tgtEl>
                                        <p:attrNameLst>
                                          <p:attrName>style.visibility</p:attrName>
                                        </p:attrNameLst>
                                      </p:cBhvr>
                                      <p:to>
                                        <p:strVal val="hidden"/>
                                      </p:to>
                                    </p:set>
                                  </p:childTnLst>
                                </p:cTn>
                              </p:par>
                              <p:par>
                                <p:cTn id="577" presetID="10" presetClass="exit" presetSubtype="0" fill="hold" nodeType="withEffect">
                                  <p:stCondLst>
                                    <p:cond delay="0"/>
                                  </p:stCondLst>
                                  <p:childTnLst>
                                    <p:animEffect transition="out" filter="fade">
                                      <p:cBhvr>
                                        <p:cTn id="578" dur="500"/>
                                        <p:tgtEl>
                                          <p:spTgt spid="372"/>
                                        </p:tgtEl>
                                      </p:cBhvr>
                                    </p:animEffect>
                                    <p:set>
                                      <p:cBhvr>
                                        <p:cTn id="579" dur="1" fill="hold">
                                          <p:stCondLst>
                                            <p:cond delay="499"/>
                                          </p:stCondLst>
                                        </p:cTn>
                                        <p:tgtEl>
                                          <p:spTgt spid="372"/>
                                        </p:tgtEl>
                                        <p:attrNameLst>
                                          <p:attrName>style.visibility</p:attrName>
                                        </p:attrNameLst>
                                      </p:cBhvr>
                                      <p:to>
                                        <p:strVal val="hidden"/>
                                      </p:to>
                                    </p:set>
                                  </p:childTnLst>
                                </p:cTn>
                              </p:par>
                              <p:par>
                                <p:cTn id="580" presetID="10" presetClass="exit" presetSubtype="0" fill="hold" nodeType="withEffect">
                                  <p:stCondLst>
                                    <p:cond delay="0"/>
                                  </p:stCondLst>
                                  <p:childTnLst>
                                    <p:animEffect transition="out" filter="fade">
                                      <p:cBhvr>
                                        <p:cTn id="581" dur="500"/>
                                        <p:tgtEl>
                                          <p:spTgt spid="373"/>
                                        </p:tgtEl>
                                      </p:cBhvr>
                                    </p:animEffect>
                                    <p:set>
                                      <p:cBhvr>
                                        <p:cTn id="582" dur="1" fill="hold">
                                          <p:stCondLst>
                                            <p:cond delay="499"/>
                                          </p:stCondLst>
                                        </p:cTn>
                                        <p:tgtEl>
                                          <p:spTgt spid="373"/>
                                        </p:tgtEl>
                                        <p:attrNameLst>
                                          <p:attrName>style.visibility</p:attrName>
                                        </p:attrNameLst>
                                      </p:cBhvr>
                                      <p:to>
                                        <p:strVal val="hidden"/>
                                      </p:to>
                                    </p:set>
                                  </p:childTnLst>
                                </p:cTn>
                              </p:par>
                              <p:par>
                                <p:cTn id="583" presetID="10" presetClass="exit" presetSubtype="0" fill="hold" nodeType="withEffect">
                                  <p:stCondLst>
                                    <p:cond delay="0"/>
                                  </p:stCondLst>
                                  <p:childTnLst>
                                    <p:animEffect transition="out" filter="fade">
                                      <p:cBhvr>
                                        <p:cTn id="584" dur="500"/>
                                        <p:tgtEl>
                                          <p:spTgt spid="374"/>
                                        </p:tgtEl>
                                      </p:cBhvr>
                                    </p:animEffect>
                                    <p:set>
                                      <p:cBhvr>
                                        <p:cTn id="585" dur="1" fill="hold">
                                          <p:stCondLst>
                                            <p:cond delay="499"/>
                                          </p:stCondLst>
                                        </p:cTn>
                                        <p:tgtEl>
                                          <p:spTgt spid="374"/>
                                        </p:tgtEl>
                                        <p:attrNameLst>
                                          <p:attrName>style.visibility</p:attrName>
                                        </p:attrNameLst>
                                      </p:cBhvr>
                                      <p:to>
                                        <p:strVal val="hidden"/>
                                      </p:to>
                                    </p:set>
                                  </p:childTnLst>
                                </p:cTn>
                              </p:par>
                              <p:par>
                                <p:cTn id="586" presetID="10" presetClass="exit" presetSubtype="0" fill="hold" nodeType="withEffect">
                                  <p:stCondLst>
                                    <p:cond delay="0"/>
                                  </p:stCondLst>
                                  <p:childTnLst>
                                    <p:animEffect transition="out" filter="fade">
                                      <p:cBhvr>
                                        <p:cTn id="587" dur="500"/>
                                        <p:tgtEl>
                                          <p:spTgt spid="399"/>
                                        </p:tgtEl>
                                      </p:cBhvr>
                                    </p:animEffect>
                                    <p:set>
                                      <p:cBhvr>
                                        <p:cTn id="588" dur="1" fill="hold">
                                          <p:stCondLst>
                                            <p:cond delay="499"/>
                                          </p:stCondLst>
                                        </p:cTn>
                                        <p:tgtEl>
                                          <p:spTgt spid="399"/>
                                        </p:tgtEl>
                                        <p:attrNameLst>
                                          <p:attrName>style.visibility</p:attrName>
                                        </p:attrNameLst>
                                      </p:cBhvr>
                                      <p:to>
                                        <p:strVal val="hidden"/>
                                      </p:to>
                                    </p:set>
                                  </p:childTnLst>
                                </p:cTn>
                              </p:par>
                              <p:par>
                                <p:cTn id="589" presetID="10" presetClass="exit" presetSubtype="0" fill="hold" nodeType="withEffect">
                                  <p:stCondLst>
                                    <p:cond delay="0"/>
                                  </p:stCondLst>
                                  <p:childTnLst>
                                    <p:animEffect transition="out" filter="fade">
                                      <p:cBhvr>
                                        <p:cTn id="590" dur="500"/>
                                        <p:tgtEl>
                                          <p:spTgt spid="400"/>
                                        </p:tgtEl>
                                      </p:cBhvr>
                                    </p:animEffect>
                                    <p:set>
                                      <p:cBhvr>
                                        <p:cTn id="591" dur="1" fill="hold">
                                          <p:stCondLst>
                                            <p:cond delay="499"/>
                                          </p:stCondLst>
                                        </p:cTn>
                                        <p:tgtEl>
                                          <p:spTgt spid="400"/>
                                        </p:tgtEl>
                                        <p:attrNameLst>
                                          <p:attrName>style.visibility</p:attrName>
                                        </p:attrNameLst>
                                      </p:cBhvr>
                                      <p:to>
                                        <p:strVal val="hidden"/>
                                      </p:to>
                                    </p:set>
                                  </p:childTnLst>
                                </p:cTn>
                              </p:par>
                              <p:par>
                                <p:cTn id="592" presetID="10" presetClass="exit" presetSubtype="0" fill="hold" nodeType="withEffect">
                                  <p:stCondLst>
                                    <p:cond delay="0"/>
                                  </p:stCondLst>
                                  <p:childTnLst>
                                    <p:animEffect transition="out" filter="fade">
                                      <p:cBhvr>
                                        <p:cTn id="593" dur="500"/>
                                        <p:tgtEl>
                                          <p:spTgt spid="401"/>
                                        </p:tgtEl>
                                      </p:cBhvr>
                                    </p:animEffect>
                                    <p:set>
                                      <p:cBhvr>
                                        <p:cTn id="594" dur="1" fill="hold">
                                          <p:stCondLst>
                                            <p:cond delay="499"/>
                                          </p:stCondLst>
                                        </p:cTn>
                                        <p:tgtEl>
                                          <p:spTgt spid="401"/>
                                        </p:tgtEl>
                                        <p:attrNameLst>
                                          <p:attrName>style.visibility</p:attrName>
                                        </p:attrNameLst>
                                      </p:cBhvr>
                                      <p:to>
                                        <p:strVal val="hidden"/>
                                      </p:to>
                                    </p:set>
                                  </p:childTnLst>
                                </p:cTn>
                              </p:par>
                              <p:par>
                                <p:cTn id="595" presetID="10" presetClass="exit" presetSubtype="0" fill="hold" nodeType="withEffect">
                                  <p:stCondLst>
                                    <p:cond delay="0"/>
                                  </p:stCondLst>
                                  <p:childTnLst>
                                    <p:animEffect transition="out" filter="fade">
                                      <p:cBhvr>
                                        <p:cTn id="596" dur="500"/>
                                        <p:tgtEl>
                                          <p:spTgt spid="402"/>
                                        </p:tgtEl>
                                      </p:cBhvr>
                                    </p:animEffect>
                                    <p:set>
                                      <p:cBhvr>
                                        <p:cTn id="597" dur="1" fill="hold">
                                          <p:stCondLst>
                                            <p:cond delay="499"/>
                                          </p:stCondLst>
                                        </p:cTn>
                                        <p:tgtEl>
                                          <p:spTgt spid="402"/>
                                        </p:tgtEl>
                                        <p:attrNameLst>
                                          <p:attrName>style.visibility</p:attrName>
                                        </p:attrNameLst>
                                      </p:cBhvr>
                                      <p:to>
                                        <p:strVal val="hidden"/>
                                      </p:to>
                                    </p:set>
                                  </p:childTnLst>
                                </p:cTn>
                              </p:par>
                              <p:par>
                                <p:cTn id="598" presetID="10" presetClass="exit" presetSubtype="0" fill="hold" nodeType="withEffect">
                                  <p:stCondLst>
                                    <p:cond delay="0"/>
                                  </p:stCondLst>
                                  <p:childTnLst>
                                    <p:animEffect transition="out" filter="fade">
                                      <p:cBhvr>
                                        <p:cTn id="599" dur="500"/>
                                        <p:tgtEl>
                                          <p:spTgt spid="403"/>
                                        </p:tgtEl>
                                      </p:cBhvr>
                                    </p:animEffect>
                                    <p:set>
                                      <p:cBhvr>
                                        <p:cTn id="600" dur="1" fill="hold">
                                          <p:stCondLst>
                                            <p:cond delay="499"/>
                                          </p:stCondLst>
                                        </p:cTn>
                                        <p:tgtEl>
                                          <p:spTgt spid="403"/>
                                        </p:tgtEl>
                                        <p:attrNameLst>
                                          <p:attrName>style.visibility</p:attrName>
                                        </p:attrNameLst>
                                      </p:cBhvr>
                                      <p:to>
                                        <p:strVal val="hidden"/>
                                      </p:to>
                                    </p:set>
                                  </p:childTnLst>
                                </p:cTn>
                              </p:par>
                            </p:childTnLst>
                          </p:cTn>
                        </p:par>
                      </p:childTnLst>
                    </p:cTn>
                  </p:par>
                  <p:par>
                    <p:cTn id="601" fill="hold">
                      <p:stCondLst>
                        <p:cond delay="indefinite"/>
                      </p:stCondLst>
                      <p:childTnLst>
                        <p:par>
                          <p:cTn id="602" fill="hold">
                            <p:stCondLst>
                              <p:cond delay="0"/>
                            </p:stCondLst>
                            <p:childTnLst>
                              <p:par>
                                <p:cTn id="603" presetID="10" presetClass="exit" presetSubtype="0" fill="hold" nodeType="clickEffect">
                                  <p:stCondLst>
                                    <p:cond delay="0"/>
                                  </p:stCondLst>
                                  <p:childTnLst>
                                    <p:animEffect transition="out" filter="fade">
                                      <p:cBhvr>
                                        <p:cTn id="604" dur="500"/>
                                        <p:tgtEl>
                                          <p:spTgt spid="193"/>
                                        </p:tgtEl>
                                      </p:cBhvr>
                                    </p:animEffect>
                                    <p:set>
                                      <p:cBhvr>
                                        <p:cTn id="605" dur="1" fill="hold">
                                          <p:stCondLst>
                                            <p:cond delay="499"/>
                                          </p:stCondLst>
                                        </p:cTn>
                                        <p:tgtEl>
                                          <p:spTgt spid="193"/>
                                        </p:tgtEl>
                                        <p:attrNameLst>
                                          <p:attrName>style.visibility</p:attrName>
                                        </p:attrNameLst>
                                      </p:cBhvr>
                                      <p:to>
                                        <p:strVal val="hidden"/>
                                      </p:to>
                                    </p:set>
                                  </p:childTnLst>
                                </p:cTn>
                              </p:par>
                              <p:par>
                                <p:cTn id="606" presetID="10" presetClass="exit" presetSubtype="0" fill="hold" nodeType="withEffect">
                                  <p:stCondLst>
                                    <p:cond delay="0"/>
                                  </p:stCondLst>
                                  <p:childTnLst>
                                    <p:animEffect transition="out" filter="fade">
                                      <p:cBhvr>
                                        <p:cTn id="607" dur="500"/>
                                        <p:tgtEl>
                                          <p:spTgt spid="285"/>
                                        </p:tgtEl>
                                      </p:cBhvr>
                                    </p:animEffect>
                                    <p:set>
                                      <p:cBhvr>
                                        <p:cTn id="608" dur="1" fill="hold">
                                          <p:stCondLst>
                                            <p:cond delay="499"/>
                                          </p:stCondLst>
                                        </p:cTn>
                                        <p:tgtEl>
                                          <p:spTgt spid="285"/>
                                        </p:tgtEl>
                                        <p:attrNameLst>
                                          <p:attrName>style.visibility</p:attrName>
                                        </p:attrNameLst>
                                      </p:cBhvr>
                                      <p:to>
                                        <p:strVal val="hidden"/>
                                      </p:to>
                                    </p:set>
                                  </p:childTnLst>
                                </p:cTn>
                              </p:par>
                              <p:par>
                                <p:cTn id="609" presetID="10" presetClass="exit" presetSubtype="0" fill="hold" nodeType="withEffect">
                                  <p:stCondLst>
                                    <p:cond delay="0"/>
                                  </p:stCondLst>
                                  <p:childTnLst>
                                    <p:animEffect transition="out" filter="fade">
                                      <p:cBhvr>
                                        <p:cTn id="610" dur="500"/>
                                        <p:tgtEl>
                                          <p:spTgt spid="295"/>
                                        </p:tgtEl>
                                      </p:cBhvr>
                                    </p:animEffect>
                                    <p:set>
                                      <p:cBhvr>
                                        <p:cTn id="611" dur="1" fill="hold">
                                          <p:stCondLst>
                                            <p:cond delay="499"/>
                                          </p:stCondLst>
                                        </p:cTn>
                                        <p:tgtEl>
                                          <p:spTgt spid="295"/>
                                        </p:tgtEl>
                                        <p:attrNameLst>
                                          <p:attrName>style.visibility</p:attrName>
                                        </p:attrNameLst>
                                      </p:cBhvr>
                                      <p:to>
                                        <p:strVal val="hidden"/>
                                      </p:to>
                                    </p:set>
                                  </p:childTnLst>
                                </p:cTn>
                              </p:par>
                              <p:par>
                                <p:cTn id="612" presetID="10" presetClass="exit" presetSubtype="0" fill="hold" nodeType="withEffect">
                                  <p:stCondLst>
                                    <p:cond delay="0"/>
                                  </p:stCondLst>
                                  <p:childTnLst>
                                    <p:animEffect transition="out" filter="fade">
                                      <p:cBhvr>
                                        <p:cTn id="613" dur="500"/>
                                        <p:tgtEl>
                                          <p:spTgt spid="407"/>
                                        </p:tgtEl>
                                      </p:cBhvr>
                                    </p:animEffect>
                                    <p:set>
                                      <p:cBhvr>
                                        <p:cTn id="614" dur="1" fill="hold">
                                          <p:stCondLst>
                                            <p:cond delay="499"/>
                                          </p:stCondLst>
                                        </p:cTn>
                                        <p:tgtEl>
                                          <p:spTgt spid="407"/>
                                        </p:tgtEl>
                                        <p:attrNameLst>
                                          <p:attrName>style.visibility</p:attrName>
                                        </p:attrNameLst>
                                      </p:cBhvr>
                                      <p:to>
                                        <p:strVal val="hidden"/>
                                      </p:to>
                                    </p:set>
                                  </p:childTnLst>
                                </p:cTn>
                              </p:par>
                              <p:par>
                                <p:cTn id="615" presetID="10" presetClass="exit" presetSubtype="0" fill="hold" nodeType="withEffect">
                                  <p:stCondLst>
                                    <p:cond delay="0"/>
                                  </p:stCondLst>
                                  <p:childTnLst>
                                    <p:animEffect transition="out" filter="fade">
                                      <p:cBhvr>
                                        <p:cTn id="616" dur="500"/>
                                        <p:tgtEl>
                                          <p:spTgt spid="410"/>
                                        </p:tgtEl>
                                      </p:cBhvr>
                                    </p:animEffect>
                                    <p:set>
                                      <p:cBhvr>
                                        <p:cTn id="617" dur="1" fill="hold">
                                          <p:stCondLst>
                                            <p:cond delay="499"/>
                                          </p:stCondLst>
                                        </p:cTn>
                                        <p:tgtEl>
                                          <p:spTgt spid="410"/>
                                        </p:tgtEl>
                                        <p:attrNameLst>
                                          <p:attrName>style.visibility</p:attrName>
                                        </p:attrNameLst>
                                      </p:cBhvr>
                                      <p:to>
                                        <p:strVal val="hidden"/>
                                      </p:to>
                                    </p:set>
                                  </p:childTnLst>
                                </p:cTn>
                              </p:par>
                              <p:par>
                                <p:cTn id="618" presetID="10" presetClass="exit" presetSubtype="0" fill="hold" nodeType="withEffect">
                                  <p:stCondLst>
                                    <p:cond delay="0"/>
                                  </p:stCondLst>
                                  <p:childTnLst>
                                    <p:animEffect transition="out" filter="fade">
                                      <p:cBhvr>
                                        <p:cTn id="619" dur="500"/>
                                        <p:tgtEl>
                                          <p:spTgt spid="414"/>
                                        </p:tgtEl>
                                      </p:cBhvr>
                                    </p:animEffect>
                                    <p:set>
                                      <p:cBhvr>
                                        <p:cTn id="620" dur="1" fill="hold">
                                          <p:stCondLst>
                                            <p:cond delay="499"/>
                                          </p:stCondLst>
                                        </p:cTn>
                                        <p:tgtEl>
                                          <p:spTgt spid="414"/>
                                        </p:tgtEl>
                                        <p:attrNameLst>
                                          <p:attrName>style.visibility</p:attrName>
                                        </p:attrNameLst>
                                      </p:cBhvr>
                                      <p:to>
                                        <p:strVal val="hidden"/>
                                      </p:to>
                                    </p:set>
                                  </p:childTnLst>
                                </p:cTn>
                              </p:par>
                              <p:par>
                                <p:cTn id="621" presetID="10" presetClass="exit" presetSubtype="0" fill="hold" nodeType="withEffect">
                                  <p:stCondLst>
                                    <p:cond delay="0"/>
                                  </p:stCondLst>
                                  <p:childTnLst>
                                    <p:animEffect transition="out" filter="fade">
                                      <p:cBhvr>
                                        <p:cTn id="622" dur="500"/>
                                        <p:tgtEl>
                                          <p:spTgt spid="159"/>
                                        </p:tgtEl>
                                      </p:cBhvr>
                                    </p:animEffect>
                                    <p:set>
                                      <p:cBhvr>
                                        <p:cTn id="623" dur="1" fill="hold">
                                          <p:stCondLst>
                                            <p:cond delay="499"/>
                                          </p:stCondLst>
                                        </p:cTn>
                                        <p:tgtEl>
                                          <p:spTgt spid="159"/>
                                        </p:tgtEl>
                                        <p:attrNameLst>
                                          <p:attrName>style.visibility</p:attrName>
                                        </p:attrNameLst>
                                      </p:cBhvr>
                                      <p:to>
                                        <p:strVal val="hidden"/>
                                      </p:to>
                                    </p:set>
                                  </p:childTnLst>
                                </p:cTn>
                              </p:par>
                              <p:par>
                                <p:cTn id="624" presetID="10" presetClass="exit" presetSubtype="0" fill="hold" nodeType="withEffect">
                                  <p:stCondLst>
                                    <p:cond delay="0"/>
                                  </p:stCondLst>
                                  <p:childTnLst>
                                    <p:animEffect transition="out" filter="fade">
                                      <p:cBhvr>
                                        <p:cTn id="625" dur="500"/>
                                        <p:tgtEl>
                                          <p:spTgt spid="162"/>
                                        </p:tgtEl>
                                      </p:cBhvr>
                                    </p:animEffect>
                                    <p:set>
                                      <p:cBhvr>
                                        <p:cTn id="626" dur="1" fill="hold">
                                          <p:stCondLst>
                                            <p:cond delay="499"/>
                                          </p:stCondLst>
                                        </p:cTn>
                                        <p:tgtEl>
                                          <p:spTgt spid="162"/>
                                        </p:tgtEl>
                                        <p:attrNameLst>
                                          <p:attrName>style.visibility</p:attrName>
                                        </p:attrNameLst>
                                      </p:cBhvr>
                                      <p:to>
                                        <p:strVal val="hidden"/>
                                      </p:to>
                                    </p:set>
                                  </p:childTnLst>
                                </p:cTn>
                              </p:par>
                              <p:par>
                                <p:cTn id="627" presetID="10" presetClass="exit" presetSubtype="0" fill="hold" nodeType="withEffect">
                                  <p:stCondLst>
                                    <p:cond delay="0"/>
                                  </p:stCondLst>
                                  <p:childTnLst>
                                    <p:animEffect transition="out" filter="fade">
                                      <p:cBhvr>
                                        <p:cTn id="628" dur="500"/>
                                        <p:tgtEl>
                                          <p:spTgt spid="289"/>
                                        </p:tgtEl>
                                      </p:cBhvr>
                                    </p:animEffect>
                                    <p:set>
                                      <p:cBhvr>
                                        <p:cTn id="629" dur="1" fill="hold">
                                          <p:stCondLst>
                                            <p:cond delay="499"/>
                                          </p:stCondLst>
                                        </p:cTn>
                                        <p:tgtEl>
                                          <p:spTgt spid="2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0" grpId="0" animBg="1"/>
      <p:bldP spid="56" grpId="0" animBg="1"/>
      <p:bldP spid="60" grpId="0" animBg="1"/>
      <p:bldP spid="61" grpId="0" animBg="1"/>
      <p:bldP spid="80" grpId="0"/>
      <p:bldP spid="100" grpId="0"/>
      <p:bldP spid="101" grpId="0"/>
      <p:bldP spid="107" grpId="0"/>
      <p:bldP spid="139" grpId="0"/>
      <p:bldP spid="143" grpId="0"/>
      <p:bldP spid="158" grpId="0"/>
      <p:bldP spid="160" grpId="0"/>
      <p:bldP spid="188" grpId="0" animBg="1"/>
      <p:bldP spid="232" grpId="0" animBg="1"/>
      <p:bldP spid="245" grpId="0"/>
      <p:bldP spid="249" grpId="0"/>
      <p:bldP spid="251" grpId="0" animBg="1"/>
      <p:bldP spid="266" grpId="0"/>
      <p:bldP spid="283" grpId="0" animBg="1"/>
      <p:bldP spid="288" grpId="0"/>
      <p:bldP spid="306" grpId="0" animBg="1"/>
      <p:bldP spid="338" grpId="0"/>
      <p:bldP spid="343" grpId="0" animBg="1"/>
      <p:bldP spid="354" grpId="0"/>
      <p:bldP spid="356" grpId="0" animBg="1"/>
      <p:bldP spid="391" grpId="0" animBg="1"/>
      <p:bldP spid="394" grpId="0"/>
      <p:bldP spid="406" grpId="0" animBg="1"/>
      <p:bldP spid="443" grpId="0" animBg="1"/>
      <p:bldP spid="455" grpId="0" animBg="1"/>
      <p:bldP spid="459" grpId="0" animBg="1"/>
      <p:bldP spid="464" grpId="0" animBg="1"/>
      <p:bldP spid="467" grpId="0" animBg="1"/>
      <p:bldP spid="475" grpId="0" animBg="1"/>
      <p:bldP spid="148" grpId="0" animBg="1"/>
      <p:bldP spid="154" grpId="0" animBg="1"/>
      <p:bldP spid="165" grpId="0" animBg="1"/>
      <p:bldP spid="166" grpId="0" animBg="1"/>
      <p:bldP spid="173" grpId="0" animBg="1"/>
      <p:bldP spid="172" grpId="0" animBg="1"/>
      <p:bldP spid="174" grpId="0" animBg="1"/>
      <p:bldP spid="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623392" y="1196752"/>
                <a:ext cx="10513168" cy="4752975"/>
              </a:xfrm>
              <a:ln>
                <a:noFill/>
              </a:ln>
            </p:spPr>
            <p:txBody>
              <a:bodyPr/>
              <a:lstStyle/>
              <a:p>
                <a:pPr marL="742950" lvl="2" indent="-342900">
                  <a:buFont typeface="Wingdings" pitchFamily="2" charset="2"/>
                  <a:buChar char="n"/>
                </a:pPr>
                <a:r>
                  <a:rPr lang="en-US" altLang="zh-CN" sz="2400" b="1" dirty="0" smtClean="0">
                    <a:solidFill>
                      <a:srgbClr val="0070C0"/>
                    </a:solidFill>
                    <a:latin typeface="楷体_GB2312" pitchFamily="49" charset="-122"/>
                    <a:ea typeface="楷体_GB2312" pitchFamily="49" charset="-122"/>
                  </a:rPr>
                  <a:t>4</a:t>
                </a:r>
                <a:r>
                  <a:rPr lang="zh-CN" altLang="en-US" sz="2400" b="1" dirty="0" smtClean="0">
                    <a:solidFill>
                      <a:srgbClr val="0070C0"/>
                    </a:solidFill>
                    <a:latin typeface="楷体_GB2312" pitchFamily="49" charset="-122"/>
                    <a:ea typeface="楷体_GB2312" pitchFamily="49" charset="-122"/>
                  </a:rPr>
                  <a:t>皇后回溯法求解要点</a:t>
                </a:r>
                <a:endParaRPr lang="en-US" altLang="zh-CN" sz="2400" b="1" dirty="0" smtClean="0">
                  <a:solidFill>
                    <a:srgbClr val="0070C0"/>
                  </a:solidFill>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latin typeface="楷体_GB2312" pitchFamily="49" charset="-122"/>
                    <a:ea typeface="楷体_GB2312" pitchFamily="49" charset="-122"/>
                  </a:rPr>
                  <a:t>每个结点有</a:t>
                </a:r>
                <a:r>
                  <a:rPr lang="en-US" altLang="zh-CN" sz="2200" b="1" dirty="0">
                    <a:latin typeface="楷体_GB2312" pitchFamily="49" charset="-122"/>
                    <a:ea typeface="楷体_GB2312" pitchFamily="49" charset="-122"/>
                  </a:rPr>
                  <a:t>4</a:t>
                </a:r>
                <a:r>
                  <a:rPr lang="zh-CN" altLang="en-US" sz="2200" b="1" dirty="0">
                    <a:latin typeface="楷体_GB2312" pitchFamily="49" charset="-122"/>
                    <a:ea typeface="楷体_GB2312" pitchFamily="49" charset="-122"/>
                  </a:rPr>
                  <a:t>个子</a:t>
                </a:r>
                <a:r>
                  <a:rPr lang="zh-CN" altLang="en-US" sz="2200" b="1" dirty="0" smtClean="0">
                    <a:latin typeface="楷体_GB2312" pitchFamily="49" charset="-122"/>
                    <a:ea typeface="楷体_GB2312" pitchFamily="49" charset="-122"/>
                  </a:rPr>
                  <a:t>结点</a:t>
                </a:r>
                <a:r>
                  <a:rPr lang="en-US" altLang="zh-CN" sz="2200" b="1" dirty="0" smtClean="0">
                    <a:latin typeface="楷体_GB2312" pitchFamily="49" charset="-122"/>
                    <a:ea typeface="楷体_GB2312" pitchFamily="49" charset="-122"/>
                  </a:rPr>
                  <a:t>(</a:t>
                </a:r>
                <a:r>
                  <a:rPr lang="zh-CN" altLang="en-US" sz="2200" b="1" dirty="0" smtClean="0">
                    <a:latin typeface="楷体_GB2312" pitchFamily="49" charset="-122"/>
                    <a:ea typeface="楷体_GB2312" pitchFamily="49" charset="-122"/>
                  </a:rPr>
                  <a:t>原则上</a:t>
                </a:r>
                <a:r>
                  <a:rPr lang="en-US" altLang="zh-CN" sz="2200" b="1" dirty="0" smtClean="0">
                    <a:latin typeface="楷体_GB2312" pitchFamily="49" charset="-122"/>
                    <a:ea typeface="楷体_GB2312" pitchFamily="49" charset="-122"/>
                  </a:rPr>
                  <a:t>)</a:t>
                </a:r>
                <a:r>
                  <a:rPr lang="zh-CN" altLang="en-US" sz="2200" b="1" dirty="0" smtClean="0">
                    <a:latin typeface="楷体_GB2312" pitchFamily="49" charset="-122"/>
                    <a:ea typeface="楷体_GB2312" pitchFamily="49" charset="-122"/>
                  </a:rPr>
                  <a:t>，</a:t>
                </a:r>
                <a:r>
                  <a:rPr lang="zh-CN" altLang="en-US" sz="2200" b="1" dirty="0">
                    <a:latin typeface="楷体_GB2312" pitchFamily="49" charset="-122"/>
                    <a:ea typeface="楷体_GB2312" pitchFamily="49" charset="-122"/>
                  </a:rPr>
                  <a:t>分别</a:t>
                </a:r>
                <a:r>
                  <a:rPr lang="zh-CN" altLang="en-US" sz="2200" b="1" dirty="0" smtClean="0">
                    <a:latin typeface="楷体_GB2312" pitchFamily="49" charset="-122"/>
                    <a:ea typeface="楷体_GB2312" pitchFamily="49" charset="-122"/>
                  </a:rPr>
                  <a:t>代表</a:t>
                </a:r>
                <a:r>
                  <a:rPr lang="en-US" altLang="zh-CN" sz="2200" b="1" dirty="0" smtClean="0">
                    <a:latin typeface="楷体_GB2312" pitchFamily="49" charset="-122"/>
                    <a:ea typeface="楷体_GB2312" pitchFamily="49" charset="-122"/>
                  </a:rPr>
                  <a:t>4</a:t>
                </a:r>
                <a:r>
                  <a:rPr lang="zh-CN" altLang="en-US" sz="2200" b="1" dirty="0" smtClean="0">
                    <a:latin typeface="楷体_GB2312" pitchFamily="49" charset="-122"/>
                    <a:ea typeface="楷体_GB2312" pitchFamily="49" charset="-122"/>
                  </a:rPr>
                  <a:t>个选择位置</a:t>
                </a:r>
                <a:endParaRPr lang="en-US" altLang="zh-CN" sz="2200" b="1" dirty="0" smtClean="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latin typeface="楷体_GB2312" pitchFamily="49" charset="-122"/>
                    <a:ea typeface="楷体_GB2312" pitchFamily="49" charset="-122"/>
                  </a:rPr>
                  <a:t>第</a:t>
                </a:r>
                <a:r>
                  <a:rPr lang="en-US" altLang="zh-CN" sz="2200" b="1" dirty="0" err="1">
                    <a:latin typeface="楷体_GB2312" pitchFamily="49" charset="-122"/>
                    <a:ea typeface="楷体_GB2312" pitchFamily="49" charset="-122"/>
                  </a:rPr>
                  <a:t>i</a:t>
                </a:r>
                <a:r>
                  <a:rPr lang="zh-CN" altLang="en-US" sz="2200" b="1" dirty="0">
                    <a:latin typeface="楷体_GB2312" pitchFamily="49" charset="-122"/>
                    <a:ea typeface="楷体_GB2312" pitchFamily="49" charset="-122"/>
                  </a:rPr>
                  <a:t>层选择第</a:t>
                </a:r>
                <a:r>
                  <a:rPr lang="en-US" altLang="zh-CN" sz="2200" b="1" dirty="0" err="1">
                    <a:latin typeface="楷体_GB2312" pitchFamily="49" charset="-122"/>
                    <a:ea typeface="楷体_GB2312" pitchFamily="49" charset="-122"/>
                  </a:rPr>
                  <a:t>i</a:t>
                </a:r>
                <a:r>
                  <a:rPr lang="zh-CN" altLang="en-US" sz="2200" b="1" dirty="0">
                    <a:latin typeface="楷体_GB2312" pitchFamily="49" charset="-122"/>
                    <a:ea typeface="楷体_GB2312" pitchFamily="49" charset="-122"/>
                  </a:rPr>
                  <a:t>个解分量</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a:latin typeface="Cambria Math" panose="02040503050406030204" pitchFamily="18" charset="0"/>
                            <a:ea typeface="楷体_GB2312" pitchFamily="49" charset="-122"/>
                          </a:rPr>
                          <m:t>𝒙</m:t>
                        </m:r>
                      </m:e>
                      <m:sub>
                        <m:r>
                          <m:rPr>
                            <m:sty m:val="p"/>
                          </m:rPr>
                          <a:rPr lang="en-US" altLang="zh-CN" sz="2200" b="1">
                            <a:latin typeface="Cambria Math" panose="02040503050406030204" pitchFamily="18" charset="0"/>
                            <a:ea typeface="楷体_GB2312" pitchFamily="49" charset="-122"/>
                          </a:rPr>
                          <m:t>i</m:t>
                        </m:r>
                      </m:sub>
                    </m:sSub>
                  </m:oMath>
                </a14:m>
                <a:r>
                  <a:rPr lang="zh-CN" altLang="en-US" sz="2200" b="1" dirty="0">
                    <a:latin typeface="楷体_GB2312" pitchFamily="49" charset="-122"/>
                    <a:ea typeface="楷体_GB2312" pitchFamily="49" charset="-122"/>
                  </a:rPr>
                  <a:t>的值</a:t>
                </a:r>
                <a:endParaRPr lang="en-US" altLang="zh-CN" sz="2200" b="1" dirty="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latin typeface="楷体_GB2312" pitchFamily="49" charset="-122"/>
                    <a:ea typeface="楷体_GB2312" pitchFamily="49" charset="-122"/>
                  </a:rPr>
                  <a:t>按深度优先创建解空间树</a:t>
                </a:r>
                <a:r>
                  <a:rPr lang="en-US" altLang="zh-CN" sz="2200" b="1" dirty="0">
                    <a:latin typeface="楷体_GB2312" pitchFamily="49" charset="-122"/>
                    <a:ea typeface="楷体_GB2312" pitchFamily="49" charset="-122"/>
                  </a:rPr>
                  <a:t>(</a:t>
                </a:r>
                <a:r>
                  <a:rPr lang="zh-CN" altLang="en-US" sz="2200" b="1" dirty="0">
                    <a:latin typeface="楷体_GB2312" pitchFamily="49" charset="-122"/>
                    <a:ea typeface="楷体_GB2312" pitchFamily="49" charset="-122"/>
                  </a:rPr>
                  <a:t>逻辑树</a:t>
                </a:r>
                <a:r>
                  <a:rPr lang="en-US" altLang="zh-CN" sz="2200" b="1" dirty="0">
                    <a:latin typeface="楷体_GB2312" pitchFamily="49" charset="-122"/>
                    <a:ea typeface="楷体_GB2312" pitchFamily="49" charset="-122"/>
                  </a:rPr>
                  <a:t>)</a:t>
                </a:r>
                <a:r>
                  <a:rPr lang="zh-CN" altLang="en-US" sz="2200" b="1" dirty="0">
                    <a:latin typeface="楷体_GB2312" pitchFamily="49" charset="-122"/>
                    <a:ea typeface="楷体_GB2312" pitchFamily="49" charset="-122"/>
                  </a:rPr>
                  <a:t>，求解</a:t>
                </a:r>
                <a:r>
                  <a:rPr lang="zh-CN" altLang="en-US" sz="2200" b="1" dirty="0" smtClean="0">
                    <a:latin typeface="楷体_GB2312" pitchFamily="49" charset="-122"/>
                    <a:ea typeface="楷体_GB2312" pitchFamily="49" charset="-122"/>
                  </a:rPr>
                  <a:t>。</a:t>
                </a:r>
                <a:endParaRPr lang="en-US" altLang="zh-CN" sz="2200" b="1" dirty="0" smtClean="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latin typeface="楷体_GB2312" pitchFamily="49" charset="-122"/>
                    <a:ea typeface="楷体_GB2312" pitchFamily="49" charset="-122"/>
                  </a:rPr>
                  <a:t>创建部分节点、路径，不满足约束条件时停止扩展节点、减枝</a:t>
                </a:r>
                <a:endParaRPr lang="en-US" altLang="zh-CN" sz="2200" b="1" dirty="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latin typeface="楷体_GB2312" pitchFamily="49" charset="-122"/>
                    <a:ea typeface="楷体_GB2312" pitchFamily="49" charset="-122"/>
                  </a:rPr>
                  <a:t>回溯到根，算法停止</a:t>
                </a:r>
                <a:r>
                  <a:rPr lang="zh-CN" altLang="en-US" sz="2200" b="1" dirty="0" smtClean="0">
                    <a:latin typeface="楷体_GB2312" pitchFamily="49" charset="-122"/>
                    <a:ea typeface="楷体_GB2312" pitchFamily="49" charset="-122"/>
                  </a:rPr>
                  <a:t>。</a:t>
                </a:r>
                <a:endParaRPr lang="en-US" altLang="zh-CN" sz="2200" b="1" dirty="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a:solidFill>
                      <a:srgbClr val="FF0000"/>
                    </a:solidFill>
                    <a:latin typeface="楷体_GB2312" pitchFamily="49" charset="-122"/>
                    <a:ea typeface="楷体_GB2312" pitchFamily="49" charset="-122"/>
                  </a:rPr>
                  <a:t>最深层</a:t>
                </a:r>
                <a:r>
                  <a:rPr lang="en-US" altLang="zh-CN" sz="2200" b="1" dirty="0">
                    <a:solidFill>
                      <a:srgbClr val="FF0000"/>
                    </a:solidFill>
                    <a:latin typeface="楷体_GB2312" pitchFamily="49" charset="-122"/>
                    <a:ea typeface="楷体_GB2312" pitchFamily="49" charset="-122"/>
                  </a:rPr>
                  <a:t>4</a:t>
                </a:r>
                <a:r>
                  <a:rPr lang="zh-CN" altLang="en-US" sz="2200" b="1" dirty="0">
                    <a:solidFill>
                      <a:srgbClr val="FF0000"/>
                    </a:solidFill>
                    <a:latin typeface="楷体_GB2312" pitchFamily="49" charset="-122"/>
                    <a:ea typeface="楷体_GB2312" pitchFamily="49" charset="-122"/>
                  </a:rPr>
                  <a:t>的叶子结点对应路径是</a:t>
                </a:r>
                <a:r>
                  <a:rPr lang="zh-CN" altLang="en-US" sz="2200" b="1" dirty="0" smtClean="0">
                    <a:solidFill>
                      <a:srgbClr val="FF0000"/>
                    </a:solidFill>
                    <a:latin typeface="楷体_GB2312" pitchFamily="49" charset="-122"/>
                    <a:ea typeface="楷体_GB2312" pitchFamily="49" charset="-122"/>
                  </a:rPr>
                  <a:t>解</a:t>
                </a:r>
                <a:endParaRPr lang="en-US" altLang="zh-CN" sz="2200" b="1" dirty="0" smtClean="0">
                  <a:solidFill>
                    <a:srgbClr val="FF0000"/>
                  </a:solidFill>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smtClean="0">
                    <a:latin typeface="楷体_GB2312" pitchFamily="49" charset="-122"/>
                    <a:ea typeface="楷体_GB2312" pitchFamily="49" charset="-122"/>
                  </a:rPr>
                  <a:t>若</a:t>
                </a:r>
                <a:r>
                  <a:rPr lang="zh-CN" altLang="en-US" sz="2200" b="1" dirty="0">
                    <a:latin typeface="楷体_GB2312" pitchFamily="49" charset="-122"/>
                    <a:ea typeface="楷体_GB2312" pitchFamily="49" charset="-122"/>
                  </a:rPr>
                  <a:t>求全部解，需对所有分支尝试创建。</a:t>
                </a:r>
                <a:endParaRPr lang="en-US" altLang="zh-CN" sz="2200" b="1" dirty="0">
                  <a:latin typeface="楷体_GB2312" pitchFamily="49" charset="-122"/>
                  <a:ea typeface="楷体_GB2312" pitchFamily="49" charset="-122"/>
                </a:endParaRPr>
              </a:p>
              <a:p>
                <a:pPr marL="1200150" lvl="3" indent="-342900">
                  <a:lnSpc>
                    <a:spcPct val="150000"/>
                  </a:lnSpc>
                  <a:buFont typeface="Wingdings" pitchFamily="2" charset="2"/>
                  <a:buChar char="n"/>
                </a:pPr>
                <a:r>
                  <a:rPr lang="zh-CN" altLang="en-US" sz="2200" b="1" dirty="0" smtClean="0">
                    <a:latin typeface="楷体_GB2312" pitchFamily="49" charset="-122"/>
                    <a:ea typeface="楷体_GB2312" pitchFamily="49" charset="-122"/>
                  </a:rPr>
                  <a:t>搜索</a:t>
                </a:r>
                <a:r>
                  <a:rPr lang="zh-CN" altLang="en-US" sz="2200" b="1" dirty="0">
                    <a:latin typeface="楷体_GB2312" pitchFamily="49" charset="-122"/>
                    <a:ea typeface="楷体_GB2312" pitchFamily="49" charset="-122"/>
                  </a:rPr>
                  <a:t>解空间树过程即为创建解空间树过程</a:t>
                </a:r>
                <a:endParaRPr lang="en-US" altLang="zh-CN" sz="2200" b="1" dirty="0">
                  <a:latin typeface="楷体_GB2312" pitchFamily="49" charset="-122"/>
                  <a:ea typeface="楷体_GB2312" pitchFamily="49" charset="-122"/>
                </a:endParaRPr>
              </a:p>
              <a:p>
                <a:pPr marL="857250" lvl="3" indent="0">
                  <a:buNone/>
                </a:pPr>
                <a:endParaRPr lang="en-US" altLang="zh-CN" sz="2000" b="1" dirty="0">
                  <a:solidFill>
                    <a:srgbClr val="0070C0"/>
                  </a:solidFill>
                  <a:latin typeface="楷体_GB2312" pitchFamily="49" charset="-122"/>
                  <a:ea typeface="楷体_GB2312" pitchFamily="49" charset="-122"/>
                </a:endParaRPr>
              </a:p>
              <a:p>
                <a:pPr marL="742950" lvl="2" indent="-342900">
                  <a:buFont typeface="Wingdings" pitchFamily="2" charset="2"/>
                  <a:buChar char="n"/>
                </a:pP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a:latin typeface="Times New Roman" panose="02020603050405020304" pitchFamily="18" charset="0"/>
                  <a:cs typeface="Times New Roman" panose="02020603050405020304" pitchFamily="18" charset="0"/>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623392" y="1196752"/>
                <a:ext cx="10513168" cy="4752975"/>
              </a:xfrm>
              <a:blipFill rotWithShape="0">
                <a:blip r:embed="rId3"/>
                <a:stretch>
                  <a:fillRect t="-1026" b="-6538"/>
                </a:stretch>
              </a:blipFill>
              <a:ln>
                <a:noFill/>
              </a:ln>
            </p:spPr>
            <p:txBody>
              <a:bodyPr/>
              <a:lstStyle/>
              <a:p>
                <a:r>
                  <a:rPr lang="zh-CN" altLang="en-US">
                    <a:noFill/>
                  </a:rPr>
                  <a:t> </a:t>
                </a:r>
              </a:p>
            </p:txBody>
          </p:sp>
        </mc:Fallback>
      </mc:AlternateContent>
      <p:sp>
        <p:nvSpPr>
          <p:cNvPr id="2" name="灯片编号占位符 1"/>
          <p:cNvSpPr>
            <a:spLocks noGrp="1"/>
          </p:cNvSpPr>
          <p:nvPr>
            <p:ph type="sldNum" sz="quarter" idx="16"/>
          </p:nvPr>
        </p:nvSpPr>
        <p:spPr/>
        <p:txBody>
          <a:bodyPr/>
          <a:lstStyle/>
          <a:p>
            <a:fld id="{6C276BF9-DA2C-4EDA-B310-41054C53A8AE}" type="slidenum">
              <a:rPr lang="zh-CN" altLang="en-US" smtClean="0"/>
              <a:pPr/>
              <a:t>5</a:t>
            </a:fld>
            <a:endParaRPr lang="zh-CN" altLang="en-US" dirty="0"/>
          </a:p>
        </p:txBody>
      </p:sp>
      <p:sp>
        <p:nvSpPr>
          <p:cNvPr id="3" name="标题 2"/>
          <p:cNvSpPr>
            <a:spLocks noGrp="1"/>
          </p:cNvSpPr>
          <p:nvPr>
            <p:ph type="ctrTitle"/>
          </p:nvPr>
        </p:nvSpPr>
        <p:spPr/>
        <p:txBody>
          <a:bodyPr/>
          <a:lstStyle/>
          <a:p>
            <a:r>
              <a:rPr lang="zh-CN" altLang="en-US" dirty="0"/>
              <a:t>一</a:t>
            </a:r>
            <a:r>
              <a:rPr lang="zh-CN" altLang="en-US" dirty="0" smtClean="0"/>
              <a:t>、基本概念</a:t>
            </a:r>
            <a:endParaRPr lang="en-US" altLang="zh-CN" dirty="0"/>
          </a:p>
        </p:txBody>
      </p:sp>
      <p:sp>
        <p:nvSpPr>
          <p:cNvPr id="141" name="矩形 140"/>
          <p:cNvSpPr/>
          <p:nvPr/>
        </p:nvSpPr>
        <p:spPr>
          <a:xfrm>
            <a:off x="8981973" y="1830748"/>
            <a:ext cx="466066"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zh-CN" dirty="0" smtClean="0"/>
          </a:p>
        </p:txBody>
      </p:sp>
      <p:cxnSp>
        <p:nvCxnSpPr>
          <p:cNvPr id="142" name="直接箭头连接符 141"/>
          <p:cNvCxnSpPr>
            <a:stCxn id="141" idx="2"/>
            <a:endCxn id="145" idx="0"/>
          </p:cNvCxnSpPr>
          <p:nvPr/>
        </p:nvCxnSpPr>
        <p:spPr>
          <a:xfrm flipH="1">
            <a:off x="8159404" y="2190788"/>
            <a:ext cx="1055602" cy="2998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a:stCxn id="141" idx="2"/>
          </p:cNvCxnSpPr>
          <p:nvPr/>
        </p:nvCxnSpPr>
        <p:spPr>
          <a:xfrm>
            <a:off x="9215006" y="2190788"/>
            <a:ext cx="11910" cy="282447"/>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5" name="矩形 144"/>
          <p:cNvSpPr/>
          <p:nvPr/>
        </p:nvSpPr>
        <p:spPr>
          <a:xfrm>
            <a:off x="7964352" y="2490605"/>
            <a:ext cx="39010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mc:AlternateContent xmlns:mc="http://schemas.openxmlformats.org/markup-compatibility/2006" xmlns:a14="http://schemas.microsoft.com/office/drawing/2010/main">
        <mc:Choice Requires="a14">
          <p:sp>
            <p:nvSpPr>
              <p:cNvPr id="146" name="文本框 145"/>
              <p:cNvSpPr txBox="1"/>
              <p:nvPr/>
            </p:nvSpPr>
            <p:spPr>
              <a:xfrm>
                <a:off x="7757837" y="2134681"/>
                <a:ext cx="581121"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𝒕</m:t>
                        </m:r>
                      </m:sub>
                    </m:sSub>
                  </m:oMath>
                </a14:m>
                <a:r>
                  <a:rPr lang="en-US" altLang="zh-CN" sz="1600" dirty="0" smtClean="0"/>
                  <a:t>=1</a:t>
                </a:r>
                <a:endParaRPr lang="zh-CN" altLang="en-US" sz="1600" dirty="0"/>
              </a:p>
            </p:txBody>
          </p:sp>
        </mc:Choice>
        <mc:Fallback xmlns="">
          <p:sp>
            <p:nvSpPr>
              <p:cNvPr id="146" name="文本框 145"/>
              <p:cNvSpPr txBox="1">
                <a:spLocks noRot="1" noChangeAspect="1" noMove="1" noResize="1" noEditPoints="1" noAdjustHandles="1" noChangeArrowheads="1" noChangeShapeType="1" noTextEdit="1"/>
              </p:cNvSpPr>
              <p:nvPr/>
            </p:nvSpPr>
            <p:spPr>
              <a:xfrm>
                <a:off x="7757837" y="2134681"/>
                <a:ext cx="581121" cy="338554"/>
              </a:xfrm>
              <a:prstGeom prst="rect">
                <a:avLst/>
              </a:prstGeom>
              <a:blipFill rotWithShape="0">
                <a:blip r:embed="rId4"/>
                <a:stretch>
                  <a:fillRect t="-5357" r="-4211" b="-21429"/>
                </a:stretch>
              </a:blipFill>
            </p:spPr>
            <p:txBody>
              <a:bodyPr/>
              <a:lstStyle/>
              <a:p>
                <a:r>
                  <a:rPr lang="zh-CN" altLang="en-US">
                    <a:noFill/>
                  </a:rPr>
                  <a:t> </a:t>
                </a:r>
              </a:p>
            </p:txBody>
          </p:sp>
        </mc:Fallback>
      </mc:AlternateContent>
      <p:cxnSp>
        <p:nvCxnSpPr>
          <p:cNvPr id="148" name="直接箭头连接符 147"/>
          <p:cNvCxnSpPr>
            <a:stCxn id="141" idx="2"/>
            <a:endCxn id="163" idx="0"/>
          </p:cNvCxnSpPr>
          <p:nvPr/>
        </p:nvCxnSpPr>
        <p:spPr>
          <a:xfrm>
            <a:off x="9215006" y="2190788"/>
            <a:ext cx="866820" cy="299817"/>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a:stCxn id="141" idx="2"/>
            <a:endCxn id="165" idx="0"/>
          </p:cNvCxnSpPr>
          <p:nvPr/>
        </p:nvCxnSpPr>
        <p:spPr>
          <a:xfrm>
            <a:off x="9215006" y="2190788"/>
            <a:ext cx="1643335" cy="301287"/>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0" name="文本框 149"/>
              <p:cNvSpPr txBox="1"/>
              <p:nvPr/>
            </p:nvSpPr>
            <p:spPr>
              <a:xfrm>
                <a:off x="10259331" y="2056331"/>
                <a:ext cx="581121"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𝒕</m:t>
                        </m:r>
                      </m:sub>
                    </m:sSub>
                  </m:oMath>
                </a14:m>
                <a:r>
                  <a:rPr lang="en-US" altLang="zh-CN" sz="1600" dirty="0" smtClean="0"/>
                  <a:t>=4</a:t>
                </a:r>
                <a:endParaRPr lang="zh-CN" altLang="en-US" sz="1600" dirty="0"/>
              </a:p>
            </p:txBody>
          </p:sp>
        </mc:Choice>
        <mc:Fallback xmlns="">
          <p:sp>
            <p:nvSpPr>
              <p:cNvPr id="150" name="文本框 149"/>
              <p:cNvSpPr txBox="1">
                <a:spLocks noRot="1" noChangeAspect="1" noMove="1" noResize="1" noEditPoints="1" noAdjustHandles="1" noChangeArrowheads="1" noChangeShapeType="1" noTextEdit="1"/>
              </p:cNvSpPr>
              <p:nvPr/>
            </p:nvSpPr>
            <p:spPr>
              <a:xfrm>
                <a:off x="10259331" y="2056331"/>
                <a:ext cx="581121" cy="338554"/>
              </a:xfrm>
              <a:prstGeom prst="rect">
                <a:avLst/>
              </a:prstGeom>
              <a:blipFill rotWithShape="0">
                <a:blip r:embed="rId5"/>
                <a:stretch>
                  <a:fillRect t="-5357" r="-4211"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1" name="文本框 150"/>
              <p:cNvSpPr txBox="1"/>
              <p:nvPr/>
            </p:nvSpPr>
            <p:spPr>
              <a:xfrm>
                <a:off x="9392511" y="2201190"/>
                <a:ext cx="581121"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𝒕</m:t>
                        </m:r>
                      </m:sub>
                    </m:sSub>
                  </m:oMath>
                </a14:m>
                <a:r>
                  <a:rPr lang="en-US" altLang="zh-CN" sz="1600" dirty="0" smtClean="0"/>
                  <a:t>=3</a:t>
                </a:r>
                <a:endParaRPr lang="zh-CN" altLang="en-US" sz="1600" dirty="0"/>
              </a:p>
            </p:txBody>
          </p:sp>
        </mc:Choice>
        <mc:Fallback xmlns="">
          <p:sp>
            <p:nvSpPr>
              <p:cNvPr id="151" name="文本框 150"/>
              <p:cNvSpPr txBox="1">
                <a:spLocks noRot="1" noChangeAspect="1" noMove="1" noResize="1" noEditPoints="1" noAdjustHandles="1" noChangeArrowheads="1" noChangeShapeType="1" noTextEdit="1"/>
              </p:cNvSpPr>
              <p:nvPr/>
            </p:nvSpPr>
            <p:spPr>
              <a:xfrm>
                <a:off x="9392511" y="2201190"/>
                <a:ext cx="581121" cy="338554"/>
              </a:xfrm>
              <a:prstGeom prst="rect">
                <a:avLst/>
              </a:prstGeom>
              <a:blipFill rotWithShape="0">
                <a:blip r:embed="rId6"/>
                <a:stretch>
                  <a:fillRect t="-5357" r="-4211"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p:cNvSpPr txBox="1"/>
              <p:nvPr/>
            </p:nvSpPr>
            <p:spPr>
              <a:xfrm>
                <a:off x="8638408" y="2182267"/>
                <a:ext cx="581121" cy="338554"/>
              </a:xfrm>
              <a:prstGeom prst="rect">
                <a:avLst/>
              </a:prstGeom>
              <a:noFill/>
            </p:spPr>
            <p:txBody>
              <a:bodyPr wrap="none" rtlCol="0">
                <a:spAutoFit/>
              </a:bodyPr>
              <a:lstStyle/>
              <a:p>
                <a14:m>
                  <m:oMath xmlns:m="http://schemas.openxmlformats.org/officeDocument/2006/math">
                    <m:sSub>
                      <m:sSubPr>
                        <m:ctrlPr>
                          <a:rPr lang="en-US" altLang="zh-CN" sz="1600" b="1" i="1" smtClean="0">
                            <a:solidFill>
                              <a:srgbClr val="0070C0"/>
                            </a:solidFill>
                            <a:latin typeface="Cambria Math" panose="02040503050406030204" pitchFamily="18" charset="0"/>
                            <a:ea typeface="楷体_GB2312" pitchFamily="49" charset="-122"/>
                          </a:rPr>
                        </m:ctrlPr>
                      </m:sSubPr>
                      <m:e>
                        <m:r>
                          <a:rPr lang="en-US" altLang="zh-CN" sz="1600" b="1" i="1">
                            <a:solidFill>
                              <a:srgbClr val="0070C0"/>
                            </a:solidFill>
                            <a:latin typeface="Cambria Math" panose="02040503050406030204" pitchFamily="18" charset="0"/>
                            <a:ea typeface="楷体_GB2312" pitchFamily="49" charset="-122"/>
                          </a:rPr>
                          <m:t>𝒙</m:t>
                        </m:r>
                      </m:e>
                      <m:sub>
                        <m:r>
                          <a:rPr lang="en-US" altLang="zh-CN" sz="1600" b="1" i="1" smtClean="0">
                            <a:solidFill>
                              <a:srgbClr val="0070C0"/>
                            </a:solidFill>
                            <a:latin typeface="Cambria Math" panose="02040503050406030204" pitchFamily="18" charset="0"/>
                            <a:ea typeface="楷体_GB2312" pitchFamily="49" charset="-122"/>
                          </a:rPr>
                          <m:t>𝒕</m:t>
                        </m:r>
                      </m:sub>
                    </m:sSub>
                  </m:oMath>
                </a14:m>
                <a:r>
                  <a:rPr lang="en-US" altLang="zh-CN" sz="1600" dirty="0" smtClean="0"/>
                  <a:t>=2</a:t>
                </a:r>
                <a:endParaRPr lang="zh-CN" altLang="en-US" sz="1600" dirty="0"/>
              </a:p>
            </p:txBody>
          </p:sp>
        </mc:Choice>
        <mc:Fallback xmlns="">
          <p:sp>
            <p:nvSpPr>
              <p:cNvPr id="153" name="文本框 152"/>
              <p:cNvSpPr txBox="1">
                <a:spLocks noRot="1" noChangeAspect="1" noMove="1" noResize="1" noEditPoints="1" noAdjustHandles="1" noChangeArrowheads="1" noChangeShapeType="1" noTextEdit="1"/>
              </p:cNvSpPr>
              <p:nvPr/>
            </p:nvSpPr>
            <p:spPr>
              <a:xfrm>
                <a:off x="8638408" y="2182267"/>
                <a:ext cx="581121" cy="338554"/>
              </a:xfrm>
              <a:prstGeom prst="rect">
                <a:avLst/>
              </a:prstGeom>
              <a:blipFill rotWithShape="0">
                <a:blip r:embed="rId7"/>
                <a:stretch>
                  <a:fillRect t="-5357" r="-5263" b="-21429"/>
                </a:stretch>
              </a:blipFill>
            </p:spPr>
            <p:txBody>
              <a:bodyPr/>
              <a:lstStyle/>
              <a:p>
                <a:r>
                  <a:rPr lang="zh-CN" altLang="en-US">
                    <a:noFill/>
                  </a:rPr>
                  <a:t> </a:t>
                </a:r>
              </a:p>
            </p:txBody>
          </p:sp>
        </mc:Fallback>
      </mc:AlternateContent>
      <p:cxnSp>
        <p:nvCxnSpPr>
          <p:cNvPr id="156" name="直接箭头连接符 155"/>
          <p:cNvCxnSpPr>
            <a:stCxn id="141" idx="2"/>
            <a:endCxn id="157" idx="0"/>
          </p:cNvCxnSpPr>
          <p:nvPr/>
        </p:nvCxnSpPr>
        <p:spPr>
          <a:xfrm>
            <a:off x="9215006" y="2190788"/>
            <a:ext cx="11911" cy="30210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7" name="矩形 156"/>
          <p:cNvSpPr/>
          <p:nvPr/>
        </p:nvSpPr>
        <p:spPr>
          <a:xfrm>
            <a:off x="9020705" y="249289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162" name="直接箭头连接符 161"/>
          <p:cNvCxnSpPr>
            <a:stCxn id="141" idx="2"/>
            <a:endCxn id="163" idx="0"/>
          </p:cNvCxnSpPr>
          <p:nvPr/>
        </p:nvCxnSpPr>
        <p:spPr>
          <a:xfrm>
            <a:off x="9215006" y="2190788"/>
            <a:ext cx="866820" cy="2998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3" name="矩形 162"/>
          <p:cNvSpPr/>
          <p:nvPr/>
        </p:nvSpPr>
        <p:spPr>
          <a:xfrm>
            <a:off x="9875614" y="2490605"/>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p:sp>
        <p:nvSpPr>
          <p:cNvPr id="165" name="矩形 164"/>
          <p:cNvSpPr/>
          <p:nvPr/>
        </p:nvSpPr>
        <p:spPr>
          <a:xfrm>
            <a:off x="10652129" y="2492075"/>
            <a:ext cx="412423" cy="360040"/>
          </a:xfrm>
          <a:prstGeom prst="rect">
            <a:avLst/>
          </a:prstGeom>
          <a:ln>
            <a:solidFill>
              <a:srgbClr val="FF0000"/>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mc:AlternateContent xmlns:mc="http://schemas.openxmlformats.org/markup-compatibility/2006" xmlns:a14="http://schemas.microsoft.com/office/drawing/2010/main">
        <mc:Choice Requires="a14">
          <p:sp>
            <p:nvSpPr>
              <p:cNvPr id="21" name="矩形 20"/>
              <p:cNvSpPr/>
              <p:nvPr/>
            </p:nvSpPr>
            <p:spPr>
              <a:xfrm>
                <a:off x="6893741" y="2499054"/>
                <a:ext cx="495269" cy="36004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rgbClr val="0070C0"/>
                              </a:solidFill>
                              <a:latin typeface="Cambria Math" panose="02040503050406030204" pitchFamily="18" charset="0"/>
                              <a:ea typeface="楷体_GB2312" pitchFamily="49" charset="-122"/>
                            </a:rPr>
                          </m:ctrlPr>
                        </m:sSubPr>
                        <m:e>
                          <m:r>
                            <a:rPr lang="en-US" altLang="zh-CN" b="1" i="1" smtClean="0">
                              <a:solidFill>
                                <a:srgbClr val="0070C0"/>
                              </a:solidFill>
                              <a:latin typeface="Cambria Math" panose="02040503050406030204" pitchFamily="18" charset="0"/>
                              <a:ea typeface="楷体_GB2312" pitchFamily="49" charset="-122"/>
                            </a:rPr>
                            <m:t>𝒕</m:t>
                          </m:r>
                          <m:r>
                            <a:rPr lang="en-US" altLang="zh-CN" b="1" i="1" smtClean="0">
                              <a:solidFill>
                                <a:srgbClr val="FF0000"/>
                              </a:solidFill>
                              <a:latin typeface="Cambria Math" panose="02040503050406030204" pitchFamily="18" charset="0"/>
                              <a:ea typeface="楷体_GB2312" pitchFamily="49" charset="-122"/>
                            </a:rPr>
                            <m:t>.</m:t>
                          </m:r>
                          <m:r>
                            <a:rPr lang="en-US" altLang="zh-CN" b="1" i="1">
                              <a:solidFill>
                                <a:srgbClr val="0070C0"/>
                              </a:solidFill>
                              <a:latin typeface="Cambria Math" panose="02040503050406030204" pitchFamily="18" charset="0"/>
                              <a:ea typeface="楷体_GB2312" pitchFamily="49" charset="-122"/>
                            </a:rPr>
                            <m:t>𝒙</m:t>
                          </m:r>
                        </m:e>
                        <m:sub>
                          <m:r>
                            <a:rPr lang="en-US" altLang="zh-CN" b="1" i="1" smtClean="0">
                              <a:solidFill>
                                <a:srgbClr val="0070C0"/>
                              </a:solidFill>
                              <a:latin typeface="Cambria Math" panose="02040503050406030204" pitchFamily="18" charset="0"/>
                              <a:ea typeface="楷体_GB2312" pitchFamily="49" charset="-122"/>
                            </a:rPr>
                            <m:t>𝒕</m:t>
                          </m:r>
                        </m:sub>
                      </m:sSub>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6893741" y="2499054"/>
                <a:ext cx="495269" cy="360040"/>
              </a:xfrm>
              <a:prstGeom prst="rect">
                <a:avLst/>
              </a:prstGeom>
              <a:blipFill rotWithShape="0">
                <a:blip r:embed="rId8"/>
                <a:stretch>
                  <a:fillRect l="-7059"/>
                </a:stretch>
              </a:blipFill>
            </p:spPr>
            <p:txBody>
              <a:bodyPr/>
              <a:lstStyle/>
              <a:p>
                <a:r>
                  <a:rPr lang="zh-CN" altLang="en-US">
                    <a:noFill/>
                  </a:rPr>
                  <a:t> </a:t>
                </a:r>
              </a:p>
            </p:txBody>
          </p:sp>
        </mc:Fallback>
      </mc:AlternateContent>
      <p:cxnSp>
        <p:nvCxnSpPr>
          <p:cNvPr id="22" name="直接箭头连接符 21"/>
          <p:cNvCxnSpPr>
            <a:stCxn id="21" idx="3"/>
          </p:cNvCxnSpPr>
          <p:nvPr/>
        </p:nvCxnSpPr>
        <p:spPr>
          <a:xfrm>
            <a:off x="7389010" y="2679074"/>
            <a:ext cx="364092" cy="0"/>
          </a:xfrm>
          <a:prstGeom prst="straightConnector1">
            <a:avLst/>
          </a:prstGeom>
          <a:ln w="28575">
            <a:solidFill>
              <a:srgbClr val="FF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8814980" y="3015613"/>
            <a:ext cx="648072"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root</a:t>
            </a:r>
          </a:p>
        </p:txBody>
      </p:sp>
      <p:cxnSp>
        <p:nvCxnSpPr>
          <p:cNvPr id="29" name="直接箭头连接符 28"/>
          <p:cNvCxnSpPr>
            <a:stCxn id="28" idx="2"/>
            <a:endCxn id="30" idx="0"/>
          </p:cNvCxnSpPr>
          <p:nvPr/>
        </p:nvCxnSpPr>
        <p:spPr>
          <a:xfrm>
            <a:off x="9139016" y="3375653"/>
            <a:ext cx="576518" cy="3292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9509322" y="3704933"/>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p:cxnSp>
        <p:nvCxnSpPr>
          <p:cNvPr id="31" name="直接箭头连接符 30"/>
          <p:cNvCxnSpPr>
            <a:stCxn id="30" idx="2"/>
            <a:endCxn id="32" idx="0"/>
          </p:cNvCxnSpPr>
          <p:nvPr/>
        </p:nvCxnSpPr>
        <p:spPr>
          <a:xfrm flipH="1">
            <a:off x="9064998" y="4064973"/>
            <a:ext cx="650536" cy="33647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8858786" y="4401443"/>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33" name="直接箭头连接符 32"/>
          <p:cNvCxnSpPr>
            <a:stCxn id="32" idx="2"/>
            <a:endCxn id="34" idx="0"/>
          </p:cNvCxnSpPr>
          <p:nvPr/>
        </p:nvCxnSpPr>
        <p:spPr>
          <a:xfrm>
            <a:off x="9064998" y="4761483"/>
            <a:ext cx="973099" cy="15310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9831885" y="4914586"/>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cxnSp>
        <p:nvCxnSpPr>
          <p:cNvPr id="35" name="直接箭头连接符 34"/>
          <p:cNvCxnSpPr>
            <a:stCxn id="34" idx="2"/>
            <a:endCxn id="36" idx="0"/>
          </p:cNvCxnSpPr>
          <p:nvPr/>
        </p:nvCxnSpPr>
        <p:spPr>
          <a:xfrm flipH="1">
            <a:off x="9427275" y="5274626"/>
            <a:ext cx="610822" cy="21752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9221063" y="5492151"/>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49" name="直接连接符 48"/>
          <p:cNvCxnSpPr/>
          <p:nvPr/>
        </p:nvCxnSpPr>
        <p:spPr>
          <a:xfrm>
            <a:off x="10361186" y="2287248"/>
            <a:ext cx="285152"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10381132" y="2287248"/>
            <a:ext cx="205950"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64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P spid="145" grpId="0" animBg="1"/>
      <p:bldP spid="146" grpId="0"/>
      <p:bldP spid="150" grpId="0"/>
      <p:bldP spid="151" grpId="0"/>
      <p:bldP spid="153" grpId="0"/>
      <p:bldP spid="157" grpId="0" animBg="1"/>
      <p:bldP spid="163" grpId="0" animBg="1"/>
      <p:bldP spid="165" grpId="0" animBg="1"/>
      <p:bldP spid="21" grpId="0" animBg="1"/>
      <p:bldP spid="28" grpId="0" animBg="1"/>
      <p:bldP spid="30" grpId="0" animBg="1"/>
      <p:bldP spid="32" grpId="0" animBg="1"/>
      <p:bldP spid="34"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6</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a:xfrm>
            <a:off x="623392" y="989305"/>
            <a:ext cx="11089232" cy="4752975"/>
          </a:xfrm>
        </p:spPr>
        <p:txBody>
          <a:bodyPr/>
          <a:lstStyle/>
          <a:p>
            <a:r>
              <a:rPr lang="zh-CN" altLang="en-US" b="1" dirty="0" smtClean="0"/>
              <a:t>回溯法：</a:t>
            </a:r>
            <a:r>
              <a:rPr lang="zh-CN" altLang="en-US" b="1" dirty="0">
                <a:solidFill>
                  <a:srgbClr val="000000"/>
                </a:solidFill>
              </a:rPr>
              <a:t>回溯法是一个</a:t>
            </a:r>
            <a:r>
              <a:rPr lang="zh-CN" altLang="en-US" b="1" dirty="0" smtClean="0">
                <a:solidFill>
                  <a:srgbClr val="000000"/>
                </a:solidFill>
              </a:rPr>
              <a:t>既有</a:t>
            </a:r>
            <a:r>
              <a:rPr lang="zh-CN" altLang="en-US" b="1" dirty="0">
                <a:solidFill>
                  <a:srgbClr val="000000"/>
                </a:solidFill>
              </a:rPr>
              <a:t>系统性</a:t>
            </a:r>
            <a:r>
              <a:rPr lang="zh-CN" altLang="en-US" b="1" dirty="0" smtClean="0">
                <a:solidFill>
                  <a:srgbClr val="000000"/>
                </a:solidFill>
              </a:rPr>
              <a:t>又有</a:t>
            </a:r>
            <a:r>
              <a:rPr lang="zh-CN" altLang="en-US" b="1" dirty="0">
                <a:solidFill>
                  <a:srgbClr val="000000"/>
                </a:solidFill>
              </a:rPr>
              <a:t>跳跃性的的搜索算法</a:t>
            </a:r>
            <a:r>
              <a:rPr lang="zh-CN" altLang="en-US" b="1" dirty="0" smtClean="0">
                <a:solidFill>
                  <a:srgbClr val="000000"/>
                </a:solidFill>
              </a:rPr>
              <a:t>。</a:t>
            </a:r>
            <a:endParaRPr lang="en-US" altLang="zh-CN" b="1" dirty="0" smtClean="0">
              <a:solidFill>
                <a:srgbClr val="000000"/>
              </a:solidFill>
            </a:endParaRPr>
          </a:p>
          <a:p>
            <a:pPr lvl="1"/>
            <a:r>
              <a:rPr lang="zh-CN" altLang="en-US" b="1" dirty="0">
                <a:solidFill>
                  <a:srgbClr val="000000"/>
                </a:solidFill>
              </a:rPr>
              <a:t>可视为</a:t>
            </a:r>
            <a:r>
              <a:rPr lang="zh-CN" altLang="en-US" b="1" dirty="0" smtClean="0">
                <a:solidFill>
                  <a:srgbClr val="000000"/>
                </a:solidFill>
              </a:rPr>
              <a:t>一个枚举过程，由于每步都进行约束条件的检测，可实现减枝，因此不需要枚举所有情况，效率高于一般枚举算法。</a:t>
            </a:r>
            <a:endParaRPr lang="en-US" altLang="zh-CN" b="1" dirty="0" smtClean="0">
              <a:solidFill>
                <a:srgbClr val="000000"/>
              </a:solidFill>
            </a:endParaRPr>
          </a:p>
          <a:p>
            <a:pPr lvl="1"/>
            <a:endParaRPr lang="en-US" altLang="zh-CN" dirty="0" smtClean="0">
              <a:solidFill>
                <a:srgbClr val="000000"/>
              </a:solidFill>
            </a:endParaRPr>
          </a:p>
          <a:p>
            <a:pPr lvl="1"/>
            <a:endParaRPr lang="en-US" altLang="zh-CN" dirty="0">
              <a:solidFill>
                <a:srgbClr val="000000"/>
              </a:solidFill>
            </a:endParaRPr>
          </a:p>
          <a:p>
            <a:pPr lvl="1"/>
            <a:r>
              <a:rPr lang="zh-CN" altLang="en-US" b="1" dirty="0" smtClean="0">
                <a:solidFill>
                  <a:srgbClr val="000000"/>
                </a:solidFill>
              </a:rPr>
              <a:t>主要求解</a:t>
            </a:r>
            <a:r>
              <a:rPr lang="zh-CN" altLang="en-US" b="1" dirty="0">
                <a:solidFill>
                  <a:srgbClr val="000000"/>
                </a:solidFill>
              </a:rPr>
              <a:t>过程</a:t>
            </a:r>
            <a:r>
              <a:rPr lang="zh-CN" altLang="en-US" b="1" dirty="0" smtClean="0">
                <a:solidFill>
                  <a:srgbClr val="000000"/>
                </a:solidFill>
              </a:rPr>
              <a:t>：</a:t>
            </a:r>
            <a:endParaRPr lang="en-US" altLang="zh-CN" b="1" dirty="0" smtClean="0">
              <a:solidFill>
                <a:srgbClr val="000000"/>
              </a:solidFill>
            </a:endParaRPr>
          </a:p>
          <a:p>
            <a:pPr lvl="2"/>
            <a:r>
              <a:rPr lang="zh-CN" altLang="en-US" sz="2200" b="1" dirty="0" smtClean="0">
                <a:solidFill>
                  <a:srgbClr val="000000"/>
                </a:solidFill>
              </a:rPr>
              <a:t>回溯</a:t>
            </a:r>
            <a:r>
              <a:rPr lang="zh-CN" altLang="en-US" sz="2200" b="1" dirty="0">
                <a:solidFill>
                  <a:srgbClr val="000000"/>
                </a:solidFill>
              </a:rPr>
              <a:t>法在包含所有解的解空间树中，按照深度优先的策略，从根结点出发搜索解</a:t>
            </a:r>
            <a:r>
              <a:rPr lang="zh-CN" altLang="en-US" sz="2200" b="1" dirty="0" smtClean="0">
                <a:solidFill>
                  <a:srgbClr val="000000"/>
                </a:solidFill>
              </a:rPr>
              <a:t>空间树（创建解空间树）</a:t>
            </a:r>
            <a:endParaRPr lang="en-US" altLang="zh-CN" sz="2200" b="1" dirty="0" smtClean="0">
              <a:solidFill>
                <a:srgbClr val="000000"/>
              </a:solidFill>
            </a:endParaRPr>
          </a:p>
          <a:p>
            <a:pPr lvl="2"/>
            <a:r>
              <a:rPr lang="zh-CN" altLang="en-US" sz="2200" b="1" dirty="0" smtClean="0">
                <a:solidFill>
                  <a:srgbClr val="000000"/>
                </a:solidFill>
              </a:rPr>
              <a:t>算法</a:t>
            </a:r>
            <a:r>
              <a:rPr lang="zh-CN" altLang="en-US" sz="2200" b="1" dirty="0">
                <a:solidFill>
                  <a:srgbClr val="000000"/>
                </a:solidFill>
              </a:rPr>
              <a:t>搜索</a:t>
            </a:r>
            <a:r>
              <a:rPr lang="zh-CN" altLang="en-US" sz="2200" b="1" dirty="0" smtClean="0">
                <a:solidFill>
                  <a:srgbClr val="000000"/>
                </a:solidFill>
              </a:rPr>
              <a:t>至任何</a:t>
            </a:r>
            <a:r>
              <a:rPr lang="zh-CN" altLang="en-US" sz="2200" b="1" dirty="0">
                <a:solidFill>
                  <a:srgbClr val="000000"/>
                </a:solidFill>
              </a:rPr>
              <a:t>一个结点时，先判断该</a:t>
            </a:r>
            <a:r>
              <a:rPr lang="zh-CN" altLang="en-US" sz="2200" b="1" dirty="0" smtClean="0">
                <a:solidFill>
                  <a:srgbClr val="000000"/>
                </a:solidFill>
              </a:rPr>
              <a:t>结点所在分枝是否肯定不包含</a:t>
            </a:r>
            <a:r>
              <a:rPr lang="zh-CN" altLang="en-US" sz="2200" b="1" dirty="0">
                <a:solidFill>
                  <a:srgbClr val="000000"/>
                </a:solidFill>
              </a:rPr>
              <a:t>问题的</a:t>
            </a:r>
            <a:r>
              <a:rPr lang="zh-CN" altLang="en-US" sz="2200" b="1" dirty="0" smtClean="0">
                <a:solidFill>
                  <a:srgbClr val="000000"/>
                </a:solidFill>
              </a:rPr>
              <a:t>解</a:t>
            </a:r>
            <a:endParaRPr lang="en-US" altLang="zh-CN" sz="2200" b="1" dirty="0" smtClean="0">
              <a:solidFill>
                <a:srgbClr val="000000"/>
              </a:solidFill>
            </a:endParaRPr>
          </a:p>
          <a:p>
            <a:pPr lvl="3"/>
            <a:r>
              <a:rPr lang="zh-CN" altLang="en-US" sz="2200" b="1" dirty="0" smtClean="0">
                <a:solidFill>
                  <a:srgbClr val="000000"/>
                </a:solidFill>
              </a:rPr>
              <a:t>如果肯定不</a:t>
            </a:r>
            <a:r>
              <a:rPr lang="zh-CN" altLang="en-US" sz="2200" b="1" dirty="0">
                <a:solidFill>
                  <a:srgbClr val="000000"/>
                </a:solidFill>
              </a:rPr>
              <a:t>包含，则跳过对以该结点为根的子树搜索（减枝</a:t>
            </a:r>
            <a:r>
              <a:rPr lang="zh-CN" altLang="en-US" sz="2200" b="1" dirty="0" smtClean="0">
                <a:solidFill>
                  <a:srgbClr val="000000"/>
                </a:solidFill>
              </a:rPr>
              <a:t>）</a:t>
            </a:r>
            <a:endParaRPr lang="en-US" altLang="zh-CN" sz="2200" b="1" dirty="0" smtClean="0">
              <a:solidFill>
                <a:srgbClr val="000000"/>
              </a:solidFill>
            </a:endParaRPr>
          </a:p>
          <a:p>
            <a:pPr lvl="3"/>
            <a:r>
              <a:rPr lang="zh-CN" altLang="en-US" sz="2200" b="1" dirty="0" smtClean="0">
                <a:solidFill>
                  <a:srgbClr val="000000"/>
                </a:solidFill>
              </a:rPr>
              <a:t>否则，有可能包含解，进入</a:t>
            </a:r>
            <a:r>
              <a:rPr lang="zh-CN" altLang="en-US" sz="2200" b="1" dirty="0">
                <a:solidFill>
                  <a:srgbClr val="000000"/>
                </a:solidFill>
              </a:rPr>
              <a:t>该子树，继续按深度优先的策略进行</a:t>
            </a:r>
            <a:r>
              <a:rPr lang="zh-CN" altLang="en-US" sz="2200" b="1" dirty="0" smtClean="0">
                <a:solidFill>
                  <a:srgbClr val="000000"/>
                </a:solidFill>
              </a:rPr>
              <a:t>搜索</a:t>
            </a:r>
            <a:endParaRPr lang="en-US" altLang="zh-CN" sz="2200" b="1" dirty="0" smtClean="0">
              <a:solidFill>
                <a:srgbClr val="000000"/>
              </a:solidFill>
            </a:endParaRPr>
          </a:p>
          <a:p>
            <a:pPr lvl="1"/>
            <a:r>
              <a:rPr lang="zh-CN" altLang="en-US" b="1" dirty="0" smtClean="0">
                <a:solidFill>
                  <a:srgbClr val="000000"/>
                </a:solidFill>
              </a:rPr>
              <a:t>求解</a:t>
            </a:r>
            <a:r>
              <a:rPr lang="zh-CN" altLang="en-US" b="1" dirty="0">
                <a:solidFill>
                  <a:srgbClr val="000000"/>
                </a:solidFill>
              </a:rPr>
              <a:t>类型：</a:t>
            </a:r>
            <a:endParaRPr lang="en-US" altLang="zh-CN" b="1" dirty="0">
              <a:solidFill>
                <a:srgbClr val="000000"/>
              </a:solidFill>
            </a:endParaRPr>
          </a:p>
          <a:p>
            <a:pPr lvl="2"/>
            <a:r>
              <a:rPr lang="zh-CN" altLang="en-US" sz="2200" b="1" dirty="0">
                <a:solidFill>
                  <a:srgbClr val="000000"/>
                </a:solidFill>
              </a:rPr>
              <a:t>全部</a:t>
            </a:r>
            <a:r>
              <a:rPr lang="zh-CN" altLang="en-US" sz="2200" b="1" dirty="0" smtClean="0">
                <a:solidFill>
                  <a:srgbClr val="000000"/>
                </a:solidFill>
              </a:rPr>
              <a:t>解：</a:t>
            </a:r>
            <a:r>
              <a:rPr lang="zh-CN" altLang="en-US" sz="2200" b="1" dirty="0">
                <a:solidFill>
                  <a:srgbClr val="000000"/>
                </a:solidFill>
              </a:rPr>
              <a:t>不断</a:t>
            </a:r>
            <a:r>
              <a:rPr lang="zh-CN" altLang="en-US" sz="2200" b="1" dirty="0" smtClean="0">
                <a:solidFill>
                  <a:srgbClr val="000000"/>
                </a:solidFill>
              </a:rPr>
              <a:t>回溯，直至回溯到根结点搜索结束</a:t>
            </a:r>
            <a:r>
              <a:rPr lang="zh-CN" altLang="en-US" sz="2200" b="1" dirty="0">
                <a:solidFill>
                  <a:srgbClr val="000000"/>
                </a:solidFill>
              </a:rPr>
              <a:t>。</a:t>
            </a:r>
            <a:endParaRPr lang="en-US" altLang="zh-CN" sz="2200" b="1" dirty="0">
              <a:solidFill>
                <a:srgbClr val="000000"/>
              </a:solidFill>
            </a:endParaRPr>
          </a:p>
          <a:p>
            <a:pPr lvl="2"/>
            <a:r>
              <a:rPr lang="zh-CN" altLang="en-US" sz="2200" b="1" dirty="0" smtClean="0">
                <a:solidFill>
                  <a:srgbClr val="000000"/>
                </a:solidFill>
              </a:rPr>
              <a:t>任一解：只要</a:t>
            </a:r>
            <a:r>
              <a:rPr lang="zh-CN" altLang="en-US" sz="2200" b="1" dirty="0">
                <a:solidFill>
                  <a:srgbClr val="000000"/>
                </a:solidFill>
              </a:rPr>
              <a:t>搜索到问题的一</a:t>
            </a:r>
            <a:r>
              <a:rPr lang="zh-CN" altLang="en-US" sz="2200" b="1" dirty="0" smtClean="0">
                <a:solidFill>
                  <a:srgbClr val="000000"/>
                </a:solidFill>
              </a:rPr>
              <a:t>个解（最深层的叶子节点）结束</a:t>
            </a:r>
            <a:r>
              <a:rPr lang="zh-CN" altLang="en-US" sz="2200" b="1" dirty="0">
                <a:solidFill>
                  <a:srgbClr val="000000"/>
                </a:solidFill>
              </a:rPr>
              <a:t>。</a:t>
            </a:r>
          </a:p>
          <a:p>
            <a:pPr lvl="3"/>
            <a:endParaRPr lang="zh-CN" altLang="en-US" sz="2000" dirty="0">
              <a:solidFill>
                <a:srgbClr val="000000"/>
              </a:solidFill>
            </a:endParaRPr>
          </a:p>
          <a:p>
            <a:pPr lvl="1"/>
            <a:endParaRPr lang="en-US" altLang="zh-CN" dirty="0" smtClean="0">
              <a:solidFill>
                <a:srgbClr val="000000"/>
              </a:solidFill>
            </a:endParaRPr>
          </a:p>
          <a:p>
            <a:endParaRPr lang="zh-CN" altLang="en-US" dirty="0"/>
          </a:p>
        </p:txBody>
      </p:sp>
      <p:sp>
        <p:nvSpPr>
          <p:cNvPr id="13" name="矩形 12"/>
          <p:cNvSpPr/>
          <p:nvPr/>
        </p:nvSpPr>
        <p:spPr>
          <a:xfrm>
            <a:off x="7629526" y="1982460"/>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graphicFrame>
        <p:nvGraphicFramePr>
          <p:cNvPr id="14" name="表格 13"/>
          <p:cNvGraphicFramePr>
            <a:graphicFrameLocks noGrp="1"/>
          </p:cNvGraphicFramePr>
          <p:nvPr>
            <p:extLst>
              <p:ext uri="{D42A27DB-BD31-4B8C-83A1-F6EECF244321}">
                <p14:modId xmlns:p14="http://schemas.microsoft.com/office/powerpoint/2010/main" val="3092957608"/>
              </p:ext>
            </p:extLst>
          </p:nvPr>
        </p:nvGraphicFramePr>
        <p:xfrm>
          <a:off x="8143200" y="1916832"/>
          <a:ext cx="833120" cy="690320"/>
        </p:xfrm>
        <a:graphic>
          <a:graphicData uri="http://schemas.openxmlformats.org/drawingml/2006/table">
            <a:tbl>
              <a:tblPr firstRow="1" bandRow="1">
                <a:tableStyleId>{5940675A-B579-460E-94D1-54222C63F5DA}</a:tableStyleId>
              </a:tblPr>
              <a:tblGrid>
                <a:gridCol w="208280"/>
                <a:gridCol w="208280"/>
                <a:gridCol w="208280"/>
                <a:gridCol w="208280"/>
              </a:tblGrid>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72580">
                <a:tc>
                  <a:txBody>
                    <a:bodyPr/>
                    <a:lstStyle/>
                    <a:p>
                      <a:pPr algn="ctr" fontAlgn="ctr">
                        <a:lnSpc>
                          <a:spcPts val="400"/>
                        </a:lnSpc>
                      </a:pPr>
                      <a:endParaRPr lang="zh-CN" altLang="en-US" sz="80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172580">
                <a:tc>
                  <a:txBody>
                    <a:bodyPr/>
                    <a:lstStyle/>
                    <a:p>
                      <a:pPr algn="ctr" fontAlgn="ctr">
                        <a:lnSpc>
                          <a:spcPts val="400"/>
                        </a:lnSpc>
                      </a:pPr>
                      <a:endParaRPr lang="zh-CN" altLang="en-US" sz="800"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ctr">
                        <a:lnSpc>
                          <a:spcPts val="400"/>
                        </a:lnSpc>
                      </a:pPr>
                      <a:endParaRPr lang="zh-CN" altLang="en-US" sz="800"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9285" y="1935704"/>
            <a:ext cx="144016" cy="139504"/>
          </a:xfrm>
          <a:prstGeom prst="rect">
            <a:avLst/>
          </a:prstGeom>
        </p:spPr>
      </p:pic>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6012" y="2105171"/>
            <a:ext cx="144016" cy="139504"/>
          </a:xfrm>
          <a:prstGeom prst="rect">
            <a:avLst/>
          </a:prstGeom>
        </p:spPr>
      </p:pic>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78791" y="2285742"/>
            <a:ext cx="144016" cy="139504"/>
          </a:xfrm>
          <a:prstGeom prst="rect">
            <a:avLst/>
          </a:prstGeom>
        </p:spPr>
      </p:pic>
      <p:cxnSp>
        <p:nvCxnSpPr>
          <p:cNvPr id="18" name="直接箭头连接符 17"/>
          <p:cNvCxnSpPr>
            <a:stCxn id="13" idx="2"/>
          </p:cNvCxnSpPr>
          <p:nvPr/>
        </p:nvCxnSpPr>
        <p:spPr>
          <a:xfrm flipH="1">
            <a:off x="6857631" y="2342500"/>
            <a:ext cx="978107" cy="53814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3" idx="2"/>
          </p:cNvCxnSpPr>
          <p:nvPr/>
        </p:nvCxnSpPr>
        <p:spPr>
          <a:xfrm flipH="1">
            <a:off x="7172719" y="2342500"/>
            <a:ext cx="663019" cy="519512"/>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3" idx="2"/>
          </p:cNvCxnSpPr>
          <p:nvPr/>
        </p:nvCxnSpPr>
        <p:spPr>
          <a:xfrm flipH="1">
            <a:off x="7404595" y="2342500"/>
            <a:ext cx="431143" cy="538148"/>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3" idx="2"/>
          </p:cNvCxnSpPr>
          <p:nvPr/>
        </p:nvCxnSpPr>
        <p:spPr>
          <a:xfrm flipH="1">
            <a:off x="7751511" y="2342500"/>
            <a:ext cx="84227" cy="560277"/>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矩形标注 22"/>
          <p:cNvSpPr/>
          <p:nvPr/>
        </p:nvSpPr>
        <p:spPr>
          <a:xfrm>
            <a:off x="3857162" y="2233615"/>
            <a:ext cx="1546027" cy="679924"/>
          </a:xfrm>
          <a:prstGeom prst="wedgeRectCallout">
            <a:avLst>
              <a:gd name="adj1" fmla="val 149280"/>
              <a:gd name="adj2" fmla="val 994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t>不合规</a:t>
            </a:r>
            <a:r>
              <a:rPr lang="en-US" altLang="zh-CN" sz="2000" dirty="0" smtClean="0"/>
              <a:t>.</a:t>
            </a:r>
            <a:r>
              <a:rPr lang="zh-CN" altLang="en-US" sz="2000" dirty="0" smtClean="0"/>
              <a:t>无解</a:t>
            </a:r>
            <a:endParaRPr lang="en-US" altLang="zh-CN" sz="2000" dirty="0" smtClean="0"/>
          </a:p>
          <a:p>
            <a:pPr algn="ctr"/>
            <a:r>
              <a:rPr lang="zh-CN" altLang="en-US" sz="2000" dirty="0" smtClean="0"/>
              <a:t>减枝</a:t>
            </a:r>
            <a:endParaRPr lang="zh-CN" altLang="en-US" sz="2000" dirty="0"/>
          </a:p>
        </p:txBody>
      </p:sp>
      <p:sp>
        <p:nvSpPr>
          <p:cNvPr id="34" name="矩形 33"/>
          <p:cNvSpPr/>
          <p:nvPr/>
        </p:nvSpPr>
        <p:spPr>
          <a:xfrm>
            <a:off x="6475140" y="2717721"/>
            <a:ext cx="390103" cy="360040"/>
          </a:xfrm>
          <a:prstGeom prst="rect">
            <a:avLst/>
          </a:prstGeom>
          <a:ln>
            <a:solidFill>
              <a:srgbClr val="FF0000"/>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22" name="直接连接符 21"/>
          <p:cNvCxnSpPr/>
          <p:nvPr/>
        </p:nvCxnSpPr>
        <p:spPr>
          <a:xfrm>
            <a:off x="6946548" y="2607152"/>
            <a:ext cx="285152"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6966494" y="2607152"/>
            <a:ext cx="205950"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63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4"/>
          </p:nvPr>
        </p:nvSpPr>
        <p:spPr>
          <a:xfrm>
            <a:off x="623392" y="1196752"/>
            <a:ext cx="10513168" cy="4752975"/>
          </a:xfrm>
          <a:ln>
            <a:noFill/>
          </a:ln>
        </p:spPr>
        <p:txBody>
          <a:bodyPr/>
          <a:lstStyle/>
          <a:p>
            <a:pPr marL="742950" lvl="2" indent="-342900">
              <a:buFont typeface="Wingdings" pitchFamily="2" charset="2"/>
              <a:buChar char="n"/>
            </a:pPr>
            <a:r>
              <a:rPr lang="en-US" altLang="zh-CN" sz="2400" b="1" dirty="0" smtClean="0">
                <a:latin typeface="楷体_GB2312" pitchFamily="49" charset="-122"/>
                <a:ea typeface="楷体_GB2312" pitchFamily="49" charset="-122"/>
              </a:rPr>
              <a:t>N</a:t>
            </a:r>
            <a:r>
              <a:rPr lang="zh-CN" altLang="en-US" sz="2400" b="1" dirty="0" smtClean="0">
                <a:latin typeface="楷体_GB2312" pitchFamily="49" charset="-122"/>
                <a:ea typeface="楷体_GB2312" pitchFamily="49" charset="-122"/>
              </a:rPr>
              <a:t>皇后问题</a:t>
            </a:r>
            <a:endParaRPr lang="en-US" altLang="zh-CN" sz="2400" b="1" dirty="0" smtClean="0">
              <a:latin typeface="楷体_GB2312" pitchFamily="49" charset="-122"/>
              <a:ea typeface="楷体_GB2312" pitchFamily="49" charset="-122"/>
            </a:endParaRPr>
          </a:p>
          <a:p>
            <a:pPr marL="742950" lvl="2" indent="-342900">
              <a:buFont typeface="Wingdings" pitchFamily="2" charset="2"/>
              <a:buChar char="n"/>
            </a:pPr>
            <a:endParaRPr lang="en-US" altLang="zh-CN" b="1" dirty="0" smtClean="0">
              <a:solidFill>
                <a:srgbClr val="0070C0"/>
              </a:solidFill>
              <a:latin typeface="楷体_GB2312" pitchFamily="49" charset="-122"/>
              <a:ea typeface="楷体_GB2312" pitchFamily="49" charset="-122"/>
            </a:endParaRPr>
          </a:p>
          <a:p>
            <a:pPr marL="1200150" lvl="3" indent="-342900">
              <a:buFont typeface="Wingdings" pitchFamily="2" charset="2"/>
              <a:buChar char="n"/>
            </a:pPr>
            <a:endParaRPr lang="en-US" altLang="zh-CN" b="1" dirty="0" smtClean="0">
              <a:solidFill>
                <a:srgbClr val="0070C0"/>
              </a:solidFill>
              <a:latin typeface="楷体_GB2312" pitchFamily="49" charset="-122"/>
              <a:ea typeface="楷体_GB2312" pitchFamily="49" charset="-122"/>
            </a:endParaRPr>
          </a:p>
          <a:p>
            <a:pPr marL="857250" lvl="3" indent="0">
              <a:buNone/>
            </a:pPr>
            <a:endParaRPr lang="en-US" altLang="zh-CN" sz="2000" b="1" dirty="0">
              <a:solidFill>
                <a:srgbClr val="0070C0"/>
              </a:solidFill>
              <a:latin typeface="楷体_GB2312" pitchFamily="49" charset="-122"/>
              <a:ea typeface="楷体_GB2312" pitchFamily="49" charset="-122"/>
            </a:endParaRPr>
          </a:p>
          <a:p>
            <a:pPr marL="742950" lvl="2" indent="-342900">
              <a:buFont typeface="Wingdings" pitchFamily="2" charset="2"/>
              <a:buChar char="n"/>
            </a:pP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6"/>
          </p:nvPr>
        </p:nvSpPr>
        <p:spPr/>
        <p:txBody>
          <a:bodyPr/>
          <a:lstStyle/>
          <a:p>
            <a:fld id="{6C276BF9-DA2C-4EDA-B310-41054C53A8AE}" type="slidenum">
              <a:rPr lang="zh-CN" altLang="en-US" smtClean="0"/>
              <a:pPr/>
              <a:t>7</a:t>
            </a:fld>
            <a:endParaRPr lang="zh-CN" altLang="en-US" dirty="0"/>
          </a:p>
        </p:txBody>
      </p:sp>
      <p:sp>
        <p:nvSpPr>
          <p:cNvPr id="3" name="标题 2"/>
          <p:cNvSpPr>
            <a:spLocks noGrp="1"/>
          </p:cNvSpPr>
          <p:nvPr>
            <p:ph type="ctrTitle"/>
          </p:nvPr>
        </p:nvSpPr>
        <p:spPr/>
        <p:txBody>
          <a:bodyPr/>
          <a:lstStyle/>
          <a:p>
            <a:r>
              <a:rPr lang="zh-CN" altLang="en-US" dirty="0"/>
              <a:t>一</a:t>
            </a:r>
            <a:r>
              <a:rPr lang="zh-CN" altLang="en-US" dirty="0" smtClean="0"/>
              <a:t>、基本概念</a:t>
            </a:r>
            <a:endParaRPr lang="en-US" altLang="zh-CN" dirty="0"/>
          </a:p>
        </p:txBody>
      </p:sp>
      <p:sp>
        <p:nvSpPr>
          <p:cNvPr id="20" name="Line 2"/>
          <p:cNvSpPr>
            <a:spLocks noChangeShapeType="1"/>
          </p:cNvSpPr>
          <p:nvPr/>
        </p:nvSpPr>
        <p:spPr bwMode="auto">
          <a:xfrm>
            <a:off x="3162240" y="10355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3"/>
          <p:cNvSpPr>
            <a:spLocks noChangeShapeType="1"/>
          </p:cNvSpPr>
          <p:nvPr/>
        </p:nvSpPr>
        <p:spPr bwMode="auto">
          <a:xfrm>
            <a:off x="3162240" y="14927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4"/>
          <p:cNvSpPr>
            <a:spLocks noChangeShapeType="1"/>
          </p:cNvSpPr>
          <p:nvPr/>
        </p:nvSpPr>
        <p:spPr bwMode="auto">
          <a:xfrm>
            <a:off x="3162240" y="19499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5"/>
          <p:cNvSpPr>
            <a:spLocks noChangeShapeType="1"/>
          </p:cNvSpPr>
          <p:nvPr/>
        </p:nvSpPr>
        <p:spPr bwMode="auto">
          <a:xfrm>
            <a:off x="3162240" y="24071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Line 6"/>
          <p:cNvSpPr>
            <a:spLocks noChangeShapeType="1"/>
          </p:cNvSpPr>
          <p:nvPr/>
        </p:nvSpPr>
        <p:spPr bwMode="auto">
          <a:xfrm>
            <a:off x="3162240" y="28643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 name="Line 7"/>
          <p:cNvSpPr>
            <a:spLocks noChangeShapeType="1"/>
          </p:cNvSpPr>
          <p:nvPr/>
        </p:nvSpPr>
        <p:spPr bwMode="auto">
          <a:xfrm>
            <a:off x="3162240" y="33215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8"/>
          <p:cNvSpPr>
            <a:spLocks noChangeShapeType="1"/>
          </p:cNvSpPr>
          <p:nvPr/>
        </p:nvSpPr>
        <p:spPr bwMode="auto">
          <a:xfrm>
            <a:off x="3162240" y="1024469"/>
            <a:ext cx="0" cy="564991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Line 9"/>
          <p:cNvSpPr>
            <a:spLocks noChangeShapeType="1"/>
          </p:cNvSpPr>
          <p:nvPr/>
        </p:nvSpPr>
        <p:spPr bwMode="auto">
          <a:xfrm>
            <a:off x="4533840" y="1035581"/>
            <a:ext cx="0" cy="5638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 name="Text Box 10"/>
          <p:cNvSpPr txBox="1">
            <a:spLocks noChangeArrowheads="1"/>
          </p:cNvSpPr>
          <p:nvPr/>
        </p:nvSpPr>
        <p:spPr bwMode="auto">
          <a:xfrm>
            <a:off x="3176528" y="1057806"/>
            <a:ext cx="1335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皇后的个数</a:t>
            </a:r>
          </a:p>
        </p:txBody>
      </p:sp>
      <p:sp>
        <p:nvSpPr>
          <p:cNvPr id="29" name="Text Box 11"/>
          <p:cNvSpPr txBox="1">
            <a:spLocks noChangeArrowheads="1"/>
          </p:cNvSpPr>
          <p:nvPr/>
        </p:nvSpPr>
        <p:spPr bwMode="auto">
          <a:xfrm>
            <a:off x="6362640" y="1057806"/>
            <a:ext cx="1104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问题的解</a:t>
            </a:r>
          </a:p>
        </p:txBody>
      </p:sp>
      <p:sp>
        <p:nvSpPr>
          <p:cNvPr id="30" name="Line 12"/>
          <p:cNvSpPr>
            <a:spLocks noChangeShapeType="1"/>
          </p:cNvSpPr>
          <p:nvPr/>
        </p:nvSpPr>
        <p:spPr bwMode="auto">
          <a:xfrm>
            <a:off x="10553640" y="1035581"/>
            <a:ext cx="0" cy="5638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Text Box 13"/>
          <p:cNvSpPr txBox="1">
            <a:spLocks noChangeArrowheads="1"/>
          </p:cNvSpPr>
          <p:nvPr/>
        </p:nvSpPr>
        <p:spPr bwMode="auto">
          <a:xfrm>
            <a:off x="3225740" y="1557869"/>
            <a:ext cx="601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a:t>    n=1              X=(1)</a:t>
            </a:r>
          </a:p>
        </p:txBody>
      </p:sp>
      <p:sp>
        <p:nvSpPr>
          <p:cNvPr id="32" name="Text Box 14"/>
          <p:cNvSpPr txBox="1">
            <a:spLocks noChangeArrowheads="1"/>
          </p:cNvSpPr>
          <p:nvPr/>
        </p:nvSpPr>
        <p:spPr bwMode="auto">
          <a:xfrm>
            <a:off x="3227328" y="2003956"/>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n=2              </a:t>
            </a:r>
            <a:r>
              <a:rPr lang="zh-CN" altLang="en-US" sz="1800" b="1"/>
              <a:t>无解</a:t>
            </a:r>
          </a:p>
        </p:txBody>
      </p:sp>
      <p:sp>
        <p:nvSpPr>
          <p:cNvPr id="33" name="Text Box 15"/>
          <p:cNvSpPr txBox="1">
            <a:spLocks noChangeArrowheads="1"/>
          </p:cNvSpPr>
          <p:nvPr/>
        </p:nvSpPr>
        <p:spPr bwMode="auto">
          <a:xfrm>
            <a:off x="3225740" y="2440519"/>
            <a:ext cx="601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n=3              </a:t>
            </a:r>
            <a:r>
              <a:rPr lang="zh-CN" altLang="en-US" sz="1800" b="1"/>
              <a:t>无解</a:t>
            </a:r>
          </a:p>
        </p:txBody>
      </p:sp>
      <p:sp>
        <p:nvSpPr>
          <p:cNvPr id="34" name="Text Box 16"/>
          <p:cNvSpPr txBox="1">
            <a:spLocks noChangeArrowheads="1"/>
          </p:cNvSpPr>
          <p:nvPr/>
        </p:nvSpPr>
        <p:spPr bwMode="auto">
          <a:xfrm>
            <a:off x="3216215" y="2907244"/>
            <a:ext cx="601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a:t>    n=4              X</a:t>
            </a:r>
            <a:r>
              <a:rPr lang="en-US" altLang="zh-CN" sz="1800" b="1" baseline="-25000" dirty="0"/>
              <a:t>1</a:t>
            </a:r>
            <a:r>
              <a:rPr lang="en-US" altLang="zh-CN" sz="1800" b="1" dirty="0"/>
              <a:t>=(2,4,1,3); X</a:t>
            </a:r>
            <a:r>
              <a:rPr lang="en-US" altLang="zh-CN" sz="1800" b="1" baseline="-25000" dirty="0"/>
              <a:t>2</a:t>
            </a:r>
            <a:r>
              <a:rPr lang="en-US" altLang="zh-CN" sz="1800" b="1" dirty="0"/>
              <a:t>=(3,1,4,2)</a:t>
            </a:r>
          </a:p>
        </p:txBody>
      </p:sp>
      <p:sp>
        <p:nvSpPr>
          <p:cNvPr id="35" name="Line 17"/>
          <p:cNvSpPr>
            <a:spLocks noChangeShapeType="1"/>
          </p:cNvSpPr>
          <p:nvPr/>
        </p:nvSpPr>
        <p:spPr bwMode="auto">
          <a:xfrm>
            <a:off x="3162240" y="4258206"/>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Text Box 18"/>
          <p:cNvSpPr txBox="1">
            <a:spLocks noChangeArrowheads="1"/>
          </p:cNvSpPr>
          <p:nvPr/>
        </p:nvSpPr>
        <p:spPr bwMode="auto">
          <a:xfrm>
            <a:off x="3206690" y="3321581"/>
            <a:ext cx="7499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a:t>    n=5              X</a:t>
            </a:r>
            <a:r>
              <a:rPr lang="en-US" altLang="zh-CN" sz="1800" b="1" baseline="-25000" dirty="0"/>
              <a:t>1</a:t>
            </a:r>
            <a:r>
              <a:rPr lang="en-US" altLang="zh-CN" sz="1800" b="1" dirty="0"/>
              <a:t>=(1,3,5,2,4); X</a:t>
            </a:r>
            <a:r>
              <a:rPr lang="en-US" altLang="zh-CN" sz="1800" b="1" baseline="-25000" dirty="0"/>
              <a:t>2</a:t>
            </a:r>
            <a:r>
              <a:rPr lang="en-US" altLang="zh-CN" sz="1800" b="1" dirty="0"/>
              <a:t>=(1,4,2,5,3); X</a:t>
            </a:r>
            <a:r>
              <a:rPr lang="en-US" altLang="zh-CN" sz="1800" b="1" baseline="-25000" dirty="0"/>
              <a:t>3</a:t>
            </a:r>
            <a:r>
              <a:rPr lang="en-US" altLang="zh-CN" sz="1800" b="1" dirty="0"/>
              <a:t>=(2,4,1,3,5); X</a:t>
            </a:r>
            <a:r>
              <a:rPr lang="en-US" altLang="zh-CN" sz="1800" b="1" baseline="-25000" dirty="0"/>
              <a:t>4</a:t>
            </a:r>
            <a:r>
              <a:rPr lang="en-US" altLang="zh-CN" sz="1800" b="1" dirty="0"/>
              <a:t>=(2,5,3,1,4)</a:t>
            </a:r>
          </a:p>
          <a:p>
            <a:pPr eaLnBrk="1" hangingPunct="1">
              <a:spcBef>
                <a:spcPct val="0"/>
              </a:spcBef>
              <a:buFontTx/>
              <a:buNone/>
            </a:pPr>
            <a:r>
              <a:rPr lang="en-US" altLang="zh-CN" sz="1800" b="1" dirty="0"/>
              <a:t>                        X</a:t>
            </a:r>
            <a:r>
              <a:rPr lang="en-US" altLang="zh-CN" sz="1800" b="1" baseline="-25000" dirty="0"/>
              <a:t>5</a:t>
            </a:r>
            <a:r>
              <a:rPr lang="en-US" altLang="zh-CN" sz="1800" b="1" dirty="0"/>
              <a:t>=(3,1,4,2,5); X</a:t>
            </a:r>
            <a:r>
              <a:rPr lang="en-US" altLang="zh-CN" sz="1800" b="1" baseline="-25000" dirty="0"/>
              <a:t>6</a:t>
            </a:r>
            <a:r>
              <a:rPr lang="en-US" altLang="zh-CN" sz="1800" b="1" dirty="0"/>
              <a:t>=(3,5,2,4,1); X</a:t>
            </a:r>
            <a:r>
              <a:rPr lang="en-US" altLang="zh-CN" sz="1800" b="1" baseline="-25000" dirty="0"/>
              <a:t>7</a:t>
            </a:r>
            <a:r>
              <a:rPr lang="en-US" altLang="zh-CN" sz="1800" b="1" dirty="0"/>
              <a:t>=(4,1,3,5,2); X</a:t>
            </a:r>
            <a:r>
              <a:rPr lang="en-US" altLang="zh-CN" sz="1800" b="1" baseline="-25000" dirty="0"/>
              <a:t>8</a:t>
            </a:r>
            <a:r>
              <a:rPr lang="en-US" altLang="zh-CN" sz="1800" b="1" dirty="0"/>
              <a:t>=(4,2,5,3,1)</a:t>
            </a:r>
          </a:p>
          <a:p>
            <a:pPr eaLnBrk="1" hangingPunct="1">
              <a:spcBef>
                <a:spcPct val="0"/>
              </a:spcBef>
              <a:buFontTx/>
              <a:buNone/>
            </a:pPr>
            <a:r>
              <a:rPr lang="en-US" altLang="zh-CN" sz="1800" b="1" dirty="0"/>
              <a:t>                        X</a:t>
            </a:r>
            <a:r>
              <a:rPr lang="en-US" altLang="zh-CN" sz="1800" b="1" baseline="-25000" dirty="0"/>
              <a:t>9</a:t>
            </a:r>
            <a:r>
              <a:rPr lang="en-US" altLang="zh-CN" sz="1800" b="1" dirty="0"/>
              <a:t>=(5,2,4,1,3); X</a:t>
            </a:r>
            <a:r>
              <a:rPr lang="en-US" altLang="zh-CN" sz="1800" b="1" baseline="-25000" dirty="0"/>
              <a:t>10</a:t>
            </a:r>
            <a:r>
              <a:rPr lang="en-US" altLang="zh-CN" sz="1800" b="1" dirty="0"/>
              <a:t>=(5,3,1,4,2)</a:t>
            </a:r>
          </a:p>
        </p:txBody>
      </p:sp>
      <p:sp>
        <p:nvSpPr>
          <p:cNvPr id="37" name="Line 19"/>
          <p:cNvSpPr>
            <a:spLocks noChangeShapeType="1"/>
          </p:cNvSpPr>
          <p:nvPr/>
        </p:nvSpPr>
        <p:spPr bwMode="auto">
          <a:xfrm>
            <a:off x="3162240" y="4874156"/>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 name="Text Box 20"/>
          <p:cNvSpPr txBox="1">
            <a:spLocks noChangeArrowheads="1"/>
          </p:cNvSpPr>
          <p:nvPr/>
        </p:nvSpPr>
        <p:spPr bwMode="auto">
          <a:xfrm>
            <a:off x="3195578" y="4248681"/>
            <a:ext cx="7499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n=6              X</a:t>
            </a:r>
            <a:r>
              <a:rPr lang="en-US" altLang="zh-CN" sz="1800" b="1" baseline="-25000"/>
              <a:t>1</a:t>
            </a:r>
            <a:r>
              <a:rPr lang="en-US" altLang="zh-CN" sz="1800" b="1"/>
              <a:t>=(2,4,6,1,3,5); X</a:t>
            </a:r>
            <a:r>
              <a:rPr lang="en-US" altLang="zh-CN" sz="1800" b="1" baseline="-25000"/>
              <a:t>2</a:t>
            </a:r>
            <a:r>
              <a:rPr lang="en-US" altLang="zh-CN" sz="1800" b="1"/>
              <a:t>=(3,6,2,5,1,4); X</a:t>
            </a:r>
            <a:r>
              <a:rPr lang="en-US" altLang="zh-CN" sz="1800" b="1" baseline="-25000"/>
              <a:t>3</a:t>
            </a:r>
            <a:r>
              <a:rPr lang="en-US" altLang="zh-CN" sz="1800" b="1"/>
              <a:t>=(4,1,5,2,6,3);    </a:t>
            </a:r>
          </a:p>
          <a:p>
            <a:pPr eaLnBrk="1" hangingPunct="1">
              <a:spcBef>
                <a:spcPct val="0"/>
              </a:spcBef>
              <a:buFontTx/>
              <a:buNone/>
            </a:pPr>
            <a:r>
              <a:rPr lang="en-US" altLang="zh-CN" sz="1800" b="1"/>
              <a:t>                         X</a:t>
            </a:r>
            <a:r>
              <a:rPr lang="en-US" altLang="zh-CN" sz="1800" b="1" baseline="-25000"/>
              <a:t>4</a:t>
            </a:r>
            <a:r>
              <a:rPr lang="en-US" altLang="zh-CN" sz="1800" b="1"/>
              <a:t>=(5,3,1,6,4,2)                        </a:t>
            </a:r>
          </a:p>
        </p:txBody>
      </p:sp>
      <p:sp>
        <p:nvSpPr>
          <p:cNvPr id="39" name="Line 21"/>
          <p:cNvSpPr>
            <a:spLocks noChangeShapeType="1"/>
          </p:cNvSpPr>
          <p:nvPr/>
        </p:nvSpPr>
        <p:spPr bwMode="auto">
          <a:xfrm>
            <a:off x="3147953" y="5310719"/>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22"/>
          <p:cNvSpPr>
            <a:spLocks noChangeShapeType="1"/>
          </p:cNvSpPr>
          <p:nvPr/>
        </p:nvSpPr>
        <p:spPr bwMode="auto">
          <a:xfrm>
            <a:off x="3147953" y="5767919"/>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 name="Text Box 23"/>
          <p:cNvSpPr txBox="1">
            <a:spLocks noChangeArrowheads="1"/>
          </p:cNvSpPr>
          <p:nvPr/>
        </p:nvSpPr>
        <p:spPr bwMode="auto">
          <a:xfrm>
            <a:off x="3211453" y="4886856"/>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n=7              </a:t>
            </a:r>
            <a:r>
              <a:rPr lang="zh-CN" altLang="en-US" sz="1800" b="1"/>
              <a:t>40个解</a:t>
            </a:r>
          </a:p>
        </p:txBody>
      </p:sp>
      <p:sp>
        <p:nvSpPr>
          <p:cNvPr id="42" name="Text Box 24"/>
          <p:cNvSpPr txBox="1">
            <a:spLocks noChangeArrowheads="1"/>
          </p:cNvSpPr>
          <p:nvPr/>
        </p:nvSpPr>
        <p:spPr bwMode="auto">
          <a:xfrm>
            <a:off x="3213040" y="535358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n=8              92</a:t>
            </a:r>
            <a:r>
              <a:rPr lang="zh-CN" altLang="en-US" sz="1800" b="1"/>
              <a:t>个解</a:t>
            </a:r>
          </a:p>
        </p:txBody>
      </p:sp>
      <p:sp>
        <p:nvSpPr>
          <p:cNvPr id="43" name="Line 25"/>
          <p:cNvSpPr>
            <a:spLocks noChangeShapeType="1"/>
          </p:cNvSpPr>
          <p:nvPr/>
        </p:nvSpPr>
        <p:spPr bwMode="auto">
          <a:xfrm>
            <a:off x="3151128" y="6217181"/>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 name="Text Box 26"/>
          <p:cNvSpPr txBox="1">
            <a:spLocks noChangeArrowheads="1"/>
          </p:cNvSpPr>
          <p:nvPr/>
        </p:nvSpPr>
        <p:spPr bwMode="auto">
          <a:xfrm>
            <a:off x="3216215" y="5802844"/>
            <a:ext cx="601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n=9              352</a:t>
            </a:r>
            <a:r>
              <a:rPr lang="zh-CN" altLang="en-US" sz="1800" b="1"/>
              <a:t>个解</a:t>
            </a:r>
          </a:p>
        </p:txBody>
      </p:sp>
      <p:sp>
        <p:nvSpPr>
          <p:cNvPr id="45" name="Line 27"/>
          <p:cNvSpPr>
            <a:spLocks noChangeShapeType="1"/>
          </p:cNvSpPr>
          <p:nvPr/>
        </p:nvSpPr>
        <p:spPr bwMode="auto">
          <a:xfrm>
            <a:off x="3162240" y="6663269"/>
            <a:ext cx="7391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28"/>
          <p:cNvSpPr txBox="1">
            <a:spLocks noChangeArrowheads="1"/>
          </p:cNvSpPr>
          <p:nvPr/>
        </p:nvSpPr>
        <p:spPr bwMode="auto">
          <a:xfrm>
            <a:off x="3227328" y="624893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    n=10            724</a:t>
            </a:r>
            <a:r>
              <a:rPr lang="zh-CN" altLang="en-US" sz="1800" b="1"/>
              <a:t>个解</a:t>
            </a:r>
          </a:p>
        </p:txBody>
      </p:sp>
    </p:spTree>
    <p:extLst>
      <p:ext uri="{BB962C8B-B14F-4D97-AF65-F5344CB8AC3E}">
        <p14:creationId xmlns:p14="http://schemas.microsoft.com/office/powerpoint/2010/main" val="131687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8</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p:txBody>
          <a:bodyPr/>
          <a:lstStyle/>
          <a:p>
            <a:pPr lvl="1"/>
            <a:r>
              <a:rPr lang="zh-CN" altLang="en-US" sz="2400" dirty="0" smtClean="0"/>
              <a:t>一般</a:t>
            </a:r>
            <a:r>
              <a:rPr lang="zh-CN" altLang="en-US" sz="2400" dirty="0"/>
              <a:t>步骤</a:t>
            </a:r>
            <a:endParaRPr lang="en-US" altLang="zh-CN" sz="2400" dirty="0"/>
          </a:p>
          <a:p>
            <a:pPr lvl="1"/>
            <a:endParaRPr lang="zh-CN" altLang="en-US" dirty="0"/>
          </a:p>
        </p:txBody>
      </p:sp>
      <p:sp>
        <p:nvSpPr>
          <p:cNvPr id="5" name="圆角矩形 4"/>
          <p:cNvSpPr/>
          <p:nvPr/>
        </p:nvSpPr>
        <p:spPr>
          <a:xfrm>
            <a:off x="5492254" y="1556792"/>
            <a:ext cx="2088232" cy="864096"/>
          </a:xfrm>
          <a:prstGeom prst="roundRect">
            <a:avLst/>
          </a:prstGeom>
          <a:solidFill>
            <a:schemeClr val="tx2">
              <a:lumMod val="20000"/>
              <a:lumOff val="8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smtClean="0">
                <a:solidFill>
                  <a:schemeClr val="tx1"/>
                </a:solidFill>
              </a:rPr>
              <a:t>定义解向量形式</a:t>
            </a:r>
            <a:endParaRPr lang="zh-CN" altLang="en-US" sz="2000" dirty="0">
              <a:solidFill>
                <a:schemeClr val="tx1"/>
              </a:solidFill>
            </a:endParaRPr>
          </a:p>
        </p:txBody>
      </p:sp>
      <p:sp>
        <p:nvSpPr>
          <p:cNvPr id="6" name="圆角矩形 5"/>
          <p:cNvSpPr/>
          <p:nvPr/>
        </p:nvSpPr>
        <p:spPr>
          <a:xfrm>
            <a:off x="5492254" y="2997175"/>
            <a:ext cx="2088232" cy="864096"/>
          </a:xfrm>
          <a:prstGeom prst="roundRect">
            <a:avLst/>
          </a:prstGeom>
          <a:solidFill>
            <a:schemeClr val="tx2">
              <a:lumMod val="20000"/>
              <a:lumOff val="8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a:solidFill>
                  <a:schemeClr val="tx1"/>
                </a:solidFill>
              </a:rPr>
              <a:t>搜索解空间树</a:t>
            </a:r>
          </a:p>
        </p:txBody>
      </p:sp>
      <p:sp>
        <p:nvSpPr>
          <p:cNvPr id="7" name="下箭头 6"/>
          <p:cNvSpPr/>
          <p:nvPr/>
        </p:nvSpPr>
        <p:spPr>
          <a:xfrm>
            <a:off x="6356350" y="2420888"/>
            <a:ext cx="360040" cy="57628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884208" y="1820933"/>
                <a:ext cx="3227935" cy="461665"/>
              </a:xfrm>
              <a:prstGeom prst="rect">
                <a:avLst/>
              </a:prstGeom>
            </p:spPr>
            <p:txBody>
              <a:bodyPr wrap="none">
                <a:spAutoFit/>
              </a:bodyPr>
              <a:lstStyle/>
              <a:p>
                <a:pPr marL="742950" lvl="2" indent="-342900">
                  <a:buFont typeface="Wingdings" pitchFamily="2" charset="2"/>
                  <a:buChar char="n"/>
                </a:pPr>
                <a14:m>
                  <m:oMath xmlns:m="http://schemas.openxmlformats.org/officeDocument/2006/math">
                    <m:r>
                      <a:rPr lang="en-US" altLang="zh-CN" sz="2400" b="1" i="1" smtClean="0">
                        <a:solidFill>
                          <a:schemeClr val="tx1"/>
                        </a:solidFill>
                        <a:latin typeface="Cambria Math" panose="02040503050406030204" pitchFamily="18" charset="0"/>
                        <a:ea typeface="楷体_GB2312" pitchFamily="49" charset="-122"/>
                      </a:rPr>
                      <m:t>&lt;</m:t>
                    </m:r>
                    <m:sSub>
                      <m:sSubPr>
                        <m:ctrlPr>
                          <a:rPr lang="en-US" altLang="zh-CN" sz="2400" b="1" i="1">
                            <a:solidFill>
                              <a:schemeClr val="tx1"/>
                            </a:solidFill>
                            <a:latin typeface="Cambria Math" panose="02040503050406030204" pitchFamily="18" charset="0"/>
                            <a:ea typeface="楷体_GB2312" pitchFamily="49" charset="-122"/>
                          </a:rPr>
                        </m:ctrlPr>
                      </m:sSubPr>
                      <m:e>
                        <m:r>
                          <a:rPr lang="en-US" altLang="zh-CN" sz="2400" b="1" i="1">
                            <a:solidFill>
                              <a:schemeClr val="tx1"/>
                            </a:solidFill>
                            <a:latin typeface="Cambria Math" panose="02040503050406030204" pitchFamily="18" charset="0"/>
                            <a:ea typeface="楷体_GB2312" pitchFamily="49" charset="-122"/>
                          </a:rPr>
                          <m:t>𝒙</m:t>
                        </m:r>
                      </m:e>
                      <m:sub>
                        <m:r>
                          <a:rPr lang="en-US" altLang="zh-CN" sz="2400" b="1" i="1">
                            <a:solidFill>
                              <a:schemeClr val="tx1"/>
                            </a:solidFill>
                            <a:latin typeface="Cambria Math" panose="02040503050406030204" pitchFamily="18" charset="0"/>
                            <a:ea typeface="楷体_GB2312" pitchFamily="49" charset="-122"/>
                          </a:rPr>
                          <m:t>𝟏</m:t>
                        </m:r>
                      </m:sub>
                    </m:sSub>
                    <m:r>
                      <a:rPr lang="en-US" altLang="zh-CN" sz="2400" b="1">
                        <a:solidFill>
                          <a:schemeClr val="tx1"/>
                        </a:solidFill>
                        <a:latin typeface="Cambria Math" panose="02040503050406030204" pitchFamily="18" charset="0"/>
                        <a:ea typeface="楷体_GB2312" pitchFamily="49" charset="-122"/>
                      </a:rPr>
                      <m:t>,</m:t>
                    </m:r>
                    <m:sSub>
                      <m:sSubPr>
                        <m:ctrlPr>
                          <a:rPr lang="en-US" altLang="zh-CN" sz="2400" b="1" i="1">
                            <a:solidFill>
                              <a:schemeClr val="tx1"/>
                            </a:solidFill>
                            <a:latin typeface="Cambria Math" panose="02040503050406030204" pitchFamily="18" charset="0"/>
                            <a:ea typeface="楷体_GB2312" pitchFamily="49" charset="-122"/>
                          </a:rPr>
                        </m:ctrlPr>
                      </m:sSubPr>
                      <m:e>
                        <m:r>
                          <a:rPr lang="en-US" altLang="zh-CN" sz="2400" b="1" i="1">
                            <a:solidFill>
                              <a:schemeClr val="tx1"/>
                            </a:solidFill>
                            <a:latin typeface="Cambria Math" panose="02040503050406030204" pitchFamily="18" charset="0"/>
                            <a:ea typeface="楷体_GB2312" pitchFamily="49" charset="-122"/>
                          </a:rPr>
                          <m:t>𝒙</m:t>
                        </m:r>
                      </m:e>
                      <m:sub>
                        <m:r>
                          <a:rPr lang="en-US" altLang="zh-CN" sz="2400" b="1" i="1">
                            <a:solidFill>
                              <a:schemeClr val="tx1"/>
                            </a:solidFill>
                            <a:latin typeface="Cambria Math" panose="02040503050406030204" pitchFamily="18" charset="0"/>
                            <a:ea typeface="楷体_GB2312" pitchFamily="49" charset="-122"/>
                          </a:rPr>
                          <m:t>𝟐</m:t>
                        </m:r>
                      </m:sub>
                    </m:sSub>
                    <m:r>
                      <a:rPr lang="en-US" altLang="zh-CN" sz="2400" b="1">
                        <a:solidFill>
                          <a:schemeClr val="tx1"/>
                        </a:solidFill>
                        <a:latin typeface="Cambria Math" panose="02040503050406030204" pitchFamily="18" charset="0"/>
                        <a:ea typeface="楷体_GB2312" pitchFamily="49" charset="-122"/>
                      </a:rPr>
                      <m:t>,</m:t>
                    </m:r>
                  </m:oMath>
                </a14:m>
                <a:r>
                  <a:rPr lang="en-US" altLang="zh-CN" sz="2400" b="1" dirty="0">
                    <a:solidFill>
                      <a:schemeClr val="tx1"/>
                    </a:solidFill>
                    <a:ea typeface="楷体_GB2312" pitchFamily="49" charset="-122"/>
                  </a:rPr>
                  <a:t> </a:t>
                </a:r>
                <a14:m>
                  <m:oMath xmlns:m="http://schemas.openxmlformats.org/officeDocument/2006/math">
                    <m:sSub>
                      <m:sSubPr>
                        <m:ctrlPr>
                          <a:rPr lang="en-US" altLang="zh-CN" sz="2400" b="1" i="1">
                            <a:solidFill>
                              <a:schemeClr val="tx1"/>
                            </a:solidFill>
                            <a:latin typeface="Cambria Math" panose="02040503050406030204" pitchFamily="18" charset="0"/>
                            <a:ea typeface="楷体_GB2312" pitchFamily="49" charset="-122"/>
                          </a:rPr>
                        </m:ctrlPr>
                      </m:sSubPr>
                      <m:e>
                        <m:r>
                          <a:rPr lang="en-US" altLang="zh-CN" sz="2400" b="1" i="1">
                            <a:solidFill>
                              <a:schemeClr val="tx1"/>
                            </a:solidFill>
                            <a:latin typeface="Cambria Math" panose="02040503050406030204" pitchFamily="18" charset="0"/>
                            <a:ea typeface="楷体_GB2312" pitchFamily="49" charset="-122"/>
                          </a:rPr>
                          <m:t>𝒙</m:t>
                        </m:r>
                      </m:e>
                      <m:sub>
                        <m:r>
                          <a:rPr lang="en-US" altLang="zh-CN" sz="2400" b="1" i="1">
                            <a:solidFill>
                              <a:schemeClr val="tx1"/>
                            </a:solidFill>
                            <a:latin typeface="Cambria Math" panose="02040503050406030204" pitchFamily="18" charset="0"/>
                            <a:ea typeface="楷体_GB2312" pitchFamily="49" charset="-122"/>
                          </a:rPr>
                          <m:t>𝟑</m:t>
                        </m:r>
                      </m:sub>
                    </m:sSub>
                    <m:r>
                      <a:rPr lang="en-US" altLang="zh-CN" sz="2400" b="1">
                        <a:solidFill>
                          <a:schemeClr val="tx1"/>
                        </a:solidFill>
                        <a:latin typeface="Cambria Math" panose="02040503050406030204" pitchFamily="18" charset="0"/>
                        <a:ea typeface="楷体_GB2312" pitchFamily="49" charset="-122"/>
                      </a:rPr>
                      <m:t>,</m:t>
                    </m:r>
                    <m:sSub>
                      <m:sSubPr>
                        <m:ctrlPr>
                          <a:rPr lang="en-US" altLang="zh-CN" sz="2400" b="1" i="1">
                            <a:solidFill>
                              <a:schemeClr val="tx1"/>
                            </a:solidFill>
                            <a:latin typeface="Cambria Math" panose="02040503050406030204" pitchFamily="18" charset="0"/>
                            <a:ea typeface="楷体_GB2312" pitchFamily="49" charset="-122"/>
                          </a:rPr>
                        </m:ctrlPr>
                      </m:sSubPr>
                      <m:e>
                        <m:r>
                          <a:rPr lang="en-US" altLang="zh-CN" sz="2400" b="1" i="1">
                            <a:solidFill>
                              <a:schemeClr val="tx1"/>
                            </a:solidFill>
                            <a:latin typeface="Cambria Math" panose="02040503050406030204" pitchFamily="18" charset="0"/>
                            <a:ea typeface="楷体_GB2312" pitchFamily="49" charset="-122"/>
                          </a:rPr>
                          <m:t>𝒙</m:t>
                        </m:r>
                      </m:e>
                      <m:sub>
                        <m:r>
                          <a:rPr lang="en-US" altLang="zh-CN" sz="2400" b="1" i="1">
                            <a:solidFill>
                              <a:schemeClr val="tx1"/>
                            </a:solidFill>
                            <a:latin typeface="Cambria Math" panose="02040503050406030204" pitchFamily="18" charset="0"/>
                            <a:ea typeface="楷体_GB2312" pitchFamily="49" charset="-122"/>
                          </a:rPr>
                          <m:t>𝟒</m:t>
                        </m:r>
                      </m:sub>
                    </m:sSub>
                    <m:r>
                      <a:rPr lang="en-US" altLang="zh-CN" sz="2400" b="1">
                        <a:solidFill>
                          <a:schemeClr val="tx1"/>
                        </a:solidFill>
                        <a:latin typeface="Cambria Math" panose="02040503050406030204" pitchFamily="18" charset="0"/>
                        <a:ea typeface="楷体_GB2312" pitchFamily="49" charset="-122"/>
                      </a:rPr>
                      <m:t>&gt;</m:t>
                    </m:r>
                  </m:oMath>
                </a14:m>
                <a:endParaRPr lang="en-US" altLang="zh-CN" sz="2400" b="1" dirty="0">
                  <a:solidFill>
                    <a:schemeClr val="tx1"/>
                  </a:solidFill>
                  <a:latin typeface="楷体_GB2312" pitchFamily="49" charset="-122"/>
                  <a:ea typeface="楷体_GB2312"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884208" y="1820933"/>
                <a:ext cx="3227935" cy="461665"/>
              </a:xfrm>
              <a:prstGeom prst="rect">
                <a:avLst/>
              </a:prstGeom>
              <a:blipFill rotWithShape="0">
                <a:blip r:embed="rId2"/>
                <a:stretch>
                  <a:fillRect t="-5333" b="-26667"/>
                </a:stretch>
              </a:blipFill>
            </p:spPr>
            <p:txBody>
              <a:bodyPr/>
              <a:lstStyle/>
              <a:p>
                <a:r>
                  <a:rPr lang="zh-CN" altLang="en-US">
                    <a:noFill/>
                  </a:rPr>
                  <a:t> </a:t>
                </a:r>
              </a:p>
            </p:txBody>
          </p:sp>
        </mc:Fallback>
      </mc:AlternateContent>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4902" y="2802876"/>
            <a:ext cx="3401605" cy="2343166"/>
          </a:xfrm>
          <a:prstGeom prst="rect">
            <a:avLst/>
          </a:prstGeom>
        </p:spPr>
      </p:pic>
      <p:sp>
        <p:nvSpPr>
          <p:cNvPr id="10" name="圆角矩形 9"/>
          <p:cNvSpPr/>
          <p:nvPr/>
        </p:nvSpPr>
        <p:spPr>
          <a:xfrm>
            <a:off x="5492254" y="4398720"/>
            <a:ext cx="2088232" cy="864096"/>
          </a:xfrm>
          <a:prstGeom prst="roundRect">
            <a:avLst/>
          </a:prstGeom>
          <a:solidFill>
            <a:schemeClr val="tx2">
              <a:lumMod val="20000"/>
              <a:lumOff val="8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a:solidFill>
                  <a:schemeClr val="tx1"/>
                </a:solidFill>
              </a:rPr>
              <a:t>找叶子节点路径</a:t>
            </a:r>
          </a:p>
        </p:txBody>
      </p:sp>
      <p:sp>
        <p:nvSpPr>
          <p:cNvPr id="11" name="下箭头 10"/>
          <p:cNvSpPr/>
          <p:nvPr/>
        </p:nvSpPr>
        <p:spPr>
          <a:xfrm>
            <a:off x="6333470" y="3863355"/>
            <a:ext cx="360040" cy="57628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2" name="矩形 11"/>
          <p:cNvSpPr/>
          <p:nvPr/>
        </p:nvSpPr>
        <p:spPr>
          <a:xfrm>
            <a:off x="8070474" y="1727148"/>
            <a:ext cx="648072"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root</a:t>
            </a:r>
          </a:p>
        </p:txBody>
      </p:sp>
      <p:cxnSp>
        <p:nvCxnSpPr>
          <p:cNvPr id="13" name="直接箭头连接符 12"/>
          <p:cNvCxnSpPr>
            <a:stCxn id="12" idx="2"/>
            <a:endCxn id="14" idx="0"/>
          </p:cNvCxnSpPr>
          <p:nvPr/>
        </p:nvCxnSpPr>
        <p:spPr>
          <a:xfrm>
            <a:off x="8394510" y="2087188"/>
            <a:ext cx="1655477" cy="29769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9843775" y="2384884"/>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p:cxnSp>
        <p:nvCxnSpPr>
          <p:cNvPr id="15" name="直接箭头连接符 14"/>
          <p:cNvCxnSpPr>
            <a:stCxn id="14" idx="2"/>
            <a:endCxn id="16" idx="0"/>
          </p:cNvCxnSpPr>
          <p:nvPr/>
        </p:nvCxnSpPr>
        <p:spPr>
          <a:xfrm>
            <a:off x="10049987" y="2744924"/>
            <a:ext cx="710121" cy="59636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0553896" y="3341287"/>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17" name="直接箭头连接符 16"/>
          <p:cNvCxnSpPr>
            <a:stCxn id="16" idx="2"/>
            <a:endCxn id="18" idx="0"/>
          </p:cNvCxnSpPr>
          <p:nvPr/>
        </p:nvCxnSpPr>
        <p:spPr>
          <a:xfrm>
            <a:off x="10760108" y="3701327"/>
            <a:ext cx="14189" cy="5116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0568085" y="4212988"/>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cxnSp>
        <p:nvCxnSpPr>
          <p:cNvPr id="19" name="直接箭头连接符 18"/>
          <p:cNvCxnSpPr>
            <a:endCxn id="20" idx="0"/>
          </p:cNvCxnSpPr>
          <p:nvPr/>
        </p:nvCxnSpPr>
        <p:spPr>
          <a:xfrm>
            <a:off x="10782366" y="4549901"/>
            <a:ext cx="137612" cy="51048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713766" y="5060384"/>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22" name="直接箭头连接符 21"/>
          <p:cNvCxnSpPr/>
          <p:nvPr/>
        </p:nvCxnSpPr>
        <p:spPr>
          <a:xfrm flipV="1">
            <a:off x="7669665" y="2802875"/>
            <a:ext cx="1832738" cy="2002267"/>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4268633" y="3646189"/>
            <a:ext cx="1151613" cy="7084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4047698" y="2016345"/>
            <a:ext cx="1151613" cy="7084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884208" y="5218198"/>
            <a:ext cx="5731056" cy="461665"/>
          </a:xfrm>
          <a:prstGeom prst="rect">
            <a:avLst/>
          </a:prstGeom>
        </p:spPr>
        <p:txBody>
          <a:bodyPr wrap="none">
            <a:spAutoFit/>
          </a:bodyPr>
          <a:lstStyle/>
          <a:p>
            <a:pPr marL="742950" lvl="2" indent="-342900">
              <a:buFont typeface="Wingdings" pitchFamily="2" charset="2"/>
              <a:buChar char="n"/>
            </a:pPr>
            <a:r>
              <a:rPr lang="zh-CN" altLang="en-US" sz="2400" b="1" dirty="0" smtClean="0">
                <a:latin typeface="楷体_GB2312" pitchFamily="49" charset="-122"/>
                <a:ea typeface="楷体_GB2312" pitchFamily="49" charset="-122"/>
              </a:rPr>
              <a:t>深度优先</a:t>
            </a:r>
            <a:r>
              <a:rPr lang="zh-CN" altLang="en-US" sz="2400" b="1" dirty="0">
                <a:latin typeface="楷体_GB2312" pitchFamily="49" charset="-122"/>
                <a:ea typeface="楷体_GB2312" pitchFamily="49" charset="-122"/>
              </a:rPr>
              <a:t>、减枝、</a:t>
            </a:r>
            <a:r>
              <a:rPr lang="zh-CN" altLang="en-US" sz="2400" b="1" dirty="0" smtClean="0">
                <a:latin typeface="楷体_GB2312" pitchFamily="49" charset="-122"/>
                <a:ea typeface="楷体_GB2312" pitchFamily="49" charset="-122"/>
              </a:rPr>
              <a:t>回溯</a:t>
            </a:r>
            <a:r>
              <a:rPr lang="en-US" altLang="zh-CN" sz="2400" b="1" dirty="0" smtClean="0">
                <a:latin typeface="楷体_GB2312" pitchFamily="49" charset="-122"/>
                <a:ea typeface="楷体_GB2312" pitchFamily="49" charset="-122"/>
              </a:rPr>
              <a:t>-</a:t>
            </a:r>
            <a:r>
              <a:rPr lang="zh-CN" altLang="en-US" sz="2400" b="1" dirty="0" smtClean="0">
                <a:latin typeface="楷体_GB2312" pitchFamily="49" charset="-122"/>
                <a:ea typeface="楷体_GB2312" pitchFamily="49" charset="-122"/>
              </a:rPr>
              <a:t>（</a:t>
            </a:r>
            <a:r>
              <a:rPr lang="zh-CN" altLang="en-US" sz="2400" b="1" dirty="0" smtClean="0">
                <a:solidFill>
                  <a:srgbClr val="FF0000"/>
                </a:solidFill>
                <a:latin typeface="楷体_GB2312" pitchFamily="49" charset="-122"/>
                <a:ea typeface="楷体_GB2312" pitchFamily="49" charset="-122"/>
              </a:rPr>
              <a:t>回头看</a:t>
            </a:r>
            <a:r>
              <a:rPr lang="zh-CN" altLang="en-US" sz="2400" b="1" dirty="0" smtClean="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97935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10" grpId="0" animBg="1"/>
      <p:bldP spid="11" grpId="0" animBg="1"/>
      <p:bldP spid="12" grpId="0" animBg="1"/>
      <p:bldP spid="14" grpId="0" animBg="1"/>
      <p:bldP spid="16" grpId="0" animBg="1"/>
      <p:bldP spid="18" grpId="0" animBg="1"/>
      <p:bldP spid="20"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9</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p:txBody>
          <a:bodyPr/>
          <a:lstStyle/>
          <a:p>
            <a:r>
              <a:rPr lang="en-US" altLang="zh-CN" b="1" dirty="0" smtClean="0">
                <a:latin typeface="Times New Roman" panose="02020603050405020304" pitchFamily="18" charset="0"/>
                <a:cs typeface="Times New Roman" panose="02020603050405020304" pitchFamily="18" charset="0"/>
              </a:rPr>
              <a:t>n</a:t>
            </a:r>
            <a:r>
              <a:rPr lang="zh-CN" altLang="en-US" b="1" dirty="0" smtClean="0">
                <a:latin typeface="Times New Roman" panose="02020603050405020304" pitchFamily="18" charset="0"/>
                <a:cs typeface="Times New Roman" panose="02020603050405020304" pitchFamily="18" charset="0"/>
              </a:rPr>
              <a:t>皇后问题算法</a:t>
            </a:r>
            <a:r>
              <a:rPr lang="en-US" altLang="zh-CN" b="1" dirty="0" err="1" smtClean="0">
                <a:latin typeface="Times New Roman" panose="02020603050405020304" pitchFamily="18" charset="0"/>
                <a:cs typeface="Times New Roman" panose="02020603050405020304" pitchFamily="18" charset="0"/>
              </a:rPr>
              <a:t>nQueen</a:t>
            </a:r>
            <a:r>
              <a:rPr lang="en-US" altLang="zh-CN" b="1" dirty="0" smtClean="0">
                <a:latin typeface="Times New Roman" panose="02020603050405020304" pitchFamily="18" charset="0"/>
                <a:cs typeface="Times New Roman" panose="02020603050405020304" pitchFamily="18" charset="0"/>
              </a:rPr>
              <a:t>(n)</a:t>
            </a:r>
            <a:r>
              <a:rPr lang="zh-CN" altLang="en-US" b="1" dirty="0" smtClean="0">
                <a:latin typeface="Times New Roman" panose="02020603050405020304" pitchFamily="18" charset="0"/>
                <a:cs typeface="Times New Roman" panose="02020603050405020304" pitchFamily="18" charset="0"/>
              </a:rPr>
              <a:t>，棋盘</a:t>
            </a:r>
            <a:r>
              <a:rPr lang="en-US" altLang="zh-CN" b="1" dirty="0" smtClean="0">
                <a:latin typeface="Times New Roman" panose="02020603050405020304" pitchFamily="18" charset="0"/>
                <a:cs typeface="Times New Roman" panose="02020603050405020304" pitchFamily="18" charset="0"/>
              </a:rPr>
              <a:t>n*n</a:t>
            </a:r>
            <a:endParaRPr lang="zh-CN" altLang="en-US" b="1"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7972" y="1626522"/>
            <a:ext cx="11108097" cy="4844440"/>
          </a:xfrm>
          <a:prstGeom prst="rect">
            <a:avLst/>
          </a:prstGeom>
        </p:spPr>
      </p:pic>
    </p:spTree>
    <p:extLst>
      <p:ext uri="{BB962C8B-B14F-4D97-AF65-F5344CB8AC3E}">
        <p14:creationId xmlns:p14="http://schemas.microsoft.com/office/powerpoint/2010/main" val="24123054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10</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a:xfrm>
            <a:off x="274427" y="1196752"/>
            <a:ext cx="11089232" cy="4752975"/>
          </a:xfrm>
        </p:spPr>
        <p:txBody>
          <a:bodyPr/>
          <a:lstStyle/>
          <a:p>
            <a:pPr lvl="1"/>
            <a:r>
              <a:rPr lang="zh-CN" altLang="en-US" b="1" dirty="0" smtClean="0">
                <a:latin typeface="Times New Roman" panose="02020603050405020304" pitchFamily="18" charset="0"/>
                <a:cs typeface="Times New Roman" panose="02020603050405020304" pitchFamily="18" charset="0"/>
              </a:rPr>
              <a:t>递归</a:t>
            </a:r>
            <a:r>
              <a:rPr lang="zh-CN" altLang="en-US" b="1" dirty="0">
                <a:latin typeface="Times New Roman" panose="02020603050405020304" pitchFamily="18" charset="0"/>
                <a:cs typeface="Times New Roman" panose="02020603050405020304" pitchFamily="18" charset="0"/>
              </a:rPr>
              <a:t>回溯</a:t>
            </a:r>
            <a:r>
              <a:rPr lang="zh-CN" altLang="en-US" b="1" dirty="0" smtClean="0">
                <a:latin typeface="Times New Roman" panose="02020603050405020304" pitchFamily="18" charset="0"/>
                <a:cs typeface="Times New Roman" panose="02020603050405020304" pitchFamily="18" charset="0"/>
              </a:rPr>
              <a:t>算法</a:t>
            </a:r>
            <a:endParaRPr lang="en-US" altLang="zh-CN" b="1" dirty="0" smtClean="0">
              <a:latin typeface="Times New Roman" panose="02020603050405020304" pitchFamily="18" charset="0"/>
              <a:cs typeface="Times New Roman" panose="02020603050405020304" pitchFamily="18" charset="0"/>
            </a:endParaRPr>
          </a:p>
          <a:p>
            <a:pPr lvl="2"/>
            <a:r>
              <a:rPr lang="en-US" altLang="zh-CN" sz="2200" b="1" dirty="0" smtClean="0">
                <a:latin typeface="Times New Roman" panose="02020603050405020304" pitchFamily="18" charset="0"/>
                <a:cs typeface="Times New Roman" panose="02020603050405020304" pitchFamily="18" charset="0"/>
              </a:rPr>
              <a:t>Backtrack(t)</a:t>
            </a:r>
          </a:p>
          <a:p>
            <a:pPr lvl="2"/>
            <a:r>
              <a:rPr lang="zh-CN" altLang="en-US" sz="2200" b="1" dirty="0" smtClean="0">
                <a:latin typeface="Times New Roman" panose="02020603050405020304" pitchFamily="18" charset="0"/>
                <a:cs typeface="Times New Roman" panose="02020603050405020304" pitchFamily="18" charset="0"/>
              </a:rPr>
              <a:t>深度优先</a:t>
            </a:r>
            <a:endParaRPr lang="zh-CN" altLang="en-US" sz="2200" b="1"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9655" y="-1"/>
            <a:ext cx="9195211" cy="6850217"/>
          </a:xfrm>
          <a:prstGeom prst="rect">
            <a:avLst/>
          </a:prstGeom>
        </p:spPr>
      </p:pic>
    </p:spTree>
    <p:extLst>
      <p:ext uri="{BB962C8B-B14F-4D97-AF65-F5344CB8AC3E}">
        <p14:creationId xmlns:p14="http://schemas.microsoft.com/office/powerpoint/2010/main" val="153210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11</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p:txBody>
          <a:bodyPr/>
          <a:lstStyle/>
          <a:p>
            <a:pPr lvl="1"/>
            <a:r>
              <a:rPr lang="zh-CN" altLang="en-US" b="1" dirty="0">
                <a:latin typeface="Times New Roman" panose="02020603050405020304" pitchFamily="18" charset="0"/>
                <a:cs typeface="Times New Roman" panose="02020603050405020304" pitchFamily="18" charset="0"/>
              </a:rPr>
              <a:t>迭代</a:t>
            </a:r>
            <a:r>
              <a:rPr lang="zh-CN" altLang="en-US" b="1" dirty="0" smtClean="0">
                <a:latin typeface="Times New Roman" panose="02020603050405020304" pitchFamily="18" charset="0"/>
                <a:cs typeface="Times New Roman" panose="02020603050405020304" pitchFamily="18" charset="0"/>
              </a:rPr>
              <a:t>回溯</a:t>
            </a:r>
            <a:r>
              <a:rPr lang="zh-CN" altLang="en-US" b="1" dirty="0" smtClean="0">
                <a:latin typeface="Times New Roman" panose="02020603050405020304" pitchFamily="18" charset="0"/>
                <a:cs typeface="Times New Roman" panose="02020603050405020304" pitchFamily="18" charset="0"/>
              </a:rPr>
              <a:t>算法</a:t>
            </a:r>
            <a:r>
              <a:rPr lang="en-US" altLang="zh-CN" b="1" dirty="0" smtClean="0">
                <a:latin typeface="Times New Roman" panose="02020603050405020304" pitchFamily="18" charset="0"/>
                <a:cs typeface="Times New Roman" panose="02020603050405020304" pitchFamily="18" charset="0"/>
              </a:rPr>
              <a:t>*</a:t>
            </a:r>
            <a:endParaRPr lang="en-US" altLang="zh-CN" b="1" dirty="0" smtClean="0">
              <a:latin typeface="Times New Roman" panose="02020603050405020304" pitchFamily="18" charset="0"/>
              <a:cs typeface="Times New Roman" panose="02020603050405020304" pitchFamily="18" charset="0"/>
            </a:endParaRPr>
          </a:p>
          <a:p>
            <a:pPr lvl="2"/>
            <a:r>
              <a:rPr lang="en-US" altLang="zh-CN" sz="2200" b="1" dirty="0" smtClean="0">
                <a:latin typeface="Times New Roman" panose="02020603050405020304" pitchFamily="18" charset="0"/>
                <a:cs typeface="Times New Roman" panose="02020603050405020304" pitchFamily="18" charset="0"/>
              </a:rPr>
              <a:t>Backtrack(t)</a:t>
            </a:r>
          </a:p>
          <a:p>
            <a:pPr lvl="2"/>
            <a:r>
              <a:rPr lang="zh-CN" altLang="en-US" sz="2200" b="1" dirty="0" smtClean="0">
                <a:latin typeface="Times New Roman" panose="02020603050405020304" pitchFamily="18" charset="0"/>
                <a:cs typeface="Times New Roman" panose="02020603050405020304" pitchFamily="18" charset="0"/>
              </a:rPr>
              <a:t>深度优先</a:t>
            </a:r>
            <a:endParaRPr lang="en-US" altLang="zh-CN" sz="2200" b="1" dirty="0" smtClean="0">
              <a:latin typeface="Times New Roman" panose="02020603050405020304" pitchFamily="18" charset="0"/>
              <a:cs typeface="Times New Roman" panose="02020603050405020304" pitchFamily="18" charset="0"/>
            </a:endParaRPr>
          </a:p>
          <a:p>
            <a:pPr lvl="2"/>
            <a:endParaRPr lang="en-US" altLang="zh-CN" sz="2200" b="1" dirty="0">
              <a:latin typeface="Times New Roman" panose="02020603050405020304" pitchFamily="18" charset="0"/>
              <a:cs typeface="Times New Roman" panose="02020603050405020304" pitchFamily="18" charset="0"/>
            </a:endParaRPr>
          </a:p>
          <a:p>
            <a:pPr lvl="2"/>
            <a:r>
              <a:rPr lang="zh-CN" altLang="en-US" sz="2200" b="1" dirty="0" smtClean="0">
                <a:latin typeface="Times New Roman" panose="02020603050405020304" pitchFamily="18" charset="0"/>
                <a:cs typeface="Times New Roman" panose="02020603050405020304" pitchFamily="18" charset="0"/>
              </a:rPr>
              <a:t>复杂度</a:t>
            </a:r>
            <a:r>
              <a:rPr lang="en-US" altLang="zh-CN" sz="2200" b="1" dirty="0" smtClean="0">
                <a:latin typeface="Times New Roman" panose="02020603050405020304" pitchFamily="18" charset="0"/>
                <a:cs typeface="Times New Roman" panose="02020603050405020304" pitchFamily="18" charset="0"/>
              </a:rPr>
              <a:t>n!</a:t>
            </a:r>
            <a:r>
              <a:rPr lang="zh-CN" altLang="en-US" sz="2200" b="1" dirty="0" smtClean="0">
                <a:latin typeface="Times New Roman" panose="02020603050405020304" pitchFamily="18" charset="0"/>
                <a:cs typeface="Times New Roman" panose="02020603050405020304" pitchFamily="18" charset="0"/>
              </a:rPr>
              <a:t>级</a:t>
            </a:r>
            <a:endParaRPr lang="zh-CN" altLang="en-US" sz="2200" b="1"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736" y="0"/>
            <a:ext cx="8265744" cy="6858000"/>
          </a:xfrm>
          <a:prstGeom prst="rect">
            <a:avLst/>
          </a:prstGeom>
        </p:spPr>
      </p:pic>
    </p:spTree>
    <p:extLst>
      <p:ext uri="{BB962C8B-B14F-4D97-AF65-F5344CB8AC3E}">
        <p14:creationId xmlns:p14="http://schemas.microsoft.com/office/powerpoint/2010/main" val="3897164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12</a:t>
            </a:fld>
            <a:endParaRPr lang="zh-CN" altLang="en-US" dirty="0"/>
          </a:p>
        </p:txBody>
      </p:sp>
      <p:sp>
        <p:nvSpPr>
          <p:cNvPr id="3" name="标题 2"/>
          <p:cNvSpPr>
            <a:spLocks noGrp="1"/>
          </p:cNvSpPr>
          <p:nvPr>
            <p:ph type="ctrTitle"/>
          </p:nvPr>
        </p:nvSpPr>
        <p:spPr/>
        <p:txBody>
          <a:bodyPr/>
          <a:lstStyle/>
          <a:p>
            <a:r>
              <a:rPr lang="zh-CN" altLang="en-US" dirty="0"/>
              <a:t>一、基本概念</a:t>
            </a:r>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47328" y="1124744"/>
                <a:ext cx="11089232" cy="4752975"/>
              </a:xfrm>
            </p:spPr>
            <p:txBody>
              <a:bodyPr/>
              <a:lstStyle/>
              <a:p>
                <a:pPr lvl="1"/>
                <a:r>
                  <a:rPr lang="zh-CN" altLang="en-US" b="1" dirty="0" smtClean="0">
                    <a:latin typeface="Times New Roman" panose="02020603050405020304" pitchFamily="18" charset="0"/>
                    <a:cs typeface="Times New Roman" panose="02020603050405020304" pitchFamily="18" charset="0"/>
                  </a:rPr>
                  <a:t>约束判断</a:t>
                </a:r>
                <a:r>
                  <a:rPr lang="en-US" altLang="zh-CN" b="1" dirty="0" err="1" smtClean="0">
                    <a:latin typeface="Times New Roman" panose="02020603050405020304" pitchFamily="18" charset="0"/>
                    <a:cs typeface="Times New Roman" panose="02020603050405020304" pitchFamily="18" charset="0"/>
                  </a:rPr>
                  <a:t>palce</a:t>
                </a:r>
                <a:r>
                  <a:rPr lang="en-US" altLang="zh-CN" b="1" dirty="0" smtClean="0">
                    <a:latin typeface="Times New Roman" panose="02020603050405020304" pitchFamily="18" charset="0"/>
                    <a:cs typeface="Times New Roman" panose="02020603050405020304" pitchFamily="18" charset="0"/>
                  </a:rPr>
                  <a:t>(t)(</a:t>
                </a:r>
                <a:r>
                  <a:rPr lang="zh-CN" altLang="en-US" b="1" dirty="0" smtClean="0">
                    <a:latin typeface="Times New Roman" panose="02020603050405020304" pitchFamily="18" charset="0"/>
                    <a:cs typeface="Times New Roman" panose="02020603050405020304" pitchFamily="18" charset="0"/>
                  </a:rPr>
                  <a:t>判断皇后</a:t>
                </a:r>
                <a:r>
                  <a:rPr lang="en-US" altLang="zh-CN" b="1" dirty="0" smtClean="0">
                    <a:latin typeface="Times New Roman" panose="02020603050405020304" pitchFamily="18" charset="0"/>
                    <a:cs typeface="Times New Roman" panose="02020603050405020304" pitchFamily="18" charset="0"/>
                  </a:rPr>
                  <a:t>t</a:t>
                </a:r>
                <a:r>
                  <a:rPr lang="zh-CN" altLang="en-US" b="1" dirty="0" smtClean="0">
                    <a:latin typeface="Times New Roman" panose="02020603050405020304" pitchFamily="18" charset="0"/>
                    <a:cs typeface="Times New Roman" panose="02020603050405020304" pitchFamily="18" charset="0"/>
                  </a:rPr>
                  <a:t>是否复合约束条件</a:t>
                </a:r>
                <a:r>
                  <a:rPr lang="en-US" altLang="zh-CN" b="1" dirty="0" smtClean="0">
                    <a:latin typeface="Times New Roman" panose="02020603050405020304" pitchFamily="18" charset="0"/>
                    <a:cs typeface="Times New Roman" panose="02020603050405020304" pitchFamily="18" charset="0"/>
                  </a:rPr>
                  <a:t>)</a:t>
                </a:r>
              </a:p>
              <a:p>
                <a:pPr lvl="2"/>
                <a:r>
                  <a:rPr lang="en-US" altLang="zh-CN" sz="2200" b="1" dirty="0" smtClean="0">
                    <a:latin typeface="Times New Roman" panose="02020603050405020304" pitchFamily="18" charset="0"/>
                    <a:cs typeface="Times New Roman" panose="02020603050405020304" pitchFamily="18" charset="0"/>
                  </a:rPr>
                  <a:t>t </a:t>
                </a:r>
                <a:r>
                  <a:rPr lang="zh-CN" altLang="en-US" sz="2200" b="1" dirty="0" smtClean="0">
                    <a:latin typeface="Times New Roman" panose="02020603050405020304" pitchFamily="18" charset="0"/>
                    <a:cs typeface="Times New Roman" panose="02020603050405020304" pitchFamily="18" charset="0"/>
                  </a:rPr>
                  <a:t>以上层已放置皇后，判断</a:t>
                </a:r>
                <a:r>
                  <a:rPr lang="en-US" altLang="zh-CN" sz="2200" b="1" dirty="0" smtClean="0">
                    <a:latin typeface="Times New Roman" panose="02020603050405020304" pitchFamily="18" charset="0"/>
                    <a:cs typeface="Times New Roman" panose="02020603050405020304" pitchFamily="18" charset="0"/>
                  </a:rPr>
                  <a:t>t</a:t>
                </a:r>
                <a:r>
                  <a:rPr lang="zh-CN" altLang="en-US" sz="2200" b="1" dirty="0" smtClean="0">
                    <a:latin typeface="Times New Roman" panose="02020603050405020304" pitchFamily="18" charset="0"/>
                    <a:cs typeface="Times New Roman" panose="02020603050405020304" pitchFamily="18" charset="0"/>
                  </a:rPr>
                  <a:t>层某位置是否符合约束条件</a:t>
                </a:r>
                <a:endParaRPr lang="en-US" altLang="zh-CN" sz="2200" b="1" dirty="0" smtClean="0">
                  <a:latin typeface="Times New Roman" panose="02020603050405020304" pitchFamily="18" charset="0"/>
                  <a:cs typeface="Times New Roman" panose="02020603050405020304" pitchFamily="18" charset="0"/>
                </a:endParaRPr>
              </a:p>
              <a:p>
                <a:pPr lvl="2"/>
                <a:r>
                  <a:rPr lang="zh-CN" altLang="en-US" sz="2200" b="1" dirty="0">
                    <a:latin typeface="Times New Roman" panose="02020603050405020304" pitchFamily="18" charset="0"/>
                    <a:cs typeface="Times New Roman" panose="02020603050405020304" pitchFamily="18" charset="0"/>
                  </a:rPr>
                  <a:t>规则：一个皇后可以攻击与之</a:t>
                </a:r>
                <a:r>
                  <a:rPr lang="zh-CN" altLang="en-US" sz="2200" b="1" dirty="0" smtClean="0">
                    <a:latin typeface="Times New Roman" panose="02020603050405020304" pitchFamily="18" charset="0"/>
                    <a:cs typeface="Times New Roman" panose="02020603050405020304" pitchFamily="18" charset="0"/>
                  </a:rPr>
                  <a:t>处在</a:t>
                </a:r>
                <a:endParaRPr lang="en-US" altLang="zh-CN" sz="2200" b="1" dirty="0" smtClean="0">
                  <a:latin typeface="Times New Roman" panose="02020603050405020304" pitchFamily="18" charset="0"/>
                  <a:cs typeface="Times New Roman" panose="02020603050405020304" pitchFamily="18" charset="0"/>
                </a:endParaRPr>
              </a:p>
              <a:p>
                <a:pPr marL="914400" lvl="2" indent="0">
                  <a:buNone/>
                </a:pPr>
                <a:r>
                  <a:rPr lang="en-US" altLang="zh-CN"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同一行</a:t>
                </a:r>
                <a:r>
                  <a:rPr lang="en-US" altLang="zh-CN"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或 同</a:t>
                </a:r>
                <a:r>
                  <a:rPr lang="zh-CN" altLang="en-US" sz="2200" b="1" dirty="0">
                    <a:latin typeface="Times New Roman" panose="02020603050405020304" pitchFamily="18" charset="0"/>
                    <a:cs typeface="Times New Roman" panose="02020603050405020304" pitchFamily="18" charset="0"/>
                  </a:rPr>
                  <a:t>一</a:t>
                </a:r>
                <a:r>
                  <a:rPr lang="zh-CN" altLang="en-US" sz="2200" b="1" dirty="0" smtClean="0">
                    <a:latin typeface="Times New Roman" panose="02020603050405020304" pitchFamily="18" charset="0"/>
                    <a:cs typeface="Times New Roman" panose="02020603050405020304" pitchFamily="18" charset="0"/>
                  </a:rPr>
                  <a:t>列</a:t>
                </a:r>
                <a:endParaRPr lang="en-US" altLang="zh-CN" sz="2200" b="1" dirty="0" smtClean="0">
                  <a:latin typeface="Times New Roman" panose="02020603050405020304" pitchFamily="18" charset="0"/>
                  <a:cs typeface="Times New Roman" panose="02020603050405020304" pitchFamily="18" charset="0"/>
                </a:endParaRPr>
              </a:p>
              <a:p>
                <a:pPr marL="914400" lvl="2" indent="0">
                  <a:buNone/>
                </a:pPr>
                <a:r>
                  <a:rPr lang="en-US" altLang="zh-CN" sz="2200" b="1" dirty="0">
                    <a:latin typeface="Times New Roman" panose="02020603050405020304" pitchFamily="18" charset="0"/>
                    <a:cs typeface="Times New Roman" panose="02020603050405020304" pitchFamily="18" charset="0"/>
                  </a:rPr>
                  <a:t> </a:t>
                </a:r>
                <a:r>
                  <a:rPr lang="en-US" altLang="zh-CN" sz="2200" b="1" dirty="0" smtClean="0">
                    <a:latin typeface="Times New Roman" panose="02020603050405020304" pitchFamily="18" charset="0"/>
                    <a:cs typeface="Times New Roman" panose="02020603050405020304" pitchFamily="18" charset="0"/>
                  </a:rPr>
                  <a:t>              </a:t>
                </a:r>
                <a:r>
                  <a:rPr lang="zh-CN" altLang="en-US" sz="2200" b="1" dirty="0" smtClean="0">
                    <a:latin typeface="Times New Roman" panose="02020603050405020304" pitchFamily="18" charset="0"/>
                    <a:cs typeface="Times New Roman" panose="02020603050405020304" pitchFamily="18" charset="0"/>
                  </a:rPr>
                  <a:t>或 同</a:t>
                </a:r>
                <a:r>
                  <a:rPr lang="zh-CN" altLang="en-US" sz="2200" b="1" dirty="0">
                    <a:latin typeface="Times New Roman" panose="02020603050405020304" pitchFamily="18" charset="0"/>
                    <a:cs typeface="Times New Roman" panose="02020603050405020304" pitchFamily="18" charset="0"/>
                  </a:rPr>
                  <a:t>一对角线上的任何其他棋子</a:t>
                </a:r>
                <a:r>
                  <a:rPr lang="zh-CN" altLang="en-US" sz="2200" b="1" dirty="0" smtClean="0">
                    <a:latin typeface="Times New Roman" panose="02020603050405020304" pitchFamily="18" charset="0"/>
                    <a:cs typeface="Times New Roman" panose="02020603050405020304" pitchFamily="18" charset="0"/>
                  </a:rPr>
                  <a:t>。</a:t>
                </a:r>
                <a:endParaRPr lang="en-US" altLang="zh-CN" sz="2200" b="1" dirty="0" smtClean="0">
                  <a:latin typeface="Times New Roman" panose="02020603050405020304" pitchFamily="18" charset="0"/>
                  <a:cs typeface="Times New Roman" panose="02020603050405020304" pitchFamily="18" charset="0"/>
                </a:endParaRPr>
              </a:p>
              <a:p>
                <a:pPr lvl="2"/>
                <a:r>
                  <a:rPr lang="zh-CN" altLang="en-US" sz="2200" b="1" dirty="0" smtClean="0">
                    <a:solidFill>
                      <a:srgbClr val="323F4F"/>
                    </a:solidFill>
                    <a:latin typeface="Times New Roman" panose="02020603050405020304" pitchFamily="18" charset="0"/>
                    <a:cs typeface="Times New Roman" panose="02020603050405020304" pitchFamily="18" charset="0"/>
                  </a:rPr>
                  <a:t>行约束满足</a:t>
                </a:r>
                <a:r>
                  <a:rPr lang="en-US" altLang="zh-CN" sz="2200" b="1" dirty="0" smtClean="0">
                    <a:solidFill>
                      <a:srgbClr val="323F4F"/>
                    </a:solidFill>
                    <a:latin typeface="Times New Roman" panose="02020603050405020304" pitchFamily="18" charset="0"/>
                    <a:cs typeface="Times New Roman" panose="02020603050405020304" pitchFamily="18" charset="0"/>
                  </a:rPr>
                  <a:t>-</a:t>
                </a:r>
                <a:r>
                  <a:rPr lang="zh-CN" altLang="en-US" sz="2200" b="1" dirty="0" smtClean="0">
                    <a:solidFill>
                      <a:srgbClr val="323F4F"/>
                    </a:solidFill>
                    <a:latin typeface="Times New Roman" panose="02020603050405020304" pitchFamily="18" charset="0"/>
                    <a:cs typeface="Times New Roman" panose="02020603050405020304" pitchFamily="18" charset="0"/>
                  </a:rPr>
                  <a:t>每个皇后占一行</a:t>
                </a:r>
                <a:endParaRPr lang="en-US" altLang="zh-CN" sz="2200" b="1" dirty="0" smtClean="0">
                  <a:solidFill>
                    <a:srgbClr val="323F4F"/>
                  </a:solidFill>
                  <a:latin typeface="Times New Roman" panose="02020603050405020304" pitchFamily="18" charset="0"/>
                  <a:cs typeface="Times New Roman" panose="02020603050405020304" pitchFamily="18" charset="0"/>
                </a:endParaRPr>
              </a:p>
              <a:p>
                <a:pPr lvl="2"/>
                <a:r>
                  <a:rPr lang="zh-CN" altLang="en-US" sz="2200" b="1" dirty="0" smtClean="0">
                    <a:solidFill>
                      <a:srgbClr val="323F4F"/>
                    </a:solidFill>
                    <a:latin typeface="Times New Roman" panose="02020603050405020304" pitchFamily="18" charset="0"/>
                    <a:cs typeface="Times New Roman" panose="02020603050405020304" pitchFamily="18" charset="0"/>
                  </a:rPr>
                  <a:t>列约束条件：</a:t>
                </a:r>
                <a14:m>
                  <m:oMath xmlns:m="http://schemas.openxmlformats.org/officeDocument/2006/math">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𝒕</m:t>
                        </m:r>
                      </m:sub>
                    </m:sSub>
                    <m:r>
                      <a:rPr lang="en-US" altLang="zh-CN" sz="2200" b="1" i="1" smtClean="0">
                        <a:solidFill>
                          <a:srgbClr val="323F4F"/>
                        </a:solidFill>
                        <a:latin typeface="Cambria Math" panose="02040503050406030204" pitchFamily="18" charset="0"/>
                        <a:ea typeface="Cambria Math" panose="02040503050406030204" pitchFamily="18" charset="0"/>
                      </a:rPr>
                      <m:t>≠</m:t>
                    </m:r>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smtClean="0">
                            <a:solidFill>
                              <a:srgbClr val="323F4F"/>
                            </a:solidFill>
                            <a:latin typeface="Cambria Math" panose="02040503050406030204" pitchFamily="18" charset="0"/>
                            <a:ea typeface="楷体_GB2312" pitchFamily="49" charset="-122"/>
                          </a:rPr>
                          <m:t>𝒋</m:t>
                        </m:r>
                      </m:sub>
                    </m:sSub>
                  </m:oMath>
                </a14:m>
                <a:r>
                  <a:rPr lang="en-US" altLang="zh-CN" sz="2200" b="1" dirty="0" smtClean="0">
                    <a:solidFill>
                      <a:srgbClr val="323F4F"/>
                    </a:solidFill>
                    <a:latin typeface="Times New Roman" panose="02020603050405020304" pitchFamily="18" charset="0"/>
                    <a:cs typeface="Times New Roman" panose="02020603050405020304" pitchFamily="18" charset="0"/>
                  </a:rPr>
                  <a:t>(j=1,…t-1)</a:t>
                </a:r>
              </a:p>
              <a:p>
                <a:pPr lvl="2"/>
                <a:r>
                  <a:rPr lang="zh-CN" altLang="en-US" sz="2200" b="1" dirty="0" smtClean="0">
                    <a:solidFill>
                      <a:srgbClr val="323F4F"/>
                    </a:solidFill>
                    <a:latin typeface="Times New Roman" panose="02020603050405020304" pitchFamily="18" charset="0"/>
                    <a:cs typeface="Times New Roman" panose="02020603050405020304" pitchFamily="18" charset="0"/>
                  </a:rPr>
                  <a:t>对角线约束：</a:t>
                </a:r>
                <a14:m>
                  <m:oMath xmlns:m="http://schemas.openxmlformats.org/officeDocument/2006/math">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𝒕</m:t>
                        </m:r>
                      </m:sub>
                    </m:sSub>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𝒕</m:t>
                    </m:r>
                    <m:r>
                      <a:rPr lang="en-US" altLang="zh-CN" sz="2200" b="1" i="1" smtClean="0">
                        <a:solidFill>
                          <a:srgbClr val="323F4F"/>
                        </a:solidFill>
                        <a:latin typeface="Cambria Math" panose="02040503050406030204" pitchFamily="18" charset="0"/>
                        <a:ea typeface="楷体_GB2312" pitchFamily="49" charset="-122"/>
                      </a:rPr>
                      <m:t>)</m:t>
                    </m:r>
                  </m:oMath>
                </a14:m>
                <a:r>
                  <a:rPr lang="en-US" altLang="zh-CN" sz="2200" b="1" dirty="0">
                    <a:solidFill>
                      <a:srgbClr val="323F4F"/>
                    </a:solidFill>
                    <a:ea typeface="Cambria Math" panose="02040503050406030204" pitchFamily="18" charset="0"/>
                  </a:rPr>
                  <a:t> </a:t>
                </a:r>
                <a14:m>
                  <m:oMath xmlns:m="http://schemas.openxmlformats.org/officeDocument/2006/math">
                    <m:r>
                      <a:rPr lang="en-US" altLang="zh-CN" sz="2200" b="1" i="1">
                        <a:solidFill>
                          <a:srgbClr val="323F4F"/>
                        </a:solidFill>
                        <a:latin typeface="Cambria Math" panose="02040503050406030204" pitchFamily="18" charset="0"/>
                        <a:ea typeface="Cambria Math" panose="02040503050406030204" pitchFamily="18" charset="0"/>
                      </a:rPr>
                      <m:t>≠</m:t>
                    </m:r>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smtClean="0">
                            <a:solidFill>
                              <a:srgbClr val="323F4F"/>
                            </a:solidFill>
                            <a:latin typeface="Cambria Math" panose="02040503050406030204" pitchFamily="18" charset="0"/>
                            <a:ea typeface="楷体_GB2312" pitchFamily="49" charset="-122"/>
                          </a:rPr>
                          <m:t>𝒋</m:t>
                        </m:r>
                      </m:sub>
                    </m:sSub>
                    <m:r>
                      <a:rPr lang="en-US" altLang="zh-CN" sz="2200" b="1" i="1">
                        <a:solidFill>
                          <a:srgbClr val="323F4F"/>
                        </a:solidFill>
                        <a:latin typeface="Cambria Math" panose="02040503050406030204" pitchFamily="18" charset="0"/>
                        <a:ea typeface="楷体_GB2312" pitchFamily="49" charset="-122"/>
                      </a:rPr>
                      <m:t>−</m:t>
                    </m:r>
                    <m:r>
                      <a:rPr lang="en-US" altLang="zh-CN" sz="2200" b="1" i="1" smtClean="0">
                        <a:solidFill>
                          <a:srgbClr val="323F4F"/>
                        </a:solidFill>
                        <a:latin typeface="Cambria Math" panose="02040503050406030204" pitchFamily="18" charset="0"/>
                        <a:ea typeface="楷体_GB2312" pitchFamily="49" charset="-122"/>
                      </a:rPr>
                      <m:t>𝒋</m:t>
                    </m:r>
                    <m:r>
                      <a:rPr lang="en-US" altLang="zh-CN" sz="2200" b="1" i="1" smtClean="0">
                        <a:solidFill>
                          <a:srgbClr val="323F4F"/>
                        </a:solidFill>
                        <a:latin typeface="Cambria Math" panose="02040503050406030204" pitchFamily="18" charset="0"/>
                        <a:ea typeface="楷体_GB2312" pitchFamily="49" charset="-122"/>
                      </a:rPr>
                      <m:t>)</m:t>
                    </m:r>
                  </m:oMath>
                </a14:m>
                <a:endParaRPr lang="en-US" altLang="zh-CN" sz="2200" b="1" dirty="0" smtClean="0">
                  <a:solidFill>
                    <a:srgbClr val="323F4F"/>
                  </a:solidFill>
                  <a:ea typeface="Cambria Math" panose="02040503050406030204" pitchFamily="18" charset="0"/>
                </a:endParaRPr>
              </a:p>
              <a:p>
                <a:pPr marL="914400" lvl="2" indent="0">
                  <a:buNone/>
                </a:pPr>
                <a:r>
                  <a:rPr lang="zh-CN" altLang="en-US" sz="2200" b="1" dirty="0" smtClean="0">
                    <a:solidFill>
                      <a:srgbClr val="323F4F"/>
                    </a:solidFill>
                    <a:ea typeface="Cambria Math" panose="02040503050406030204" pitchFamily="18" charset="0"/>
                  </a:rPr>
                  <a:t>                        且</a:t>
                </a:r>
                <a14:m>
                  <m:oMath xmlns:m="http://schemas.openxmlformats.org/officeDocument/2006/math">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𝒕</m:t>
                        </m:r>
                      </m:sub>
                    </m:sSub>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𝒕</m:t>
                    </m:r>
                    <m:r>
                      <a:rPr lang="en-US" altLang="zh-CN" sz="2200" b="1" i="1" smtClean="0">
                        <a:solidFill>
                          <a:srgbClr val="323F4F"/>
                        </a:solidFill>
                        <a:latin typeface="Cambria Math" panose="02040503050406030204" pitchFamily="18" charset="0"/>
                        <a:ea typeface="楷体_GB2312" pitchFamily="49" charset="-122"/>
                      </a:rPr>
                      <m:t>)</m:t>
                    </m:r>
                  </m:oMath>
                </a14:m>
                <a:r>
                  <a:rPr lang="en-US" altLang="zh-CN" sz="2200" b="1" dirty="0">
                    <a:solidFill>
                      <a:srgbClr val="323F4F"/>
                    </a:solidFill>
                    <a:ea typeface="Cambria Math" panose="02040503050406030204" pitchFamily="18" charset="0"/>
                  </a:rPr>
                  <a:t> </a:t>
                </a:r>
                <a14:m>
                  <m:oMath xmlns:m="http://schemas.openxmlformats.org/officeDocument/2006/math">
                    <m:r>
                      <a:rPr lang="en-US" altLang="zh-CN" sz="2200" b="1" i="1">
                        <a:solidFill>
                          <a:srgbClr val="323F4F"/>
                        </a:solidFill>
                        <a:latin typeface="Cambria Math" panose="02040503050406030204" pitchFamily="18" charset="0"/>
                        <a:ea typeface="Cambria Math" panose="02040503050406030204" pitchFamily="18" charset="0"/>
                      </a:rPr>
                      <m:t>≠</m:t>
                    </m:r>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𝒋</m:t>
                        </m:r>
                      </m:sub>
                    </m:sSub>
                    <m:r>
                      <a:rPr lang="en-US" altLang="zh-CN" sz="2200" b="1" i="1" smtClean="0">
                        <a:solidFill>
                          <a:srgbClr val="323F4F"/>
                        </a:solidFill>
                        <a:latin typeface="Cambria Math" panose="02040503050406030204" pitchFamily="18" charset="0"/>
                        <a:ea typeface="楷体_GB2312" pitchFamily="49" charset="-122"/>
                      </a:rPr>
                      <m:t>+</m:t>
                    </m:r>
                    <m:r>
                      <a:rPr lang="en-US" altLang="zh-CN" sz="2200" b="1" i="1">
                        <a:solidFill>
                          <a:srgbClr val="323F4F"/>
                        </a:solidFill>
                        <a:latin typeface="Cambria Math" panose="02040503050406030204" pitchFamily="18" charset="0"/>
                        <a:ea typeface="楷体_GB2312" pitchFamily="49" charset="-122"/>
                      </a:rPr>
                      <m:t>𝒋</m:t>
                    </m:r>
                    <m:r>
                      <a:rPr lang="en-US" altLang="zh-CN" sz="2200" b="1" i="1" smtClean="0">
                        <a:solidFill>
                          <a:srgbClr val="323F4F"/>
                        </a:solidFill>
                        <a:latin typeface="Cambria Math" panose="02040503050406030204" pitchFamily="18" charset="0"/>
                        <a:ea typeface="楷体_GB2312" pitchFamily="49" charset="-122"/>
                      </a:rPr>
                      <m:t>)</m:t>
                    </m:r>
                  </m:oMath>
                </a14:m>
                <a:r>
                  <a:rPr lang="en-US" altLang="zh-CN" sz="2200" b="1" dirty="0" smtClean="0">
                    <a:solidFill>
                      <a:srgbClr val="323F4F"/>
                    </a:solidFill>
                    <a:ea typeface="Cambria Math" panose="02040503050406030204" pitchFamily="18" charset="0"/>
                  </a:rPr>
                  <a:t> </a:t>
                </a:r>
                <a:r>
                  <a:rPr lang="en-US" altLang="zh-CN" sz="2200" b="1" dirty="0">
                    <a:solidFill>
                      <a:srgbClr val="323F4F"/>
                    </a:solidFill>
                    <a:latin typeface="Times New Roman" panose="02020603050405020304" pitchFamily="18" charset="0"/>
                    <a:cs typeface="Times New Roman" panose="02020603050405020304" pitchFamily="18" charset="0"/>
                  </a:rPr>
                  <a:t>(j=1,…t-1)</a:t>
                </a:r>
              </a:p>
              <a:p>
                <a:pPr lvl="2"/>
                <a14:m>
                  <m:oMath xmlns:m="http://schemas.openxmlformats.org/officeDocument/2006/math">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𝒋</m:t>
                        </m:r>
                      </m:sub>
                    </m:sSub>
                  </m:oMath>
                </a14:m>
                <a:r>
                  <a:rPr lang="en-US" altLang="zh-CN" sz="2200" b="1" dirty="0">
                    <a:solidFill>
                      <a:srgbClr val="323F4F"/>
                    </a:solidFill>
                    <a:latin typeface="Times New Roman" panose="02020603050405020304" pitchFamily="18" charset="0"/>
                    <a:cs typeface="Times New Roman" panose="02020603050405020304" pitchFamily="18" charset="0"/>
                  </a:rPr>
                  <a:t>(j=1,…t-1</a:t>
                </a:r>
                <a:r>
                  <a:rPr lang="en-US" altLang="zh-CN" sz="2200" b="1" dirty="0" smtClean="0">
                    <a:solidFill>
                      <a:srgbClr val="323F4F"/>
                    </a:solidFill>
                    <a:latin typeface="Times New Roman" panose="02020603050405020304" pitchFamily="18" charset="0"/>
                    <a:cs typeface="Times New Roman" panose="02020603050405020304" pitchFamily="18" charset="0"/>
                  </a:rPr>
                  <a:t>)</a:t>
                </a:r>
                <a:r>
                  <a:rPr lang="zh-CN" altLang="en-US" sz="2200" b="1" dirty="0" smtClean="0">
                    <a:solidFill>
                      <a:srgbClr val="323F4F"/>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2200" b="1" i="1">
                            <a:solidFill>
                              <a:srgbClr val="323F4F"/>
                            </a:solidFill>
                            <a:latin typeface="Cambria Math" panose="02040503050406030204" pitchFamily="18" charset="0"/>
                            <a:ea typeface="楷体_GB2312" pitchFamily="49" charset="-122"/>
                          </a:rPr>
                        </m:ctrlPr>
                      </m:sSubPr>
                      <m:e>
                        <m:r>
                          <a:rPr lang="en-US" altLang="zh-CN" sz="2200" b="1" i="1">
                            <a:solidFill>
                              <a:srgbClr val="323F4F"/>
                            </a:solidFill>
                            <a:latin typeface="Cambria Math" panose="02040503050406030204" pitchFamily="18" charset="0"/>
                            <a:ea typeface="楷体_GB2312" pitchFamily="49" charset="-122"/>
                          </a:rPr>
                          <m:t>𝒙</m:t>
                        </m:r>
                      </m:e>
                      <m:sub>
                        <m:r>
                          <a:rPr lang="en-US" altLang="zh-CN" sz="2200" b="1" i="1">
                            <a:solidFill>
                              <a:srgbClr val="323F4F"/>
                            </a:solidFill>
                            <a:latin typeface="Cambria Math" panose="02040503050406030204" pitchFamily="18" charset="0"/>
                            <a:ea typeface="楷体_GB2312" pitchFamily="49" charset="-122"/>
                          </a:rPr>
                          <m:t>𝒕</m:t>
                        </m:r>
                      </m:sub>
                    </m:sSub>
                  </m:oMath>
                </a14:m>
                <a:r>
                  <a:rPr lang="zh-CN" altLang="en-US" sz="2200" b="1" dirty="0" smtClean="0">
                    <a:solidFill>
                      <a:srgbClr val="323F4F"/>
                    </a:solidFill>
                    <a:latin typeface="Times New Roman" panose="02020603050405020304" pitchFamily="18" charset="0"/>
                    <a:cs typeface="Times New Roman" panose="02020603050405020304" pitchFamily="18" charset="0"/>
                  </a:rPr>
                  <a:t>已知</a:t>
                </a:r>
                <a:endParaRPr lang="en-US" altLang="zh-CN" sz="2200" b="1" dirty="0">
                  <a:solidFill>
                    <a:srgbClr val="323F4F"/>
                  </a:solidFill>
                  <a:latin typeface="Times New Roman" panose="02020603050405020304" pitchFamily="18" charset="0"/>
                  <a:cs typeface="Times New Roman" panose="02020603050405020304" pitchFamily="18" charset="0"/>
                </a:endParaRPr>
              </a:p>
              <a:p>
                <a:pPr lvl="2"/>
                <a:endParaRPr lang="en-US" altLang="zh-CN" i="1" dirty="0">
                  <a:solidFill>
                    <a:srgbClr val="323F4F"/>
                  </a:solidFill>
                  <a:latin typeface="Times New Roman" panose="02020603050405020304" pitchFamily="18" charset="0"/>
                  <a:cs typeface="Times New Roman" panose="02020603050405020304" pitchFamily="18" charset="0"/>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47328" y="1124744"/>
                <a:ext cx="11089232" cy="4752975"/>
              </a:xfrm>
              <a:blipFill rotWithShape="0">
                <a:blip r:embed="rId2"/>
                <a:stretch>
                  <a:fillRect t="-899"/>
                </a:stretch>
              </a:blipFill>
            </p:spPr>
            <p:txBody>
              <a:bodyPr/>
              <a:lstStyle/>
              <a:p>
                <a:r>
                  <a:rPr lang="zh-CN" altLang="en-US">
                    <a:noFill/>
                  </a:rPr>
                  <a:t> </a:t>
                </a:r>
              </a:p>
            </p:txBody>
          </p:sp>
        </mc:Fallback>
      </mc:AlternateContent>
      <p:graphicFrame>
        <p:nvGraphicFramePr>
          <p:cNvPr id="5" name="表格 4"/>
          <p:cNvGraphicFramePr>
            <a:graphicFrameLocks noGrp="1"/>
          </p:cNvGraphicFramePr>
          <p:nvPr>
            <p:extLst>
              <p:ext uri="{D42A27DB-BD31-4B8C-83A1-F6EECF244321}">
                <p14:modId xmlns:p14="http://schemas.microsoft.com/office/powerpoint/2010/main" val="3969363935"/>
              </p:ext>
            </p:extLst>
          </p:nvPr>
        </p:nvGraphicFramePr>
        <p:xfrm>
          <a:off x="7679610" y="1268760"/>
          <a:ext cx="2808315" cy="2592285"/>
        </p:xfrm>
        <a:graphic>
          <a:graphicData uri="http://schemas.openxmlformats.org/drawingml/2006/table">
            <a:tbl>
              <a:tblPr firstRow="1" bandRow="1">
                <a:tableStyleId>{5940675A-B579-460E-94D1-54222C63F5DA}</a:tableStyleId>
              </a:tblPr>
              <a:tblGrid>
                <a:gridCol w="561663"/>
                <a:gridCol w="561663"/>
                <a:gridCol w="561663"/>
                <a:gridCol w="561663"/>
                <a:gridCol w="561663"/>
              </a:tblGrid>
              <a:tr h="518457">
                <a:tc>
                  <a:txBody>
                    <a:bodyPr/>
                    <a:lstStyle/>
                    <a:p>
                      <a:endParaRPr lang="zh-CN" altLang="en-US" sz="18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1</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2</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t>3</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smtClean="0"/>
                        <a:t>4</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18457">
                <a:tc>
                  <a:txBody>
                    <a:bodyPr/>
                    <a:lstStyle/>
                    <a:p>
                      <a:pPr algn="ctr"/>
                      <a:r>
                        <a:rPr lang="en-US" altLang="zh-CN" dirty="0" smtClean="0"/>
                        <a:t>1</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518457">
                <a:tc>
                  <a:txBody>
                    <a:bodyPr/>
                    <a:lstStyle/>
                    <a:p>
                      <a:pPr algn="ctr"/>
                      <a:r>
                        <a:rPr lang="en-US" altLang="zh-CN" dirty="0" smtClean="0"/>
                        <a:t>2</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457">
                <a:tc>
                  <a:txBody>
                    <a:bodyPr/>
                    <a:lstStyle/>
                    <a:p>
                      <a:pPr algn="ctr"/>
                      <a:r>
                        <a:rPr lang="en-US" altLang="zh-CN" dirty="0" smtClean="0"/>
                        <a:t>3</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r>
              <a:tr h="518457">
                <a:tc>
                  <a:txBody>
                    <a:bodyPr/>
                    <a:lstStyle/>
                    <a:p>
                      <a:pPr algn="ctr"/>
                      <a:r>
                        <a:rPr lang="en-US" altLang="zh-CN" dirty="0" smtClean="0"/>
                        <a:t>4</a:t>
                      </a:r>
                      <a:endParaRPr lang="zh-CN" altLang="en-US" dirty="0"/>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6" name="文本框 5"/>
          <p:cNvSpPr txBox="1"/>
          <p:nvPr/>
        </p:nvSpPr>
        <p:spPr>
          <a:xfrm>
            <a:off x="10949273" y="1862829"/>
            <a:ext cx="763351" cy="369332"/>
          </a:xfrm>
          <a:prstGeom prst="rect">
            <a:avLst/>
          </a:prstGeom>
          <a:noFill/>
        </p:spPr>
        <p:txBody>
          <a:bodyPr wrap="none" rtlCol="0">
            <a:spAutoFit/>
          </a:bodyPr>
          <a:lstStyle/>
          <a:p>
            <a:r>
              <a:rPr lang="zh-CN" altLang="en-US" dirty="0" smtClean="0"/>
              <a:t>皇后</a:t>
            </a:r>
            <a:r>
              <a:rPr lang="en-US" altLang="zh-CN" dirty="0" smtClean="0"/>
              <a:t>1</a:t>
            </a:r>
            <a:endParaRPr lang="zh-CN" altLang="en-US" dirty="0"/>
          </a:p>
        </p:txBody>
      </p:sp>
      <p:sp>
        <p:nvSpPr>
          <p:cNvPr id="7" name="文本框 6"/>
          <p:cNvSpPr txBox="1"/>
          <p:nvPr/>
        </p:nvSpPr>
        <p:spPr>
          <a:xfrm>
            <a:off x="10949273" y="2368009"/>
            <a:ext cx="763351" cy="369332"/>
          </a:xfrm>
          <a:prstGeom prst="rect">
            <a:avLst/>
          </a:prstGeom>
          <a:noFill/>
        </p:spPr>
        <p:txBody>
          <a:bodyPr wrap="none" rtlCol="0">
            <a:spAutoFit/>
          </a:bodyPr>
          <a:lstStyle/>
          <a:p>
            <a:r>
              <a:rPr lang="zh-CN" altLang="en-US" dirty="0" smtClean="0"/>
              <a:t>皇后</a:t>
            </a:r>
            <a:r>
              <a:rPr lang="en-US" altLang="zh-CN" dirty="0" smtClean="0"/>
              <a:t>2</a:t>
            </a:r>
            <a:endParaRPr lang="zh-CN" altLang="en-US" dirty="0"/>
          </a:p>
        </p:txBody>
      </p:sp>
      <p:sp>
        <p:nvSpPr>
          <p:cNvPr id="8" name="文本框 7"/>
          <p:cNvSpPr txBox="1"/>
          <p:nvPr/>
        </p:nvSpPr>
        <p:spPr>
          <a:xfrm>
            <a:off x="10949273" y="2862141"/>
            <a:ext cx="763351" cy="369332"/>
          </a:xfrm>
          <a:prstGeom prst="rect">
            <a:avLst/>
          </a:prstGeom>
          <a:noFill/>
        </p:spPr>
        <p:txBody>
          <a:bodyPr wrap="none" rtlCol="0">
            <a:spAutoFit/>
          </a:bodyPr>
          <a:lstStyle/>
          <a:p>
            <a:r>
              <a:rPr lang="zh-CN" altLang="en-US" dirty="0" smtClean="0"/>
              <a:t>皇后</a:t>
            </a:r>
            <a:r>
              <a:rPr lang="en-US" altLang="zh-CN" dirty="0" smtClean="0"/>
              <a:t>3</a:t>
            </a:r>
            <a:endParaRPr lang="zh-CN" altLang="en-US" dirty="0"/>
          </a:p>
        </p:txBody>
      </p:sp>
      <p:sp>
        <p:nvSpPr>
          <p:cNvPr id="9" name="文本框 8"/>
          <p:cNvSpPr txBox="1"/>
          <p:nvPr/>
        </p:nvSpPr>
        <p:spPr>
          <a:xfrm>
            <a:off x="10949273" y="3368465"/>
            <a:ext cx="763351" cy="369332"/>
          </a:xfrm>
          <a:prstGeom prst="rect">
            <a:avLst/>
          </a:prstGeom>
          <a:noFill/>
        </p:spPr>
        <p:txBody>
          <a:bodyPr wrap="none" rtlCol="0">
            <a:spAutoFit/>
          </a:bodyPr>
          <a:lstStyle/>
          <a:p>
            <a:r>
              <a:rPr lang="zh-CN" altLang="en-US" dirty="0" smtClean="0"/>
              <a:t>皇后</a:t>
            </a:r>
            <a:r>
              <a:rPr lang="en-US" altLang="zh-CN" dirty="0" smtClean="0"/>
              <a:t>4</a:t>
            </a:r>
            <a:endParaRPr lang="zh-CN" altLang="en-US" dirty="0"/>
          </a:p>
        </p:txBody>
      </p:sp>
      <p:cxnSp>
        <p:nvCxnSpPr>
          <p:cNvPr id="10" name="直接箭头连接符 9"/>
          <p:cNvCxnSpPr>
            <a:stCxn id="6" idx="1"/>
          </p:cNvCxnSpPr>
          <p:nvPr/>
        </p:nvCxnSpPr>
        <p:spPr>
          <a:xfrm flipH="1">
            <a:off x="10553797" y="2047495"/>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10553797" y="2593957"/>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10553797" y="3098013"/>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0553797" y="3530061"/>
            <a:ext cx="395476"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8426" y="1803362"/>
            <a:ext cx="504056" cy="488265"/>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1207" y="2317088"/>
            <a:ext cx="504056" cy="488265"/>
          </a:xfrm>
          <a:prstGeom prst="rect">
            <a:avLst/>
          </a:prstGeom>
        </p:spPr>
      </p:pic>
      <mc:AlternateContent xmlns:mc="http://schemas.openxmlformats.org/markup-compatibility/2006" xmlns:a14="http://schemas.microsoft.com/office/drawing/2010/main">
        <mc:Choice Requires="a14">
          <p:sp>
            <p:nvSpPr>
              <p:cNvPr id="18" name="矩形标注 17"/>
              <p:cNvSpPr/>
              <p:nvPr/>
            </p:nvSpPr>
            <p:spPr>
              <a:xfrm>
                <a:off x="6459059" y="2322855"/>
                <a:ext cx="914400" cy="330987"/>
              </a:xfrm>
              <a:prstGeom prst="wedgeRectCallout">
                <a:avLst>
                  <a:gd name="adj1" fmla="val 168016"/>
                  <a:gd name="adj2" fmla="val 1766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a:t>
                </a:r>
                <a:r>
                  <a:rPr lang="en-US" altLang="zh-CN" i="1" dirty="0"/>
                  <a:t>t</a:t>
                </a:r>
                <a:r>
                  <a:rPr lang="en-US" altLang="zh-CN" dirty="0" smtClean="0"/>
                  <a:t>,</a:t>
                </a:r>
                <a:r>
                  <a:rPr lang="en-US" altLang="zh-CN" b="1" dirty="0" smtClean="0">
                    <a:solidFill>
                      <a:srgbClr val="0070C0"/>
                    </a:solidFill>
                    <a:ea typeface="楷体_GB2312" pitchFamily="49" charset="-122"/>
                  </a:rPr>
                  <a:t> </a:t>
                </a:r>
                <a14:m>
                  <m:oMath xmlns:m="http://schemas.openxmlformats.org/officeDocument/2006/math">
                    <m:sSub>
                      <m:sSubPr>
                        <m:ctrlPr>
                          <a:rPr lang="en-US" altLang="zh-CN" b="1" i="1" smtClean="0">
                            <a:solidFill>
                              <a:schemeClr val="bg1"/>
                            </a:solidFill>
                            <a:latin typeface="Cambria Math" panose="02040503050406030204" pitchFamily="18" charset="0"/>
                            <a:ea typeface="楷体_GB2312" pitchFamily="49" charset="-122"/>
                          </a:rPr>
                        </m:ctrlPr>
                      </m:sSubPr>
                      <m:e>
                        <m:r>
                          <a:rPr lang="en-US" altLang="zh-CN" b="1" i="1">
                            <a:solidFill>
                              <a:schemeClr val="bg1"/>
                            </a:solidFill>
                            <a:latin typeface="Cambria Math" panose="02040503050406030204" pitchFamily="18" charset="0"/>
                            <a:ea typeface="楷体_GB2312" pitchFamily="49" charset="-122"/>
                          </a:rPr>
                          <m:t>𝒙</m:t>
                        </m:r>
                      </m:e>
                      <m:sub>
                        <m:r>
                          <a:rPr lang="en-US" altLang="zh-CN" b="1" i="1" smtClean="0">
                            <a:solidFill>
                              <a:schemeClr val="bg1"/>
                            </a:solidFill>
                            <a:latin typeface="Cambria Math" panose="02040503050406030204" pitchFamily="18" charset="0"/>
                            <a:ea typeface="楷体_GB2312" pitchFamily="49" charset="-122"/>
                          </a:rPr>
                          <m:t>𝒕</m:t>
                        </m:r>
                      </m:sub>
                    </m:sSub>
                  </m:oMath>
                </a14:m>
                <a:r>
                  <a:rPr lang="en-US" altLang="zh-CN" dirty="0" smtClean="0"/>
                  <a:t>)</a:t>
                </a:r>
                <a:endParaRPr lang="zh-CN" altLang="en-US" dirty="0"/>
              </a:p>
            </p:txBody>
          </p:sp>
        </mc:Choice>
        <mc:Fallback xmlns="">
          <p:sp>
            <p:nvSpPr>
              <p:cNvPr id="18" name="矩形标注 17"/>
              <p:cNvSpPr>
                <a:spLocks noRot="1" noChangeAspect="1" noMove="1" noResize="1" noEditPoints="1" noAdjustHandles="1" noChangeArrowheads="1" noChangeShapeType="1" noTextEdit="1"/>
              </p:cNvSpPr>
              <p:nvPr/>
            </p:nvSpPr>
            <p:spPr>
              <a:xfrm>
                <a:off x="6459059" y="2322855"/>
                <a:ext cx="914400" cy="330987"/>
              </a:xfrm>
              <a:prstGeom prst="wedgeRectCallout">
                <a:avLst>
                  <a:gd name="adj1" fmla="val 168016"/>
                  <a:gd name="adj2" fmla="val 176683"/>
                </a:avLst>
              </a:prstGeom>
              <a:blipFill rotWithShape="0">
                <a:blip r:embed="rId4"/>
                <a:stretch>
                  <a:fillRect t="-6504"/>
                </a:stretch>
              </a:blipFill>
              <a:ln>
                <a:noFill/>
              </a:ln>
            </p:spPr>
            <p:txBody>
              <a:bodyPr/>
              <a:lstStyle/>
              <a:p>
                <a:r>
                  <a:rPr lang="zh-CN" altLang="en-US">
                    <a:noFill/>
                  </a:rPr>
                  <a:t> </a:t>
                </a:r>
              </a:p>
            </p:txBody>
          </p:sp>
        </mc:Fallback>
      </mc:AlternateContent>
      <p:cxnSp>
        <p:nvCxnSpPr>
          <p:cNvPr id="20" name="直接箭头连接符 19"/>
          <p:cNvCxnSpPr/>
          <p:nvPr/>
        </p:nvCxnSpPr>
        <p:spPr>
          <a:xfrm>
            <a:off x="8544272" y="2047495"/>
            <a:ext cx="0" cy="16903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8542682" y="2039773"/>
            <a:ext cx="192258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42682" y="2039773"/>
            <a:ext cx="1801790" cy="1698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矩形标注 37"/>
              <p:cNvSpPr/>
              <p:nvPr/>
            </p:nvSpPr>
            <p:spPr>
              <a:xfrm>
                <a:off x="9889156" y="4050399"/>
                <a:ext cx="743348" cy="330987"/>
              </a:xfrm>
              <a:prstGeom prst="wedgeRectCallout">
                <a:avLst>
                  <a:gd name="adj1" fmla="val 5793"/>
                  <a:gd name="adj2" fmla="val -16864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1400" b="1" i="1" smtClean="0">
                            <a:solidFill>
                              <a:schemeClr val="bg1"/>
                            </a:solidFill>
                            <a:latin typeface="Cambria Math" panose="02040503050406030204" pitchFamily="18" charset="0"/>
                            <a:ea typeface="楷体_GB2312" pitchFamily="49" charset="-122"/>
                          </a:rPr>
                        </m:ctrlPr>
                      </m:sSubPr>
                      <m:e>
                        <m:r>
                          <a:rPr lang="en-US" altLang="zh-CN" sz="1400" b="1" i="1">
                            <a:solidFill>
                              <a:schemeClr val="bg1"/>
                            </a:solidFill>
                            <a:latin typeface="Cambria Math" panose="02040503050406030204" pitchFamily="18" charset="0"/>
                            <a:ea typeface="楷体_GB2312" pitchFamily="49" charset="-122"/>
                          </a:rPr>
                          <m:t>𝒙</m:t>
                        </m:r>
                      </m:e>
                      <m:sub>
                        <m:r>
                          <a:rPr lang="en-US" altLang="zh-CN" sz="1400" b="1" i="1" smtClean="0">
                            <a:solidFill>
                              <a:schemeClr val="bg1"/>
                            </a:solidFill>
                            <a:latin typeface="Cambria Math" panose="02040503050406030204" pitchFamily="18" charset="0"/>
                            <a:ea typeface="楷体_GB2312" pitchFamily="49" charset="-122"/>
                          </a:rPr>
                          <m:t>𝒕</m:t>
                        </m:r>
                      </m:sub>
                    </m:sSub>
                  </m:oMath>
                </a14:m>
                <a:r>
                  <a:rPr lang="en-US" altLang="zh-CN" sz="1400" dirty="0" smtClean="0"/>
                  <a:t>-</a:t>
                </a:r>
                <a:r>
                  <a:rPr lang="en-US" altLang="zh-CN" sz="1400" i="1" dirty="0"/>
                  <a:t> </a:t>
                </a:r>
                <a:r>
                  <a:rPr lang="en-US" altLang="zh-CN" sz="1400" i="1" dirty="0" smtClean="0"/>
                  <a:t>t</a:t>
                </a:r>
                <a:r>
                  <a:rPr lang="en-US" altLang="zh-CN" sz="1400" dirty="0" smtClean="0"/>
                  <a:t>=0</a:t>
                </a:r>
                <a:endParaRPr lang="zh-CN" altLang="en-US" sz="1400" dirty="0"/>
              </a:p>
            </p:txBody>
          </p:sp>
        </mc:Choice>
        <mc:Fallback xmlns="">
          <p:sp>
            <p:nvSpPr>
              <p:cNvPr id="38" name="矩形标注 37"/>
              <p:cNvSpPr>
                <a:spLocks noRot="1" noChangeAspect="1" noMove="1" noResize="1" noEditPoints="1" noAdjustHandles="1" noChangeArrowheads="1" noChangeShapeType="1" noTextEdit="1"/>
              </p:cNvSpPr>
              <p:nvPr/>
            </p:nvSpPr>
            <p:spPr>
              <a:xfrm>
                <a:off x="9889156" y="4050399"/>
                <a:ext cx="743348" cy="330987"/>
              </a:xfrm>
              <a:prstGeom prst="wedgeRectCallout">
                <a:avLst>
                  <a:gd name="adj1" fmla="val 5793"/>
                  <a:gd name="adj2" fmla="val -168648"/>
                </a:avLst>
              </a:prstGeom>
              <a:blipFill rotWithShape="0">
                <a:blip r:embed="rId5"/>
                <a:stretch>
                  <a:fillRect b="-6612"/>
                </a:stretch>
              </a:blipFill>
              <a:ln>
                <a:noFill/>
              </a:ln>
            </p:spPr>
            <p:txBody>
              <a:bodyPr/>
              <a:lstStyle/>
              <a:p>
                <a:r>
                  <a:rPr lang="zh-CN" altLang="en-US">
                    <a:noFill/>
                  </a:rPr>
                  <a:t> </a:t>
                </a:r>
              </a:p>
            </p:txBody>
          </p:sp>
        </mc:Fallback>
      </mc:AlternateContent>
      <p:cxnSp>
        <p:nvCxnSpPr>
          <p:cNvPr id="39" name="直接箭头连接符 38"/>
          <p:cNvCxnSpPr/>
          <p:nvPr/>
        </p:nvCxnSpPr>
        <p:spPr>
          <a:xfrm>
            <a:off x="8302638" y="2382461"/>
            <a:ext cx="1440955" cy="1375277"/>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标注 40"/>
              <p:cNvSpPr/>
              <p:nvPr/>
            </p:nvSpPr>
            <p:spPr>
              <a:xfrm>
                <a:off x="9132298" y="4050399"/>
                <a:ext cx="743348" cy="330987"/>
              </a:xfrm>
              <a:prstGeom prst="wedgeRectCallout">
                <a:avLst>
                  <a:gd name="adj1" fmla="val 5793"/>
                  <a:gd name="adj2" fmla="val -16864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1400" b="1" i="1" smtClean="0">
                            <a:solidFill>
                              <a:schemeClr val="bg1"/>
                            </a:solidFill>
                            <a:latin typeface="Cambria Math" panose="02040503050406030204" pitchFamily="18" charset="0"/>
                            <a:ea typeface="楷体_GB2312" pitchFamily="49" charset="-122"/>
                          </a:rPr>
                        </m:ctrlPr>
                      </m:sSubPr>
                      <m:e>
                        <m:r>
                          <a:rPr lang="en-US" altLang="zh-CN" sz="1400" b="1" i="1">
                            <a:solidFill>
                              <a:schemeClr val="bg1"/>
                            </a:solidFill>
                            <a:latin typeface="Cambria Math" panose="02040503050406030204" pitchFamily="18" charset="0"/>
                            <a:ea typeface="楷体_GB2312" pitchFamily="49" charset="-122"/>
                          </a:rPr>
                          <m:t>𝒙</m:t>
                        </m:r>
                      </m:e>
                      <m:sub>
                        <m:r>
                          <a:rPr lang="en-US" altLang="zh-CN" sz="1400" b="1" i="1" smtClean="0">
                            <a:solidFill>
                              <a:schemeClr val="bg1"/>
                            </a:solidFill>
                            <a:latin typeface="Cambria Math" panose="02040503050406030204" pitchFamily="18" charset="0"/>
                            <a:ea typeface="楷体_GB2312" pitchFamily="49" charset="-122"/>
                          </a:rPr>
                          <m:t>𝒕</m:t>
                        </m:r>
                      </m:sub>
                    </m:sSub>
                  </m:oMath>
                </a14:m>
                <a:r>
                  <a:rPr lang="en-US" altLang="zh-CN" sz="1400" dirty="0" smtClean="0"/>
                  <a:t>-</a:t>
                </a:r>
                <a:r>
                  <a:rPr lang="en-US" altLang="zh-CN" sz="1400" i="1" dirty="0"/>
                  <a:t> </a:t>
                </a:r>
                <a:r>
                  <a:rPr lang="en-US" altLang="zh-CN" sz="1400" i="1" dirty="0" smtClean="0"/>
                  <a:t>t</a:t>
                </a:r>
                <a:r>
                  <a:rPr lang="en-US" altLang="zh-CN" sz="1400" dirty="0" smtClean="0"/>
                  <a:t>=-1</a:t>
                </a:r>
                <a:endParaRPr lang="zh-CN" altLang="en-US" sz="1400" dirty="0"/>
              </a:p>
            </p:txBody>
          </p:sp>
        </mc:Choice>
        <mc:Fallback xmlns="">
          <p:sp>
            <p:nvSpPr>
              <p:cNvPr id="41" name="矩形标注 40"/>
              <p:cNvSpPr>
                <a:spLocks noRot="1" noChangeAspect="1" noMove="1" noResize="1" noEditPoints="1" noAdjustHandles="1" noChangeArrowheads="1" noChangeShapeType="1" noTextEdit="1"/>
              </p:cNvSpPr>
              <p:nvPr/>
            </p:nvSpPr>
            <p:spPr>
              <a:xfrm>
                <a:off x="9132298" y="4050399"/>
                <a:ext cx="743348" cy="330987"/>
              </a:xfrm>
              <a:prstGeom prst="wedgeRectCallout">
                <a:avLst>
                  <a:gd name="adj1" fmla="val 5793"/>
                  <a:gd name="adj2" fmla="val -168648"/>
                </a:avLst>
              </a:prstGeom>
              <a:blipFill rotWithShape="0">
                <a:blip r:embed="rId6"/>
                <a:stretch>
                  <a:fillRect r="-1639" b="-6612"/>
                </a:stretch>
              </a:blipFill>
              <a:ln>
                <a:noFill/>
              </a:ln>
            </p:spPr>
            <p:txBody>
              <a:bodyPr/>
              <a:lstStyle/>
              <a:p>
                <a:r>
                  <a:rPr lang="zh-CN" altLang="en-US">
                    <a:noFill/>
                  </a:rPr>
                  <a:t> </a:t>
                </a:r>
              </a:p>
            </p:txBody>
          </p:sp>
        </mc:Fallback>
      </mc:AlternateContent>
      <p:cxnSp>
        <p:nvCxnSpPr>
          <p:cNvPr id="46" name="直接箭头连接符 45"/>
          <p:cNvCxnSpPr/>
          <p:nvPr/>
        </p:nvCxnSpPr>
        <p:spPr>
          <a:xfrm>
            <a:off x="9083767" y="1959946"/>
            <a:ext cx="1210350" cy="1265336"/>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标注 49"/>
              <p:cNvSpPr/>
              <p:nvPr/>
            </p:nvSpPr>
            <p:spPr>
              <a:xfrm>
                <a:off x="8171008" y="4066883"/>
                <a:ext cx="743348" cy="330987"/>
              </a:xfrm>
              <a:prstGeom prst="wedgeRectCallout">
                <a:avLst>
                  <a:gd name="adj1" fmla="val 220208"/>
                  <a:gd name="adj2" fmla="val -3221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1400" b="1" i="1" smtClean="0">
                            <a:solidFill>
                              <a:schemeClr val="bg1"/>
                            </a:solidFill>
                            <a:latin typeface="Cambria Math" panose="02040503050406030204" pitchFamily="18" charset="0"/>
                            <a:ea typeface="楷体_GB2312" pitchFamily="49" charset="-122"/>
                          </a:rPr>
                        </m:ctrlPr>
                      </m:sSubPr>
                      <m:e>
                        <m:r>
                          <a:rPr lang="en-US" altLang="zh-CN" sz="1400" b="1" i="1">
                            <a:solidFill>
                              <a:schemeClr val="bg1"/>
                            </a:solidFill>
                            <a:latin typeface="Cambria Math" panose="02040503050406030204" pitchFamily="18" charset="0"/>
                            <a:ea typeface="楷体_GB2312" pitchFamily="49" charset="-122"/>
                          </a:rPr>
                          <m:t>𝒙</m:t>
                        </m:r>
                      </m:e>
                      <m:sub>
                        <m:r>
                          <a:rPr lang="en-US" altLang="zh-CN" sz="1400" b="1" i="1" smtClean="0">
                            <a:solidFill>
                              <a:schemeClr val="bg1"/>
                            </a:solidFill>
                            <a:latin typeface="Cambria Math" panose="02040503050406030204" pitchFamily="18" charset="0"/>
                            <a:ea typeface="楷体_GB2312" pitchFamily="49" charset="-122"/>
                          </a:rPr>
                          <m:t>𝒕</m:t>
                        </m:r>
                      </m:sub>
                    </m:sSub>
                  </m:oMath>
                </a14:m>
                <a:r>
                  <a:rPr lang="en-US" altLang="zh-CN" sz="1400" dirty="0" smtClean="0"/>
                  <a:t>-</a:t>
                </a:r>
                <a:r>
                  <a:rPr lang="en-US" altLang="zh-CN" sz="1400" i="1" dirty="0"/>
                  <a:t> </a:t>
                </a:r>
                <a:r>
                  <a:rPr lang="en-US" altLang="zh-CN" sz="1400" i="1" dirty="0" smtClean="0"/>
                  <a:t>t</a:t>
                </a:r>
                <a:r>
                  <a:rPr lang="en-US" altLang="zh-CN" sz="1400" dirty="0" smtClean="0"/>
                  <a:t>=1</a:t>
                </a:r>
                <a:endParaRPr lang="zh-CN" altLang="en-US" sz="1400" dirty="0"/>
              </a:p>
            </p:txBody>
          </p:sp>
        </mc:Choice>
        <mc:Fallback xmlns="">
          <p:sp>
            <p:nvSpPr>
              <p:cNvPr id="50" name="矩形标注 49"/>
              <p:cNvSpPr>
                <a:spLocks noRot="1" noChangeAspect="1" noMove="1" noResize="1" noEditPoints="1" noAdjustHandles="1" noChangeArrowheads="1" noChangeShapeType="1" noTextEdit="1"/>
              </p:cNvSpPr>
              <p:nvPr/>
            </p:nvSpPr>
            <p:spPr>
              <a:xfrm>
                <a:off x="8171008" y="4066883"/>
                <a:ext cx="743348" cy="330987"/>
              </a:xfrm>
              <a:prstGeom prst="wedgeRectCallout">
                <a:avLst>
                  <a:gd name="adj1" fmla="val 220208"/>
                  <a:gd name="adj2" fmla="val -322128"/>
                </a:avLst>
              </a:prstGeom>
              <a:blipFill rotWithShape="0">
                <a:blip r:embed="rId7"/>
                <a:stretch>
                  <a:fillRect b="-4478"/>
                </a:stretch>
              </a:blipFill>
              <a:ln>
                <a:noFill/>
              </a:ln>
            </p:spPr>
            <p:txBody>
              <a:bodyPr/>
              <a:lstStyle/>
              <a:p>
                <a:r>
                  <a:rPr lang="zh-CN" altLang="en-US">
                    <a:noFill/>
                  </a:rPr>
                  <a:t> </a:t>
                </a:r>
              </a:p>
            </p:txBody>
          </p:sp>
        </mc:Fallback>
      </mc:AlternateContent>
      <p:cxnSp>
        <p:nvCxnSpPr>
          <p:cNvPr id="52" name="直接箭头连接符 51"/>
          <p:cNvCxnSpPr/>
          <p:nvPr/>
        </p:nvCxnSpPr>
        <p:spPr>
          <a:xfrm flipH="1">
            <a:off x="8398338" y="1862829"/>
            <a:ext cx="1424947" cy="1368644"/>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矩形标注 54"/>
              <p:cNvSpPr/>
              <p:nvPr/>
            </p:nvSpPr>
            <p:spPr>
              <a:xfrm>
                <a:off x="6984475" y="3530058"/>
                <a:ext cx="743348" cy="330987"/>
              </a:xfrm>
              <a:prstGeom prst="wedgeRectCallout">
                <a:avLst>
                  <a:gd name="adj1" fmla="val 139910"/>
                  <a:gd name="adj2" fmla="val -1533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1400" b="1" i="1" smtClean="0">
                            <a:solidFill>
                              <a:schemeClr val="bg1"/>
                            </a:solidFill>
                            <a:latin typeface="Cambria Math" panose="02040503050406030204" pitchFamily="18" charset="0"/>
                            <a:ea typeface="楷体_GB2312" pitchFamily="49" charset="-122"/>
                          </a:rPr>
                        </m:ctrlPr>
                      </m:sSubPr>
                      <m:e>
                        <m:r>
                          <a:rPr lang="en-US" altLang="zh-CN" sz="1400" b="1" i="1">
                            <a:solidFill>
                              <a:schemeClr val="bg1"/>
                            </a:solidFill>
                            <a:latin typeface="Cambria Math" panose="02040503050406030204" pitchFamily="18" charset="0"/>
                            <a:ea typeface="楷体_GB2312" pitchFamily="49" charset="-122"/>
                          </a:rPr>
                          <m:t>𝒙</m:t>
                        </m:r>
                      </m:e>
                      <m:sub>
                        <m:r>
                          <a:rPr lang="en-US" altLang="zh-CN" sz="1400" b="1" i="1" smtClean="0">
                            <a:solidFill>
                              <a:schemeClr val="bg1"/>
                            </a:solidFill>
                            <a:latin typeface="Cambria Math" panose="02040503050406030204" pitchFamily="18" charset="0"/>
                            <a:ea typeface="楷体_GB2312" pitchFamily="49" charset="-122"/>
                          </a:rPr>
                          <m:t>𝒕</m:t>
                        </m:r>
                      </m:sub>
                    </m:sSub>
                  </m:oMath>
                </a14:m>
                <a:r>
                  <a:rPr lang="en-US" altLang="zh-CN" sz="1400" i="1" dirty="0" smtClean="0"/>
                  <a:t>+ t</a:t>
                </a:r>
                <a:r>
                  <a:rPr lang="en-US" altLang="zh-CN" sz="1400" dirty="0" smtClean="0"/>
                  <a:t>=4</a:t>
                </a:r>
                <a:endParaRPr lang="zh-CN" altLang="en-US" sz="1400" dirty="0"/>
              </a:p>
            </p:txBody>
          </p:sp>
        </mc:Choice>
        <mc:Fallback xmlns="">
          <p:sp>
            <p:nvSpPr>
              <p:cNvPr id="55" name="矩形标注 54"/>
              <p:cNvSpPr>
                <a:spLocks noRot="1" noChangeAspect="1" noMove="1" noResize="1" noEditPoints="1" noAdjustHandles="1" noChangeArrowheads="1" noChangeShapeType="1" noTextEdit="1"/>
              </p:cNvSpPr>
              <p:nvPr/>
            </p:nvSpPr>
            <p:spPr>
              <a:xfrm>
                <a:off x="6984475" y="3530058"/>
                <a:ext cx="743348" cy="330987"/>
              </a:xfrm>
              <a:prstGeom prst="wedgeRectCallout">
                <a:avLst>
                  <a:gd name="adj1" fmla="val 139910"/>
                  <a:gd name="adj2" fmla="val -153300"/>
                </a:avLst>
              </a:prstGeom>
              <a:blipFill rotWithShape="0">
                <a:blip r:embed="rId8"/>
                <a:stretch>
                  <a:fillRect b="-8182"/>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52645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1" grpId="0" animBg="1"/>
      <p:bldP spid="50" grpId="0" animBg="1"/>
      <p:bldP spid="5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13</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p:txBody>
          <a:bodyPr/>
          <a:lstStyle/>
          <a:p>
            <a:pPr lvl="1"/>
            <a:r>
              <a:rPr lang="zh-CN" altLang="en-US" b="1" dirty="0" smtClean="0">
                <a:latin typeface="Times New Roman" panose="02020603050405020304" pitchFamily="18" charset="0"/>
                <a:cs typeface="Times New Roman" panose="02020603050405020304" pitchFamily="18" charset="0"/>
              </a:rPr>
              <a:t>约束判断</a:t>
            </a:r>
            <a:r>
              <a:rPr lang="en-US" altLang="zh-CN" b="1" dirty="0" err="1" smtClean="0">
                <a:latin typeface="Times New Roman" panose="02020603050405020304" pitchFamily="18" charset="0"/>
                <a:cs typeface="Times New Roman" panose="02020603050405020304" pitchFamily="18" charset="0"/>
              </a:rPr>
              <a:t>palce</a:t>
            </a:r>
            <a:r>
              <a:rPr lang="en-US" altLang="zh-CN" b="1" dirty="0" smtClean="0">
                <a:latin typeface="Times New Roman" panose="02020603050405020304" pitchFamily="18" charset="0"/>
                <a:cs typeface="Times New Roman" panose="02020603050405020304" pitchFamily="18" charset="0"/>
              </a:rPr>
              <a:t>(t)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472" y="1700808"/>
            <a:ext cx="10267480" cy="3894144"/>
          </a:xfrm>
          <a:prstGeom prst="rect">
            <a:avLst/>
          </a:prstGeom>
        </p:spPr>
      </p:pic>
    </p:spTree>
    <p:extLst>
      <p:ext uri="{BB962C8B-B14F-4D97-AF65-F5344CB8AC3E}">
        <p14:creationId xmlns:p14="http://schemas.microsoft.com/office/powerpoint/2010/main" val="23245601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14</a:t>
            </a:fld>
            <a:endParaRPr lang="zh-CN" altLang="en-US" dirty="0"/>
          </a:p>
        </p:txBody>
      </p:sp>
      <p:sp>
        <p:nvSpPr>
          <p:cNvPr id="3" name="标题 2"/>
          <p:cNvSpPr>
            <a:spLocks noGrp="1"/>
          </p:cNvSpPr>
          <p:nvPr>
            <p:ph type="ctrTitle"/>
          </p:nvPr>
        </p:nvSpPr>
        <p:spPr/>
        <p:txBody>
          <a:bodyPr/>
          <a:lstStyle/>
          <a:p>
            <a:r>
              <a:rPr lang="zh-CN" altLang="en-US" dirty="0"/>
              <a:t>一、基本概念</a:t>
            </a:r>
          </a:p>
        </p:txBody>
      </p:sp>
      <p:sp>
        <p:nvSpPr>
          <p:cNvPr id="4" name="文本占位符 3"/>
          <p:cNvSpPr>
            <a:spLocks noGrp="1"/>
          </p:cNvSpPr>
          <p:nvPr>
            <p:ph type="body" sz="quarter" idx="14"/>
          </p:nvPr>
        </p:nvSpPr>
        <p:spPr/>
        <p:txBody>
          <a:bodyPr/>
          <a:lstStyle/>
          <a:p>
            <a:r>
              <a:rPr lang="zh-CN" altLang="en-US" dirty="0" smtClean="0">
                <a:solidFill>
                  <a:srgbClr val="FF0000"/>
                </a:solidFill>
              </a:rPr>
              <a:t>作业</a:t>
            </a:r>
            <a:r>
              <a:rPr lang="en-US" altLang="zh-CN" dirty="0" smtClean="0">
                <a:solidFill>
                  <a:srgbClr val="FF0000"/>
                </a:solidFill>
              </a:rPr>
              <a:t>1</a:t>
            </a:r>
            <a:r>
              <a:rPr lang="zh-CN" altLang="en-US" dirty="0" smtClean="0">
                <a:solidFill>
                  <a:srgbClr val="FF0000"/>
                </a:solidFill>
              </a:rPr>
              <a:t>，</a:t>
            </a:r>
            <a:r>
              <a:rPr lang="zh-CN" altLang="en-US" dirty="0"/>
              <a:t>实现</a:t>
            </a:r>
            <a:r>
              <a:rPr lang="zh-CN" altLang="en-US" dirty="0" smtClean="0"/>
              <a:t>求解</a:t>
            </a:r>
            <a:r>
              <a:rPr lang="en-US" altLang="zh-CN" dirty="0" smtClean="0"/>
              <a:t>4</a:t>
            </a:r>
            <a:r>
              <a:rPr lang="zh-CN" altLang="en-US" dirty="0" smtClean="0"/>
              <a:t>皇后问题的回溯算法。</a:t>
            </a:r>
            <a:endParaRPr lang="zh-CN" altLang="en-US" dirty="0"/>
          </a:p>
        </p:txBody>
      </p:sp>
    </p:spTree>
    <p:extLst>
      <p:ext uri="{BB962C8B-B14F-4D97-AF65-F5344CB8AC3E}">
        <p14:creationId xmlns:p14="http://schemas.microsoft.com/office/powerpoint/2010/main" val="31282387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15</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377774" y="1193590"/>
                <a:ext cx="11089232" cy="4752975"/>
              </a:xfrm>
            </p:spPr>
            <p:txBody>
              <a:bodyPr/>
              <a:lstStyle/>
              <a:p>
                <a:r>
                  <a:rPr lang="en-US" altLang="zh-CN" b="1" dirty="0" smtClean="0"/>
                  <a:t>0-1</a:t>
                </a:r>
                <a:r>
                  <a:rPr lang="zh-CN" altLang="en-US" b="1" dirty="0"/>
                  <a:t>背包</a:t>
                </a:r>
                <a:r>
                  <a:rPr lang="zh-CN" altLang="en-US" b="1" dirty="0" smtClean="0"/>
                  <a:t>问题实例：</a:t>
                </a:r>
                <a:endParaRPr lang="en-US" altLang="zh-CN" b="1" dirty="0" smtClean="0"/>
              </a:p>
              <a:p>
                <a:pPr lvl="1"/>
                <a:r>
                  <a:rPr lang="zh-CN" altLang="en-US" b="1" dirty="0" smtClean="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n=3，C=20</a:t>
                </a:r>
                <a:r>
                  <a:rPr lang="en-US" altLang="zh-CN" b="1" dirty="0" smtClean="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(w</a:t>
                </a:r>
                <a:r>
                  <a:rPr lang="en-US" altLang="zh-CN" b="1" baseline="-25000" dirty="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,w</a:t>
                </a:r>
                <a:r>
                  <a:rPr lang="en-US" altLang="zh-CN" b="1" baseline="-25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,w</a:t>
                </a:r>
                <a:r>
                  <a:rPr lang="en-US" altLang="zh-CN" b="1" baseline="-25000" dirty="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)=(10,5,15)，</a:t>
                </a:r>
                <a:r>
                  <a:rPr lang="en-US" altLang="zh-CN" b="1" dirty="0" smtClean="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p</a:t>
                </a:r>
                <a:r>
                  <a:rPr lang="en-US" altLang="zh-CN" b="1" baseline="-25000" dirty="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,p</a:t>
                </a:r>
                <a:r>
                  <a:rPr lang="en-US" altLang="zh-CN" b="1" baseline="-25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,p</a:t>
                </a:r>
                <a:r>
                  <a:rPr lang="en-US" altLang="zh-CN" b="1" baseline="-25000" dirty="0">
                    <a:latin typeface="Times New Roman" panose="02020603050405020304" pitchFamily="18" charset="0"/>
                    <a:cs typeface="Times New Roman" panose="02020603050405020304" pitchFamily="18" charset="0"/>
                  </a:rPr>
                  <a:t>3</a:t>
                </a:r>
                <a:r>
                  <a:rPr lang="en-US" altLang="zh-CN" b="1" dirty="0">
                    <a:latin typeface="Times New Roman" panose="02020603050405020304" pitchFamily="18" charset="0"/>
                    <a:cs typeface="Times New Roman" panose="02020603050405020304" pitchFamily="18" charset="0"/>
                  </a:rPr>
                  <a:t>)=(20,15,25</a:t>
                </a:r>
                <a:r>
                  <a:rPr lang="en-US" altLang="zh-CN" b="1" dirty="0" smtClean="0">
                    <a:latin typeface="Times New Roman" panose="02020603050405020304" pitchFamily="18" charset="0"/>
                    <a:cs typeface="Times New Roman" panose="02020603050405020304" pitchFamily="18" charset="0"/>
                  </a:rPr>
                  <a:t>)</a:t>
                </a:r>
                <a:r>
                  <a:rPr lang="zh-CN" altLang="en-US" b="1" dirty="0" smtClean="0">
                    <a:latin typeface="Times New Roman" panose="02020603050405020304" pitchFamily="18" charset="0"/>
                    <a:cs typeface="Times New Roman" panose="02020603050405020304" pitchFamily="18" charset="0"/>
                  </a:rPr>
                  <a:t>，求价值最大方案？ </a:t>
                </a:r>
                <a:endParaRPr lang="en-US" altLang="zh-CN" b="1" dirty="0" smtClean="0">
                  <a:latin typeface="Times New Roman" panose="02020603050405020304" pitchFamily="18" charset="0"/>
                  <a:cs typeface="Times New Roman" panose="02020603050405020304" pitchFamily="18" charset="0"/>
                </a:endParaRPr>
              </a:p>
              <a:p>
                <a:pPr lvl="1"/>
                <a:r>
                  <a:rPr lang="zh-CN" altLang="en-US" b="1" dirty="0" smtClean="0">
                    <a:latin typeface="Times New Roman" panose="02020603050405020304" pitchFamily="18" charset="0"/>
                    <a:cs typeface="Times New Roman" panose="02020603050405020304" pitchFamily="18" charset="0"/>
                  </a:rPr>
                  <a:t>回溯算法</a:t>
                </a:r>
                <a:endParaRPr lang="en-US" altLang="zh-CN" b="1" dirty="0" smtClean="0">
                  <a:latin typeface="Times New Roman" panose="02020603050405020304" pitchFamily="18" charset="0"/>
                  <a:cs typeface="Times New Roman" panose="02020603050405020304" pitchFamily="18" charset="0"/>
                </a:endParaRPr>
              </a:p>
              <a:p>
                <a:pPr lvl="2"/>
                <a:r>
                  <a:rPr lang="zh-CN" altLang="en-US" sz="2200" b="1" dirty="0" smtClean="0">
                    <a:latin typeface="Times New Roman" panose="02020603050405020304" pitchFamily="18" charset="0"/>
                    <a:cs typeface="Times New Roman" panose="02020603050405020304" pitchFamily="18" charset="0"/>
                  </a:rPr>
                  <a:t>定义解向量：</a:t>
                </a:r>
                <a:r>
                  <a:rPr lang="en-US" altLang="zh-CN" sz="2200" b="1" dirty="0">
                    <a:latin typeface="Times New Roman" panose="02020603050405020304" pitchFamily="18" charset="0"/>
                    <a:cs typeface="Times New Roman" panose="02020603050405020304" pitchFamily="18" charset="0"/>
                  </a:rPr>
                  <a:t> X=</a:t>
                </a:r>
                <a:r>
                  <a:rPr lang="en-US" altLang="zh-CN" sz="2200" b="1" dirty="0">
                    <a:latin typeface="Times New Roman" panose="02020603050405020304" pitchFamily="18" charset="0"/>
                    <a:ea typeface="楷体_GB2312" pitchFamily="49" charset="-122"/>
                    <a:cs typeface="Times New Roman" panose="02020603050405020304" pitchFamily="18" charset="0"/>
                  </a:rPr>
                  <a:t>&lt;</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𝟏</m:t>
                        </m:r>
                      </m:sub>
                    </m:sSub>
                    <m:r>
                      <a:rPr lang="en-US" altLang="zh-CN" sz="2200" b="1">
                        <a:latin typeface="Cambria Math" panose="02040503050406030204" pitchFamily="18" charset="0"/>
                        <a:ea typeface="楷体_GB2312" pitchFamily="49" charset="-122"/>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𝟐</m:t>
                        </m:r>
                      </m:sub>
                    </m:sSub>
                    <m:r>
                      <a:rPr lang="en-US" altLang="zh-CN" sz="2200" b="1">
                        <a:latin typeface="Cambria Math" panose="02040503050406030204" pitchFamily="18" charset="0"/>
                        <a:ea typeface="楷体_GB2312" pitchFamily="49" charset="-122"/>
                      </a:rPr>
                      <m:t>,</m:t>
                    </m:r>
                  </m:oMath>
                </a14:m>
                <a:r>
                  <a:rPr lang="en-US" altLang="zh-CN" sz="2200" b="1"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𝟑</m:t>
                        </m:r>
                      </m:sub>
                    </m:sSub>
                  </m:oMath>
                </a14:m>
                <a:r>
                  <a:rPr lang="en-US" altLang="zh-CN" sz="2200" b="1" dirty="0" smtClean="0">
                    <a:latin typeface="Times New Roman" panose="02020603050405020304" pitchFamily="18" charset="0"/>
                    <a:ea typeface="楷体_GB2312" pitchFamily="49" charset="-122"/>
                    <a:cs typeface="Times New Roman" panose="02020603050405020304" pitchFamily="18" charset="0"/>
                  </a:rPr>
                  <a:t>&gt;,</a:t>
                </a: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𝒊</m:t>
                        </m:r>
                      </m:sub>
                    </m:sSub>
                  </m:oMath>
                </a14:m>
                <a:r>
                  <a:rPr lang="en-US" altLang="zh-CN" sz="2200" b="1" dirty="0" smtClean="0">
                    <a:latin typeface="Times New Roman" panose="02020603050405020304" pitchFamily="18" charset="0"/>
                    <a:cs typeface="Times New Roman" panose="02020603050405020304" pitchFamily="18" charset="0"/>
                  </a:rPr>
                  <a:t>=0,</a:t>
                </a:r>
                <a:r>
                  <a:rPr lang="zh-CN" altLang="en-US" sz="2200" b="1" dirty="0" smtClean="0">
                    <a:latin typeface="Times New Roman" panose="02020603050405020304" pitchFamily="18" charset="0"/>
                    <a:cs typeface="Times New Roman" panose="02020603050405020304" pitchFamily="18" charset="0"/>
                  </a:rPr>
                  <a:t>不选物品</a:t>
                </a:r>
                <a:r>
                  <a:rPr lang="en-US" altLang="zh-CN" sz="2200" b="1" dirty="0" err="1" smtClean="0">
                    <a:latin typeface="Times New Roman" panose="02020603050405020304" pitchFamily="18" charset="0"/>
                    <a:cs typeface="Times New Roman" panose="02020603050405020304" pitchFamily="18" charset="0"/>
                  </a:rPr>
                  <a:t>i</a:t>
                </a:r>
                <a:r>
                  <a:rPr lang="en-US" altLang="zh-CN" sz="2200" b="1" dirty="0" smtClean="0">
                    <a:ea typeface="楷体_GB2312" pitchFamily="49" charset="-122"/>
                  </a:rPr>
                  <a:t> </a:t>
                </a:r>
                <a:endParaRPr lang="en-US" altLang="zh-CN" sz="2200" b="1" i="1" dirty="0" smtClean="0">
                  <a:latin typeface="Cambria Math" panose="02040503050406030204" pitchFamily="18" charset="0"/>
                  <a:ea typeface="楷体_GB2312" pitchFamily="49" charset="-122"/>
                </a:endParaRP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𝒊</m:t>
                        </m:r>
                      </m:sub>
                    </m:sSub>
                  </m:oMath>
                </a14:m>
                <a:r>
                  <a:rPr lang="en-US" altLang="zh-CN" sz="2200" b="1" dirty="0" smtClean="0">
                    <a:latin typeface="Times New Roman" panose="02020603050405020304" pitchFamily="18" charset="0"/>
                    <a:cs typeface="Times New Roman" panose="02020603050405020304" pitchFamily="18" charset="0"/>
                  </a:rPr>
                  <a:t>=1,</a:t>
                </a:r>
                <a:r>
                  <a:rPr lang="zh-CN" altLang="en-US" sz="2200" b="1" dirty="0" smtClean="0">
                    <a:latin typeface="Times New Roman" panose="02020603050405020304" pitchFamily="18" charset="0"/>
                    <a:cs typeface="Times New Roman" panose="02020603050405020304" pitchFamily="18" charset="0"/>
                  </a:rPr>
                  <a:t>选物品</a:t>
                </a:r>
                <a:r>
                  <a:rPr lang="en-US" altLang="zh-CN" sz="2200" b="1" dirty="0" err="1" smtClean="0">
                    <a:latin typeface="Times New Roman" panose="02020603050405020304" pitchFamily="18" charset="0"/>
                    <a:cs typeface="Times New Roman" panose="02020603050405020304" pitchFamily="18" charset="0"/>
                  </a:rPr>
                  <a:t>i</a:t>
                </a:r>
                <a:endParaRPr lang="en-US" altLang="zh-CN" sz="2200" b="1" dirty="0" smtClean="0">
                  <a:latin typeface="Times New Roman" panose="02020603050405020304" pitchFamily="18" charset="0"/>
                  <a:cs typeface="Times New Roman" panose="02020603050405020304" pitchFamily="18" charset="0"/>
                </a:endParaRPr>
              </a:p>
              <a:p>
                <a:pPr marL="1371600" lvl="3" indent="0">
                  <a:buNone/>
                </a:pPr>
                <a:endParaRPr lang="en-US" altLang="zh-CN" dirty="0" smtClean="0">
                  <a:latin typeface="Times New Roman" panose="02020603050405020304" pitchFamily="18" charset="0"/>
                  <a:cs typeface="Times New Roman" panose="02020603050405020304" pitchFamily="18" charset="0"/>
                </a:endParaRPr>
              </a:p>
              <a:p>
                <a:pPr lvl="2"/>
                <a:r>
                  <a:rPr lang="zh-CN" altLang="en-US" sz="2200" b="1" dirty="0" smtClean="0">
                    <a:latin typeface="Times New Roman" panose="02020603050405020304" pitchFamily="18" charset="0"/>
                    <a:cs typeface="Times New Roman" panose="02020603050405020304" pitchFamily="18" charset="0"/>
                  </a:rPr>
                  <a:t>搜索解空间树</a:t>
                </a:r>
                <a:endParaRPr lang="en-US" altLang="zh-CN" sz="2200" b="1" dirty="0" smtClean="0">
                  <a:latin typeface="Times New Roman" panose="02020603050405020304" pitchFamily="18" charset="0"/>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lvl="2"/>
                <a:endParaRPr lang="en-US" altLang="zh-CN" dirty="0" smtClean="0">
                  <a:latin typeface="Times New Roman" panose="02020603050405020304" pitchFamily="18" charset="0"/>
                  <a:cs typeface="Times New Roman" panose="02020603050405020304" pitchFamily="18" charset="0"/>
                </a:endParaRPr>
              </a:p>
              <a:p>
                <a:pPr lvl="2"/>
                <a:r>
                  <a:rPr lang="zh-CN" altLang="en-US" sz="2200" b="1" dirty="0" smtClean="0">
                    <a:latin typeface="Times New Roman" panose="02020603050405020304" pitchFamily="18" charset="0"/>
                    <a:cs typeface="Times New Roman" panose="02020603050405020304" pitchFamily="18" charset="0"/>
                  </a:rPr>
                  <a:t>最优解</a:t>
                </a:r>
                <a:r>
                  <a:rPr lang="en-US" altLang="zh-CN" sz="2200" b="1" dirty="0" smtClean="0">
                    <a:latin typeface="Times New Roman" panose="02020603050405020304" pitchFamily="18" charset="0"/>
                    <a:cs typeface="Times New Roman" panose="02020603050405020304" pitchFamily="18" charset="0"/>
                  </a:rPr>
                  <a:t>&lt;0,1,1&gt;(</a:t>
                </a:r>
                <a:r>
                  <a:rPr lang="zh-CN" altLang="en-US" sz="2200" b="1" dirty="0" smtClean="0">
                    <a:latin typeface="Times New Roman" panose="02020603050405020304" pitchFamily="18" charset="0"/>
                    <a:cs typeface="Times New Roman" panose="02020603050405020304" pitchFamily="18" charset="0"/>
                  </a:rPr>
                  <a:t>叶子节点路径</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lvl="2"/>
                <a:endParaRPr lang="zh-CN" altLang="en-US"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377774" y="1193590"/>
                <a:ext cx="11089232" cy="4752975"/>
              </a:xfrm>
              <a:blipFill rotWithShape="0">
                <a:blip r:embed="rId3"/>
                <a:stretch>
                  <a:fillRect l="-110" t="-1155"/>
                </a:stretch>
              </a:blipFill>
            </p:spPr>
            <p:txBody>
              <a:bodyPr/>
              <a:lstStyle/>
              <a:p>
                <a:r>
                  <a:rPr lang="zh-CN" altLang="en-US">
                    <a:noFill/>
                  </a:rPr>
                  <a:t> </a:t>
                </a:r>
              </a:p>
            </p:txBody>
          </p:sp>
        </mc:Fallback>
      </mc:AlternateContent>
      <p:sp>
        <p:nvSpPr>
          <p:cNvPr id="5" name="Oval 54"/>
          <p:cNvSpPr>
            <a:spLocks noChangeArrowheads="1"/>
          </p:cNvSpPr>
          <p:nvPr/>
        </p:nvSpPr>
        <p:spPr bwMode="auto">
          <a:xfrm>
            <a:off x="8014529" y="234888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r</a:t>
            </a:r>
          </a:p>
        </p:txBody>
      </p:sp>
      <p:sp>
        <p:nvSpPr>
          <p:cNvPr id="6" name="Oval 55"/>
          <p:cNvSpPr>
            <a:spLocks noChangeArrowheads="1"/>
          </p:cNvSpPr>
          <p:nvPr/>
        </p:nvSpPr>
        <p:spPr bwMode="auto">
          <a:xfrm>
            <a:off x="6547481" y="299713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8" name="Oval 57"/>
          <p:cNvSpPr>
            <a:spLocks noChangeArrowheads="1"/>
          </p:cNvSpPr>
          <p:nvPr/>
        </p:nvSpPr>
        <p:spPr bwMode="auto">
          <a:xfrm>
            <a:off x="5855435" y="364149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2" name="Oval 61"/>
          <p:cNvSpPr>
            <a:spLocks noChangeArrowheads="1"/>
          </p:cNvSpPr>
          <p:nvPr/>
        </p:nvSpPr>
        <p:spPr bwMode="auto">
          <a:xfrm>
            <a:off x="5009453" y="4390004"/>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34" name="Text Box 83"/>
          <p:cNvSpPr txBox="1">
            <a:spLocks noChangeArrowheads="1"/>
          </p:cNvSpPr>
          <p:nvPr/>
        </p:nvSpPr>
        <p:spPr bwMode="auto">
          <a:xfrm>
            <a:off x="4079776" y="2959683"/>
            <a:ext cx="9492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t=1,x</a:t>
            </a:r>
            <a:r>
              <a:rPr lang="en-US" altLang="zh-CN" sz="2400" b="1" baseline="-25000" dirty="0" smtClean="0">
                <a:solidFill>
                  <a:schemeClr val="accent6">
                    <a:lumMod val="75000"/>
                  </a:schemeClr>
                </a:solidFill>
              </a:rPr>
              <a:t>1</a:t>
            </a:r>
            <a:endParaRPr lang="en-US" altLang="zh-CN" sz="2400" b="1" dirty="0">
              <a:solidFill>
                <a:schemeClr val="accent6">
                  <a:lumMod val="75000"/>
                </a:schemeClr>
              </a:solidFill>
            </a:endParaRPr>
          </a:p>
        </p:txBody>
      </p:sp>
      <p:sp>
        <p:nvSpPr>
          <p:cNvPr id="35" name="Text Box 84"/>
          <p:cNvSpPr txBox="1">
            <a:spLocks noChangeArrowheads="1"/>
          </p:cNvSpPr>
          <p:nvPr/>
        </p:nvSpPr>
        <p:spPr bwMode="auto">
          <a:xfrm>
            <a:off x="6692223" y="259093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1</a:t>
            </a:r>
            <a:r>
              <a:rPr lang="en-US" altLang="zh-CN" sz="1600" b="1" dirty="0" smtClean="0"/>
              <a:t>=1</a:t>
            </a:r>
            <a:endParaRPr lang="zh-CN" altLang="en-US" sz="1600" b="1" dirty="0"/>
          </a:p>
        </p:txBody>
      </p:sp>
      <p:sp>
        <p:nvSpPr>
          <p:cNvPr id="36" name="Text Box 85"/>
          <p:cNvSpPr txBox="1">
            <a:spLocks noChangeArrowheads="1"/>
          </p:cNvSpPr>
          <p:nvPr/>
        </p:nvSpPr>
        <p:spPr bwMode="auto">
          <a:xfrm>
            <a:off x="4079776" y="3570078"/>
            <a:ext cx="9492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t=2,x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37" name="Text Box 86"/>
          <p:cNvSpPr txBox="1">
            <a:spLocks noChangeArrowheads="1"/>
          </p:cNvSpPr>
          <p:nvPr/>
        </p:nvSpPr>
        <p:spPr bwMode="auto">
          <a:xfrm>
            <a:off x="8933354" y="2577480"/>
            <a:ext cx="619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smtClean="0"/>
              <a:t>x</a:t>
            </a:r>
            <a:r>
              <a:rPr lang="en-US" altLang="zh-CN" sz="1800" b="1" baseline="-25000" dirty="0" smtClean="0"/>
              <a:t>1</a:t>
            </a:r>
            <a:r>
              <a:rPr lang="en-US" altLang="zh-CN" sz="1800" b="1" dirty="0" smtClean="0"/>
              <a:t>=0</a:t>
            </a:r>
            <a:endParaRPr lang="zh-CN" altLang="en-US" sz="1800" b="1" dirty="0"/>
          </a:p>
        </p:txBody>
      </p:sp>
      <p:sp>
        <p:nvSpPr>
          <p:cNvPr id="38" name="Text Box 87"/>
          <p:cNvSpPr txBox="1">
            <a:spLocks noChangeArrowheads="1"/>
          </p:cNvSpPr>
          <p:nvPr/>
        </p:nvSpPr>
        <p:spPr bwMode="auto">
          <a:xfrm>
            <a:off x="4079776" y="4424946"/>
            <a:ext cx="10447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t=3,x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sp>
        <p:nvSpPr>
          <p:cNvPr id="48" name="Text Box 99"/>
          <p:cNvSpPr txBox="1">
            <a:spLocks noChangeArrowheads="1"/>
          </p:cNvSpPr>
          <p:nvPr/>
        </p:nvSpPr>
        <p:spPr bwMode="auto">
          <a:xfrm>
            <a:off x="5925629" y="2798170"/>
            <a:ext cx="808501"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zh-CN" altLang="en-US" sz="1400" b="1" dirty="0" smtClean="0">
                <a:solidFill>
                  <a:srgbClr val="FFFF00"/>
                </a:solidFill>
              </a:rPr>
              <a:t>10,</a:t>
            </a:r>
            <a:r>
              <a:rPr lang="en-US" altLang="zh-CN" sz="1400" b="1" dirty="0" smtClean="0">
                <a:solidFill>
                  <a:srgbClr val="FFFF00"/>
                </a:solidFill>
              </a:rPr>
              <a:t>p.</a:t>
            </a:r>
            <a:r>
              <a:rPr lang="zh-CN" altLang="en-US" sz="1400" b="1" dirty="0" smtClean="0">
                <a:solidFill>
                  <a:srgbClr val="FFFF00"/>
                </a:solidFill>
              </a:rPr>
              <a:t>20</a:t>
            </a:r>
            <a:endParaRPr lang="zh-CN" altLang="en-US" sz="1400" b="1" dirty="0">
              <a:solidFill>
                <a:srgbClr val="FFFF00"/>
              </a:solidFill>
            </a:endParaRPr>
          </a:p>
        </p:txBody>
      </p:sp>
      <p:sp>
        <p:nvSpPr>
          <p:cNvPr id="70" name="Text Box 127"/>
          <p:cNvSpPr txBox="1">
            <a:spLocks noChangeArrowheads="1"/>
          </p:cNvSpPr>
          <p:nvPr/>
        </p:nvSpPr>
        <p:spPr bwMode="auto">
          <a:xfrm>
            <a:off x="9379856" y="5282603"/>
            <a:ext cx="577850" cy="234950"/>
          </a:xfrm>
          <a:prstGeom prst="rect">
            <a:avLst/>
          </a:prstGeom>
          <a:solidFill>
            <a:srgbClr val="00B050"/>
          </a:solidFill>
          <a:ln>
            <a:noFill/>
          </a:ln>
          <a:extLst/>
        </p:spPr>
        <p:txBody>
          <a:bodyPr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71" name="Text Box 128"/>
          <p:cNvSpPr txBox="1">
            <a:spLocks noChangeArrowheads="1"/>
          </p:cNvSpPr>
          <p:nvPr/>
        </p:nvSpPr>
        <p:spPr bwMode="auto">
          <a:xfrm>
            <a:off x="10019208" y="5218458"/>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当前最优解</a:t>
            </a:r>
          </a:p>
        </p:txBody>
      </p:sp>
      <p:sp>
        <p:nvSpPr>
          <p:cNvPr id="72" name="Text Box 129"/>
          <p:cNvSpPr txBox="1">
            <a:spLocks noChangeArrowheads="1"/>
          </p:cNvSpPr>
          <p:nvPr/>
        </p:nvSpPr>
        <p:spPr bwMode="auto">
          <a:xfrm>
            <a:off x="7678729" y="5285096"/>
            <a:ext cx="577850" cy="234950"/>
          </a:xfrm>
          <a:prstGeom prst="rect">
            <a:avLst/>
          </a:prstGeom>
          <a:solidFill>
            <a:srgbClr val="00B0F0"/>
          </a:solidFill>
          <a:ln w="9525">
            <a:noFill/>
            <a:miter lim="800000"/>
            <a:headEnd/>
            <a:tailEnd/>
          </a:ln>
          <a:extLst/>
        </p:spPr>
        <p:txBody>
          <a:bodyPr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73" name="Text Box 130"/>
          <p:cNvSpPr txBox="1">
            <a:spLocks noChangeArrowheads="1"/>
          </p:cNvSpPr>
          <p:nvPr/>
        </p:nvSpPr>
        <p:spPr bwMode="auto">
          <a:xfrm>
            <a:off x="8201700" y="5222528"/>
            <a:ext cx="874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可行解</a:t>
            </a:r>
          </a:p>
        </p:txBody>
      </p:sp>
      <p:sp>
        <p:nvSpPr>
          <p:cNvPr id="74" name="Text Box 131"/>
          <p:cNvSpPr txBox="1">
            <a:spLocks noChangeArrowheads="1"/>
          </p:cNvSpPr>
          <p:nvPr/>
        </p:nvSpPr>
        <p:spPr bwMode="auto">
          <a:xfrm>
            <a:off x="5375920" y="5275207"/>
            <a:ext cx="577850" cy="2349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75" name="Text Box 132"/>
          <p:cNvSpPr txBox="1">
            <a:spLocks noChangeArrowheads="1"/>
          </p:cNvSpPr>
          <p:nvPr/>
        </p:nvSpPr>
        <p:spPr bwMode="auto">
          <a:xfrm>
            <a:off x="5894457" y="5209246"/>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中间计算结果</a:t>
            </a:r>
          </a:p>
        </p:txBody>
      </p:sp>
      <p:cxnSp>
        <p:nvCxnSpPr>
          <p:cNvPr id="82" name="直接箭头连接符 81"/>
          <p:cNvCxnSpPr>
            <a:stCxn id="5" idx="3"/>
            <a:endCxn id="6" idx="7"/>
          </p:cNvCxnSpPr>
          <p:nvPr/>
        </p:nvCxnSpPr>
        <p:spPr>
          <a:xfrm flipH="1">
            <a:off x="6937726" y="2739125"/>
            <a:ext cx="1143758" cy="32496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5" idx="5"/>
            <a:endCxn id="214" idx="1"/>
          </p:cNvCxnSpPr>
          <p:nvPr/>
        </p:nvCxnSpPr>
        <p:spPr>
          <a:xfrm>
            <a:off x="8404774" y="2739125"/>
            <a:ext cx="1159434" cy="31110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8" idx="3"/>
            <a:endCxn id="12" idx="7"/>
          </p:cNvCxnSpPr>
          <p:nvPr/>
        </p:nvCxnSpPr>
        <p:spPr>
          <a:xfrm flipH="1">
            <a:off x="5399698" y="4031744"/>
            <a:ext cx="522692" cy="42521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6" idx="3"/>
            <a:endCxn id="8" idx="7"/>
          </p:cNvCxnSpPr>
          <p:nvPr/>
        </p:nvCxnSpPr>
        <p:spPr>
          <a:xfrm flipH="1">
            <a:off x="6245680" y="3387379"/>
            <a:ext cx="368756" cy="32107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9" name="Text Box 84"/>
          <p:cNvSpPr txBox="1">
            <a:spLocks noChangeArrowheads="1"/>
          </p:cNvSpPr>
          <p:nvPr/>
        </p:nvSpPr>
        <p:spPr bwMode="auto">
          <a:xfrm>
            <a:off x="6010186" y="325207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=1</a:t>
            </a:r>
            <a:endParaRPr lang="zh-CN" altLang="en-US" sz="1600" b="1" dirty="0"/>
          </a:p>
        </p:txBody>
      </p:sp>
      <p:sp>
        <p:nvSpPr>
          <p:cNvPr id="110" name="Text Box 99"/>
          <p:cNvSpPr txBox="1">
            <a:spLocks noChangeArrowheads="1"/>
          </p:cNvSpPr>
          <p:nvPr/>
        </p:nvSpPr>
        <p:spPr bwMode="auto">
          <a:xfrm>
            <a:off x="5116437" y="3512806"/>
            <a:ext cx="812699"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zh-CN" altLang="en-US" sz="1400" b="1" dirty="0" smtClean="0">
                <a:solidFill>
                  <a:srgbClr val="FFFF00"/>
                </a:solidFill>
              </a:rPr>
              <a:t>1</a:t>
            </a:r>
            <a:r>
              <a:rPr lang="en-US" altLang="zh-CN" sz="1400" b="1" dirty="0" smtClean="0">
                <a:solidFill>
                  <a:srgbClr val="FFFF00"/>
                </a:solidFill>
              </a:rPr>
              <a:t>5</a:t>
            </a:r>
            <a:r>
              <a:rPr lang="zh-CN" altLang="en-US" sz="1400" b="1" dirty="0" smtClean="0">
                <a:solidFill>
                  <a:srgbClr val="FFFF00"/>
                </a:solidFill>
              </a:rPr>
              <a:t>,</a:t>
            </a:r>
            <a:r>
              <a:rPr lang="en-US" altLang="zh-CN" sz="1400" b="1" dirty="0" smtClean="0">
                <a:solidFill>
                  <a:srgbClr val="FFFF00"/>
                </a:solidFill>
              </a:rPr>
              <a:t>p.35</a:t>
            </a:r>
            <a:endParaRPr lang="zh-CN" altLang="en-US" sz="1400" b="1" dirty="0">
              <a:solidFill>
                <a:srgbClr val="FFFF00"/>
              </a:solidFill>
            </a:endParaRPr>
          </a:p>
        </p:txBody>
      </p:sp>
      <p:sp>
        <p:nvSpPr>
          <p:cNvPr id="112" name="Text Box 84"/>
          <p:cNvSpPr txBox="1">
            <a:spLocks noChangeArrowheads="1"/>
          </p:cNvSpPr>
          <p:nvPr/>
        </p:nvSpPr>
        <p:spPr bwMode="auto">
          <a:xfrm>
            <a:off x="5125751" y="397669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sp>
        <p:nvSpPr>
          <p:cNvPr id="115" name="Text Box 99"/>
          <p:cNvSpPr txBox="1">
            <a:spLocks noChangeArrowheads="1"/>
          </p:cNvSpPr>
          <p:nvPr/>
        </p:nvSpPr>
        <p:spPr bwMode="auto">
          <a:xfrm>
            <a:off x="4402623" y="4215647"/>
            <a:ext cx="777206"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0000"/>
                </a:solidFill>
              </a:rPr>
              <a:t>w.30</a:t>
            </a:r>
            <a:r>
              <a:rPr lang="zh-CN" altLang="en-US" sz="1400" b="1" dirty="0" smtClean="0">
                <a:solidFill>
                  <a:srgbClr val="FF0000"/>
                </a:solidFill>
              </a:rPr>
              <a:t>,</a:t>
            </a:r>
            <a:r>
              <a:rPr lang="en-US" altLang="zh-CN" sz="1400" b="1" dirty="0" smtClean="0">
                <a:solidFill>
                  <a:srgbClr val="FFFF00"/>
                </a:solidFill>
              </a:rPr>
              <a:t>p.60</a:t>
            </a:r>
            <a:endParaRPr lang="zh-CN" altLang="en-US" sz="1400" b="1" dirty="0">
              <a:solidFill>
                <a:srgbClr val="FFFF00"/>
              </a:solidFill>
            </a:endParaRPr>
          </a:p>
        </p:txBody>
      </p:sp>
      <p:cxnSp>
        <p:nvCxnSpPr>
          <p:cNvPr id="120" name="直接箭头连接符 119"/>
          <p:cNvCxnSpPr>
            <a:stCxn id="8" idx="5"/>
            <a:endCxn id="125" idx="0"/>
          </p:cNvCxnSpPr>
          <p:nvPr/>
        </p:nvCxnSpPr>
        <p:spPr>
          <a:xfrm flipH="1">
            <a:off x="6231471" y="4031744"/>
            <a:ext cx="14209" cy="34933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5" name="Oval 62"/>
          <p:cNvSpPr>
            <a:spLocks noChangeArrowheads="1"/>
          </p:cNvSpPr>
          <p:nvPr/>
        </p:nvSpPr>
        <p:spPr bwMode="auto">
          <a:xfrm>
            <a:off x="6002871" y="438108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130" name="Text Box 84"/>
          <p:cNvSpPr txBox="1">
            <a:spLocks noChangeArrowheads="1"/>
          </p:cNvSpPr>
          <p:nvPr/>
        </p:nvSpPr>
        <p:spPr bwMode="auto">
          <a:xfrm>
            <a:off x="5751710" y="4020959"/>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cxnSp>
        <p:nvCxnSpPr>
          <p:cNvPr id="131" name="曲线连接符 130"/>
          <p:cNvCxnSpPr>
            <a:stCxn id="125" idx="2"/>
            <a:endCxn id="8" idx="2"/>
          </p:cNvCxnSpPr>
          <p:nvPr/>
        </p:nvCxnSpPr>
        <p:spPr>
          <a:xfrm rot="10800000">
            <a:off x="5855435" y="3870099"/>
            <a:ext cx="147436" cy="739584"/>
          </a:xfrm>
          <a:prstGeom prst="curvedConnector3">
            <a:avLst>
              <a:gd name="adj1" fmla="val 255050"/>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7" name="Text Box 99"/>
          <p:cNvSpPr txBox="1">
            <a:spLocks noChangeArrowheads="1"/>
          </p:cNvSpPr>
          <p:nvPr/>
        </p:nvSpPr>
        <p:spPr bwMode="auto">
          <a:xfrm>
            <a:off x="5629808" y="4838283"/>
            <a:ext cx="830263" cy="215444"/>
          </a:xfrm>
          <a:prstGeom prst="rect">
            <a:avLst/>
          </a:prstGeom>
          <a:solidFill>
            <a:srgbClr val="00B05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zh-CN" altLang="en-US" sz="1400" b="1" dirty="0" smtClean="0">
                <a:solidFill>
                  <a:srgbClr val="FFFF00"/>
                </a:solidFill>
              </a:rPr>
              <a:t>1</a:t>
            </a:r>
            <a:r>
              <a:rPr lang="en-US" altLang="zh-CN" sz="1400" b="1" dirty="0" smtClean="0">
                <a:solidFill>
                  <a:srgbClr val="FFFF00"/>
                </a:solidFill>
              </a:rPr>
              <a:t>5</a:t>
            </a:r>
            <a:r>
              <a:rPr lang="zh-CN" altLang="en-US" sz="1400" b="1" dirty="0" smtClean="0">
                <a:solidFill>
                  <a:srgbClr val="FFFF00"/>
                </a:solidFill>
              </a:rPr>
              <a:t>,</a:t>
            </a:r>
            <a:r>
              <a:rPr lang="en-US" altLang="zh-CN" sz="1400" b="1" dirty="0" smtClean="0">
                <a:solidFill>
                  <a:srgbClr val="FFFF00"/>
                </a:solidFill>
              </a:rPr>
              <a:t>p.35</a:t>
            </a:r>
            <a:endParaRPr lang="zh-CN" altLang="en-US" sz="1400" b="1" dirty="0">
              <a:solidFill>
                <a:srgbClr val="FFFF00"/>
              </a:solidFill>
            </a:endParaRPr>
          </a:p>
        </p:txBody>
      </p:sp>
      <p:sp>
        <p:nvSpPr>
          <p:cNvPr id="153" name="Oval 62"/>
          <p:cNvSpPr>
            <a:spLocks noChangeArrowheads="1"/>
          </p:cNvSpPr>
          <p:nvPr/>
        </p:nvSpPr>
        <p:spPr bwMode="auto">
          <a:xfrm>
            <a:off x="6926655" y="364149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cxnSp>
        <p:nvCxnSpPr>
          <p:cNvPr id="154" name="直接箭头连接符 153"/>
          <p:cNvCxnSpPr>
            <a:stCxn id="6" idx="5"/>
            <a:endCxn id="153" idx="0"/>
          </p:cNvCxnSpPr>
          <p:nvPr/>
        </p:nvCxnSpPr>
        <p:spPr>
          <a:xfrm>
            <a:off x="6937726" y="3387379"/>
            <a:ext cx="217529" cy="25412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7" name="Text Box 84"/>
          <p:cNvSpPr txBox="1">
            <a:spLocks noChangeArrowheads="1"/>
          </p:cNvSpPr>
          <p:nvPr/>
        </p:nvSpPr>
        <p:spPr bwMode="auto">
          <a:xfrm>
            <a:off x="6800526" y="329732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=0</a:t>
            </a:r>
            <a:endParaRPr lang="zh-CN" altLang="en-US" sz="1600" b="1" dirty="0"/>
          </a:p>
        </p:txBody>
      </p:sp>
      <p:sp>
        <p:nvSpPr>
          <p:cNvPr id="158" name="Text Box 99"/>
          <p:cNvSpPr txBox="1">
            <a:spLocks noChangeArrowheads="1"/>
          </p:cNvSpPr>
          <p:nvPr/>
        </p:nvSpPr>
        <p:spPr bwMode="auto">
          <a:xfrm>
            <a:off x="6486397" y="3602787"/>
            <a:ext cx="449670" cy="4308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en-US" altLang="zh-CN" sz="1400" b="1" dirty="0">
                <a:solidFill>
                  <a:srgbClr val="FFFF00"/>
                </a:solidFill>
              </a:rPr>
              <a:t>.</a:t>
            </a:r>
            <a:r>
              <a:rPr lang="zh-CN" altLang="en-US" sz="1400" b="1" dirty="0" smtClean="0">
                <a:solidFill>
                  <a:srgbClr val="FFFF00"/>
                </a:solidFill>
              </a:rPr>
              <a:t>10</a:t>
            </a:r>
            <a:endParaRPr lang="en-US" altLang="zh-CN" sz="1400" b="1" dirty="0" smtClean="0">
              <a:solidFill>
                <a:srgbClr val="FFFF00"/>
              </a:solidFill>
            </a:endParaRPr>
          </a:p>
          <a:p>
            <a:pPr eaLnBrk="1" hangingPunct="1">
              <a:spcBef>
                <a:spcPct val="0"/>
              </a:spcBef>
              <a:buFontTx/>
              <a:buNone/>
            </a:pPr>
            <a:r>
              <a:rPr lang="en-US" altLang="zh-CN" sz="1400" b="1" dirty="0" smtClean="0">
                <a:solidFill>
                  <a:srgbClr val="FFFF00"/>
                </a:solidFill>
              </a:rPr>
              <a:t>p.</a:t>
            </a:r>
            <a:r>
              <a:rPr lang="zh-CN" altLang="en-US" sz="1400" b="1" dirty="0" smtClean="0">
                <a:solidFill>
                  <a:srgbClr val="FFFF00"/>
                </a:solidFill>
              </a:rPr>
              <a:t>20</a:t>
            </a:r>
            <a:endParaRPr lang="zh-CN" altLang="en-US" sz="1400" b="1" dirty="0">
              <a:solidFill>
                <a:srgbClr val="FFFF00"/>
              </a:solidFill>
            </a:endParaRPr>
          </a:p>
        </p:txBody>
      </p:sp>
      <p:sp>
        <p:nvSpPr>
          <p:cNvPr id="165" name="Oval 57"/>
          <p:cNvSpPr>
            <a:spLocks noChangeArrowheads="1"/>
          </p:cNvSpPr>
          <p:nvPr/>
        </p:nvSpPr>
        <p:spPr bwMode="auto">
          <a:xfrm>
            <a:off x="6560768" y="4384969"/>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p>
            <a:pPr algn="ctr">
              <a:spcBef>
                <a:spcPct val="0"/>
              </a:spcBef>
            </a:pPr>
            <a:r>
              <a:rPr kumimoji="1" lang="en-US" altLang="zh-CN" sz="2400" b="1" dirty="0">
                <a:latin typeface="Times New Roman" panose="02020603050405020304" pitchFamily="18" charset="0"/>
                <a:ea typeface="宋体" panose="02010600030101010101" pitchFamily="2" charset="-122"/>
              </a:rPr>
              <a:t>1</a:t>
            </a:r>
          </a:p>
        </p:txBody>
      </p:sp>
      <p:cxnSp>
        <p:nvCxnSpPr>
          <p:cNvPr id="166" name="直接箭头连接符 165"/>
          <p:cNvCxnSpPr>
            <a:stCxn id="153" idx="5"/>
            <a:endCxn id="186" idx="0"/>
          </p:cNvCxnSpPr>
          <p:nvPr/>
        </p:nvCxnSpPr>
        <p:spPr>
          <a:xfrm>
            <a:off x="7316900" y="4031744"/>
            <a:ext cx="250129" cy="3411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p:cNvCxnSpPr>
            <a:stCxn id="153" idx="3"/>
            <a:endCxn id="165" idx="7"/>
          </p:cNvCxnSpPr>
          <p:nvPr/>
        </p:nvCxnSpPr>
        <p:spPr>
          <a:xfrm flipH="1">
            <a:off x="6951013" y="4031744"/>
            <a:ext cx="42597" cy="42018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1" name="Text Box 84"/>
          <p:cNvSpPr txBox="1">
            <a:spLocks noChangeArrowheads="1"/>
          </p:cNvSpPr>
          <p:nvPr/>
        </p:nvSpPr>
        <p:spPr bwMode="auto">
          <a:xfrm>
            <a:off x="6733963" y="401107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sp>
        <p:nvSpPr>
          <p:cNvPr id="173" name="Text Box 99"/>
          <p:cNvSpPr txBox="1">
            <a:spLocks noChangeArrowheads="1"/>
          </p:cNvSpPr>
          <p:nvPr/>
        </p:nvSpPr>
        <p:spPr bwMode="auto">
          <a:xfrm>
            <a:off x="6575063" y="4825085"/>
            <a:ext cx="777206"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0000"/>
                </a:solidFill>
              </a:rPr>
              <a:t>w.25</a:t>
            </a:r>
            <a:r>
              <a:rPr lang="zh-CN" altLang="en-US" sz="1400" b="1" dirty="0" smtClean="0">
                <a:solidFill>
                  <a:srgbClr val="FF0000"/>
                </a:solidFill>
              </a:rPr>
              <a:t>,</a:t>
            </a:r>
            <a:r>
              <a:rPr lang="en-US" altLang="zh-CN" sz="1400" b="1" dirty="0" smtClean="0">
                <a:solidFill>
                  <a:srgbClr val="FFFF00"/>
                </a:solidFill>
              </a:rPr>
              <a:t>p.45</a:t>
            </a:r>
            <a:endParaRPr lang="zh-CN" altLang="en-US" sz="1400" b="1" dirty="0">
              <a:solidFill>
                <a:srgbClr val="FFFF00"/>
              </a:solidFill>
            </a:endParaRPr>
          </a:p>
        </p:txBody>
      </p:sp>
      <p:sp>
        <p:nvSpPr>
          <p:cNvPr id="186" name="Oval 62"/>
          <p:cNvSpPr>
            <a:spLocks noChangeArrowheads="1"/>
          </p:cNvSpPr>
          <p:nvPr/>
        </p:nvSpPr>
        <p:spPr bwMode="auto">
          <a:xfrm>
            <a:off x="7338429" y="437292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189" name="Text Box 84"/>
          <p:cNvSpPr txBox="1">
            <a:spLocks noChangeArrowheads="1"/>
          </p:cNvSpPr>
          <p:nvPr/>
        </p:nvSpPr>
        <p:spPr bwMode="auto">
          <a:xfrm>
            <a:off x="7147991" y="400245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191" name="Text Box 99"/>
          <p:cNvSpPr txBox="1">
            <a:spLocks noChangeArrowheads="1"/>
          </p:cNvSpPr>
          <p:nvPr/>
        </p:nvSpPr>
        <p:spPr bwMode="auto">
          <a:xfrm>
            <a:off x="7458012" y="4835134"/>
            <a:ext cx="771364" cy="215444"/>
          </a:xfrm>
          <a:prstGeom prst="rect">
            <a:avLst/>
          </a:prstGeom>
          <a:solidFill>
            <a:srgbClr val="00B0F0"/>
          </a:solidFill>
          <a:ln>
            <a:noFill/>
          </a:ln>
          <a:extLst/>
        </p:spPr>
        <p:txBody>
          <a:bodyPr wrap="square" lIns="18000" tIns="0" rIns="18000" bIns="0">
            <a:spAutoFit/>
          </a:bodyPr>
          <a:lstStyle>
            <a:defPPr>
              <a:defRPr lang="en-US"/>
            </a:defPPr>
            <a:lvl1pPr>
              <a:spcBef>
                <a:spcPct val="0"/>
              </a:spcBef>
              <a:buFontTx/>
              <a:buNone/>
              <a:defRPr kumimoji="1" sz="1400" b="1">
                <a:solidFill>
                  <a:srgbClr val="FFFF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w.</a:t>
            </a:r>
            <a:r>
              <a:rPr lang="zh-CN" altLang="en-US" dirty="0"/>
              <a:t>10,</a:t>
            </a:r>
            <a:r>
              <a:rPr lang="en-US" altLang="zh-CN" dirty="0"/>
              <a:t>p.</a:t>
            </a:r>
            <a:r>
              <a:rPr lang="zh-CN" altLang="en-US" dirty="0"/>
              <a:t>20</a:t>
            </a:r>
          </a:p>
        </p:txBody>
      </p:sp>
      <p:cxnSp>
        <p:nvCxnSpPr>
          <p:cNvPr id="201" name="曲线连接符 200"/>
          <p:cNvCxnSpPr>
            <a:stCxn id="186" idx="7"/>
            <a:endCxn id="153" idx="6"/>
          </p:cNvCxnSpPr>
          <p:nvPr/>
        </p:nvCxnSpPr>
        <p:spPr>
          <a:xfrm rot="16200000" flipV="1">
            <a:off x="7271375" y="3982579"/>
            <a:ext cx="569780" cy="344819"/>
          </a:xfrm>
          <a:prstGeom prst="curved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曲线连接符 203"/>
          <p:cNvCxnSpPr>
            <a:stCxn id="153" idx="6"/>
            <a:endCxn id="6" idx="6"/>
          </p:cNvCxnSpPr>
          <p:nvPr/>
        </p:nvCxnSpPr>
        <p:spPr>
          <a:xfrm flipH="1" flipV="1">
            <a:off x="7004681" y="3225734"/>
            <a:ext cx="379174" cy="644365"/>
          </a:xfrm>
          <a:prstGeom prst="curvedConnector3">
            <a:avLst>
              <a:gd name="adj1" fmla="val -281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14" name="Oval 62"/>
          <p:cNvSpPr>
            <a:spLocks noChangeArrowheads="1"/>
          </p:cNvSpPr>
          <p:nvPr/>
        </p:nvSpPr>
        <p:spPr bwMode="auto">
          <a:xfrm>
            <a:off x="9497253" y="298327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231" name="Text Box 99"/>
          <p:cNvSpPr txBox="1">
            <a:spLocks noChangeArrowheads="1"/>
          </p:cNvSpPr>
          <p:nvPr/>
        </p:nvSpPr>
        <p:spPr bwMode="auto">
          <a:xfrm>
            <a:off x="9789858" y="2782727"/>
            <a:ext cx="566669"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zh-CN" altLang="en-US" sz="1400" b="1" dirty="0" smtClean="0">
                <a:solidFill>
                  <a:srgbClr val="FFFF00"/>
                </a:solidFill>
              </a:rPr>
              <a:t>0,</a:t>
            </a:r>
            <a:r>
              <a:rPr lang="en-US" altLang="zh-CN" sz="1400" b="1" dirty="0" smtClean="0">
                <a:solidFill>
                  <a:srgbClr val="FFFF00"/>
                </a:solidFill>
              </a:rPr>
              <a:t>p.</a:t>
            </a:r>
            <a:r>
              <a:rPr lang="zh-CN" altLang="en-US" sz="1400" b="1" dirty="0" smtClean="0">
                <a:solidFill>
                  <a:srgbClr val="FFFF00"/>
                </a:solidFill>
              </a:rPr>
              <a:t>0</a:t>
            </a:r>
            <a:endParaRPr lang="zh-CN" altLang="en-US" sz="1400" b="1" dirty="0">
              <a:solidFill>
                <a:srgbClr val="FFFF00"/>
              </a:solidFill>
            </a:endParaRPr>
          </a:p>
        </p:txBody>
      </p:sp>
      <p:sp>
        <p:nvSpPr>
          <p:cNvPr id="237" name="Oval 57"/>
          <p:cNvSpPr>
            <a:spLocks noChangeArrowheads="1"/>
          </p:cNvSpPr>
          <p:nvPr/>
        </p:nvSpPr>
        <p:spPr bwMode="auto">
          <a:xfrm>
            <a:off x="8922542" y="364633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cxnSp>
        <p:nvCxnSpPr>
          <p:cNvPr id="238" name="直接箭头连接符 237"/>
          <p:cNvCxnSpPr>
            <a:stCxn id="214" idx="3"/>
            <a:endCxn id="237" idx="7"/>
          </p:cNvCxnSpPr>
          <p:nvPr/>
        </p:nvCxnSpPr>
        <p:spPr>
          <a:xfrm flipH="1">
            <a:off x="9312787" y="3373520"/>
            <a:ext cx="251421" cy="3397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1" name="Text Box 84"/>
          <p:cNvSpPr txBox="1">
            <a:spLocks noChangeArrowheads="1"/>
          </p:cNvSpPr>
          <p:nvPr/>
        </p:nvSpPr>
        <p:spPr bwMode="auto">
          <a:xfrm>
            <a:off x="8979681" y="32807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=1</a:t>
            </a:r>
            <a:endParaRPr lang="zh-CN" altLang="en-US" sz="1600" b="1" dirty="0"/>
          </a:p>
        </p:txBody>
      </p:sp>
      <p:sp>
        <p:nvSpPr>
          <p:cNvPr id="243" name="Text Box 99"/>
          <p:cNvSpPr txBox="1">
            <a:spLocks noChangeArrowheads="1"/>
          </p:cNvSpPr>
          <p:nvPr/>
        </p:nvSpPr>
        <p:spPr bwMode="auto">
          <a:xfrm>
            <a:off x="8471729" y="3466155"/>
            <a:ext cx="449670" cy="4308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W.5</a:t>
            </a:r>
          </a:p>
          <a:p>
            <a:pPr eaLnBrk="1" hangingPunct="1">
              <a:spcBef>
                <a:spcPct val="0"/>
              </a:spcBef>
              <a:buFontTx/>
              <a:buNone/>
            </a:pPr>
            <a:r>
              <a:rPr lang="en-US" altLang="zh-CN" sz="1400" b="1" dirty="0" smtClean="0">
                <a:solidFill>
                  <a:srgbClr val="FFFF00"/>
                </a:solidFill>
              </a:rPr>
              <a:t>p.15</a:t>
            </a:r>
            <a:endParaRPr lang="zh-CN" altLang="en-US" sz="1400" b="1" dirty="0">
              <a:solidFill>
                <a:srgbClr val="FFFF00"/>
              </a:solidFill>
            </a:endParaRPr>
          </a:p>
        </p:txBody>
      </p:sp>
      <p:cxnSp>
        <p:nvCxnSpPr>
          <p:cNvPr id="251" name="直接箭头连接符 250"/>
          <p:cNvCxnSpPr>
            <a:stCxn id="237" idx="3"/>
            <a:endCxn id="258" idx="0"/>
          </p:cNvCxnSpPr>
          <p:nvPr/>
        </p:nvCxnSpPr>
        <p:spPr>
          <a:xfrm flipH="1">
            <a:off x="8742302" y="4036582"/>
            <a:ext cx="247195" cy="34135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8" name="Oval 57"/>
          <p:cNvSpPr>
            <a:spLocks noChangeArrowheads="1"/>
          </p:cNvSpPr>
          <p:nvPr/>
        </p:nvSpPr>
        <p:spPr bwMode="auto">
          <a:xfrm>
            <a:off x="8513702" y="437793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267" name="Text Box 84"/>
          <p:cNvSpPr txBox="1">
            <a:spLocks noChangeArrowheads="1"/>
          </p:cNvSpPr>
          <p:nvPr/>
        </p:nvSpPr>
        <p:spPr bwMode="auto">
          <a:xfrm>
            <a:off x="8395103" y="3963684"/>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sp>
        <p:nvSpPr>
          <p:cNvPr id="269" name="Text Box 99"/>
          <p:cNvSpPr txBox="1">
            <a:spLocks noChangeArrowheads="1"/>
          </p:cNvSpPr>
          <p:nvPr/>
        </p:nvSpPr>
        <p:spPr bwMode="auto">
          <a:xfrm>
            <a:off x="8371238" y="4847204"/>
            <a:ext cx="808501" cy="215444"/>
          </a:xfrm>
          <a:prstGeom prst="rect">
            <a:avLst/>
          </a:prstGeom>
          <a:solidFill>
            <a:srgbClr val="00B050"/>
          </a:solidFill>
          <a:ln>
            <a:solidFill>
              <a:srgbClr val="00B050"/>
            </a:solidFill>
          </a:ln>
          <a:extLst/>
        </p:spPr>
        <p:txBody>
          <a:bodyPr wrap="square" lIns="18000" tIns="0" rIns="18000" bIns="0">
            <a:spAutoFit/>
          </a:bodyPr>
          <a:lstStyle>
            <a:defPPr>
              <a:defRPr lang="en-US"/>
            </a:defPPr>
            <a:lvl1pPr>
              <a:spcBef>
                <a:spcPct val="0"/>
              </a:spcBef>
              <a:buFontTx/>
              <a:buNone/>
              <a:defRPr kumimoji="1" sz="1400" b="1">
                <a:solidFill>
                  <a:srgbClr val="FFFF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smtClean="0"/>
              <a:t>w.2</a:t>
            </a:r>
            <a:r>
              <a:rPr lang="zh-CN" altLang="en-US" dirty="0" smtClean="0"/>
              <a:t>0</a:t>
            </a:r>
            <a:r>
              <a:rPr lang="zh-CN" altLang="en-US" dirty="0"/>
              <a:t>,</a:t>
            </a:r>
            <a:r>
              <a:rPr lang="en-US" altLang="zh-CN" dirty="0" smtClean="0"/>
              <a:t>p.4</a:t>
            </a:r>
            <a:r>
              <a:rPr lang="zh-CN" altLang="en-US" dirty="0" smtClean="0"/>
              <a:t>0</a:t>
            </a:r>
            <a:endParaRPr lang="zh-CN" altLang="en-US" dirty="0"/>
          </a:p>
        </p:txBody>
      </p:sp>
      <p:cxnSp>
        <p:nvCxnSpPr>
          <p:cNvPr id="277" name="直接箭头连接符 276"/>
          <p:cNvCxnSpPr>
            <a:stCxn id="237" idx="5"/>
            <a:endCxn id="282" idx="0"/>
          </p:cNvCxnSpPr>
          <p:nvPr/>
        </p:nvCxnSpPr>
        <p:spPr>
          <a:xfrm>
            <a:off x="9312787" y="4036582"/>
            <a:ext cx="224714" cy="34450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2" name="Oval 62"/>
          <p:cNvSpPr>
            <a:spLocks noChangeArrowheads="1"/>
          </p:cNvSpPr>
          <p:nvPr/>
        </p:nvSpPr>
        <p:spPr bwMode="auto">
          <a:xfrm>
            <a:off x="9308901" y="438108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286" name="Text Box 84"/>
          <p:cNvSpPr txBox="1">
            <a:spLocks noChangeArrowheads="1"/>
          </p:cNvSpPr>
          <p:nvPr/>
        </p:nvSpPr>
        <p:spPr bwMode="auto">
          <a:xfrm>
            <a:off x="9098746" y="401061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287" name="Text Box 99"/>
          <p:cNvSpPr txBox="1">
            <a:spLocks noChangeArrowheads="1"/>
          </p:cNvSpPr>
          <p:nvPr/>
        </p:nvSpPr>
        <p:spPr bwMode="auto">
          <a:xfrm>
            <a:off x="9321602" y="4847204"/>
            <a:ext cx="700693" cy="215444"/>
          </a:xfrm>
          <a:prstGeom prst="rect">
            <a:avLst/>
          </a:prstGeom>
          <a:solidFill>
            <a:srgbClr val="00B0F0"/>
          </a:solidFill>
          <a:ln>
            <a:noFill/>
          </a:ln>
          <a:extLst/>
        </p:spPr>
        <p:txBody>
          <a:bodyPr wrap="square" lIns="18000" tIns="0" rIns="18000" bIns="0">
            <a:spAutoFit/>
          </a:bodyPr>
          <a:lstStyle>
            <a:defPPr>
              <a:defRPr lang="en-US"/>
            </a:defPPr>
            <a:lvl1pPr>
              <a:spcBef>
                <a:spcPct val="0"/>
              </a:spcBef>
              <a:buFontTx/>
              <a:buNone/>
              <a:defRPr kumimoji="1" sz="1400" b="1">
                <a:solidFill>
                  <a:srgbClr val="FFFF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smtClean="0"/>
              <a:t>w.5,p.1</a:t>
            </a:r>
            <a:r>
              <a:rPr lang="en-US" altLang="zh-CN" dirty="0"/>
              <a:t>5</a:t>
            </a:r>
            <a:endParaRPr lang="zh-CN" altLang="en-US" dirty="0"/>
          </a:p>
        </p:txBody>
      </p:sp>
      <p:cxnSp>
        <p:nvCxnSpPr>
          <p:cNvPr id="288" name="曲线连接符 287"/>
          <p:cNvCxnSpPr>
            <a:stCxn id="282" idx="7"/>
            <a:endCxn id="237" idx="6"/>
          </p:cNvCxnSpPr>
          <p:nvPr/>
        </p:nvCxnSpPr>
        <p:spPr>
          <a:xfrm rot="16200000" flipV="1">
            <a:off x="9252894" y="4001786"/>
            <a:ext cx="573101" cy="319404"/>
          </a:xfrm>
          <a:prstGeom prst="curved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98" name="Oval 62"/>
          <p:cNvSpPr>
            <a:spLocks noChangeArrowheads="1"/>
          </p:cNvSpPr>
          <p:nvPr/>
        </p:nvSpPr>
        <p:spPr bwMode="auto">
          <a:xfrm>
            <a:off x="10354717" y="364149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cxnSp>
        <p:nvCxnSpPr>
          <p:cNvPr id="301" name="直接箭头连接符 300"/>
          <p:cNvCxnSpPr>
            <a:stCxn id="214" idx="5"/>
            <a:endCxn id="298" idx="1"/>
          </p:cNvCxnSpPr>
          <p:nvPr/>
        </p:nvCxnSpPr>
        <p:spPr>
          <a:xfrm>
            <a:off x="9887498" y="3373520"/>
            <a:ext cx="534174" cy="33493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4" name="Text Box 99"/>
          <p:cNvSpPr txBox="1">
            <a:spLocks noChangeArrowheads="1"/>
          </p:cNvSpPr>
          <p:nvPr/>
        </p:nvSpPr>
        <p:spPr bwMode="auto">
          <a:xfrm>
            <a:off x="10404844" y="3428234"/>
            <a:ext cx="566669"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w.</a:t>
            </a:r>
            <a:r>
              <a:rPr lang="zh-CN" altLang="en-US" sz="1400" b="1" dirty="0" smtClean="0">
                <a:solidFill>
                  <a:srgbClr val="FFFF00"/>
                </a:solidFill>
              </a:rPr>
              <a:t>0,</a:t>
            </a:r>
            <a:r>
              <a:rPr lang="en-US" altLang="zh-CN" sz="1400" b="1" dirty="0" smtClean="0">
                <a:solidFill>
                  <a:srgbClr val="FFFF00"/>
                </a:solidFill>
              </a:rPr>
              <a:t>p.</a:t>
            </a:r>
            <a:r>
              <a:rPr lang="zh-CN" altLang="en-US" sz="1400" b="1" dirty="0" smtClean="0">
                <a:solidFill>
                  <a:srgbClr val="FFFF00"/>
                </a:solidFill>
              </a:rPr>
              <a:t>0</a:t>
            </a:r>
            <a:endParaRPr lang="zh-CN" altLang="en-US" sz="1400" b="1" dirty="0">
              <a:solidFill>
                <a:srgbClr val="FFFF00"/>
              </a:solidFill>
            </a:endParaRPr>
          </a:p>
        </p:txBody>
      </p:sp>
      <p:cxnSp>
        <p:nvCxnSpPr>
          <p:cNvPr id="305" name="直接箭头连接符 304"/>
          <p:cNvCxnSpPr>
            <a:stCxn id="298" idx="3"/>
            <a:endCxn id="312" idx="0"/>
          </p:cNvCxnSpPr>
          <p:nvPr/>
        </p:nvCxnSpPr>
        <p:spPr>
          <a:xfrm flipH="1">
            <a:off x="10369759" y="4031743"/>
            <a:ext cx="51913" cy="33675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9" name="Text Box 84"/>
          <p:cNvSpPr txBox="1">
            <a:spLocks noChangeArrowheads="1"/>
          </p:cNvSpPr>
          <p:nvPr/>
        </p:nvSpPr>
        <p:spPr bwMode="auto">
          <a:xfrm>
            <a:off x="9905052" y="32807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=0</a:t>
            </a:r>
            <a:endParaRPr lang="zh-CN" altLang="en-US" sz="1600" b="1" dirty="0"/>
          </a:p>
        </p:txBody>
      </p:sp>
      <p:sp>
        <p:nvSpPr>
          <p:cNvPr id="312" name="Oval 57"/>
          <p:cNvSpPr>
            <a:spLocks noChangeArrowheads="1"/>
          </p:cNvSpPr>
          <p:nvPr/>
        </p:nvSpPr>
        <p:spPr bwMode="auto">
          <a:xfrm>
            <a:off x="10141159" y="436849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316" name="Text Box 99"/>
          <p:cNvSpPr txBox="1">
            <a:spLocks noChangeArrowheads="1"/>
          </p:cNvSpPr>
          <p:nvPr/>
        </p:nvSpPr>
        <p:spPr bwMode="auto">
          <a:xfrm>
            <a:off x="10090638" y="4847204"/>
            <a:ext cx="795753" cy="215444"/>
          </a:xfrm>
          <a:prstGeom prst="rect">
            <a:avLst/>
          </a:prstGeom>
          <a:solidFill>
            <a:srgbClr val="00B0F0"/>
          </a:solidFill>
          <a:ln>
            <a:noFill/>
          </a:ln>
          <a:extLst/>
        </p:spPr>
        <p:txBody>
          <a:bodyPr wrap="square" lIns="18000" tIns="0" rIns="18000" bIns="0">
            <a:spAutoFit/>
          </a:bodyPr>
          <a:lstStyle>
            <a:defPPr>
              <a:defRPr lang="en-US"/>
            </a:defPPr>
            <a:lvl1pPr>
              <a:spcBef>
                <a:spcPct val="0"/>
              </a:spcBef>
              <a:buFontTx/>
              <a:buNone/>
              <a:defRPr kumimoji="1" sz="1400" b="1">
                <a:solidFill>
                  <a:srgbClr val="FFFF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smtClean="0"/>
              <a:t>w.15,p.25</a:t>
            </a:r>
            <a:endParaRPr lang="zh-CN" altLang="en-US" dirty="0"/>
          </a:p>
        </p:txBody>
      </p:sp>
      <p:sp>
        <p:nvSpPr>
          <p:cNvPr id="319" name="Text Box 84"/>
          <p:cNvSpPr txBox="1">
            <a:spLocks noChangeArrowheads="1"/>
          </p:cNvSpPr>
          <p:nvPr/>
        </p:nvSpPr>
        <p:spPr bwMode="auto">
          <a:xfrm>
            <a:off x="10035312" y="40170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cxnSp>
        <p:nvCxnSpPr>
          <p:cNvPr id="320" name="直接箭头连接符 319"/>
          <p:cNvCxnSpPr>
            <a:stCxn id="298" idx="5"/>
            <a:endCxn id="328" idx="0"/>
          </p:cNvCxnSpPr>
          <p:nvPr/>
        </p:nvCxnSpPr>
        <p:spPr>
          <a:xfrm>
            <a:off x="10744962" y="4031743"/>
            <a:ext cx="419662" cy="34899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3" name="Text Box 84"/>
          <p:cNvSpPr txBox="1">
            <a:spLocks noChangeArrowheads="1"/>
          </p:cNvSpPr>
          <p:nvPr/>
        </p:nvSpPr>
        <p:spPr bwMode="auto">
          <a:xfrm>
            <a:off x="10556429" y="40170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328" name="Oval 62"/>
          <p:cNvSpPr>
            <a:spLocks noChangeArrowheads="1"/>
          </p:cNvSpPr>
          <p:nvPr/>
        </p:nvSpPr>
        <p:spPr bwMode="auto">
          <a:xfrm>
            <a:off x="10936024" y="438073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331" name="Text Box 99"/>
          <p:cNvSpPr txBox="1">
            <a:spLocks noChangeArrowheads="1"/>
          </p:cNvSpPr>
          <p:nvPr/>
        </p:nvSpPr>
        <p:spPr bwMode="auto">
          <a:xfrm>
            <a:off x="11001939" y="4835134"/>
            <a:ext cx="566669" cy="215444"/>
          </a:xfrm>
          <a:prstGeom prst="rect">
            <a:avLst/>
          </a:prstGeom>
          <a:solidFill>
            <a:srgbClr val="00B0F0"/>
          </a:solidFill>
          <a:ln>
            <a:noFill/>
          </a:ln>
          <a:extLst/>
        </p:spPr>
        <p:txBody>
          <a:bodyPr wrap="square" lIns="18000" tIns="0" rIns="18000" bIns="0">
            <a:spAutoFit/>
          </a:bodyPr>
          <a:lstStyle>
            <a:defPPr>
              <a:defRPr lang="en-US"/>
            </a:defPPr>
            <a:lvl1pPr>
              <a:spcBef>
                <a:spcPct val="0"/>
              </a:spcBef>
              <a:buFontTx/>
              <a:buNone/>
              <a:defRPr kumimoji="1" sz="1400" b="1">
                <a:solidFill>
                  <a:srgbClr val="FFFF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w.</a:t>
            </a:r>
            <a:r>
              <a:rPr lang="zh-CN" altLang="en-US" dirty="0"/>
              <a:t>0,</a:t>
            </a:r>
            <a:r>
              <a:rPr lang="en-US" altLang="zh-CN" dirty="0"/>
              <a:t>p.</a:t>
            </a:r>
            <a:r>
              <a:rPr lang="zh-CN" altLang="en-US" dirty="0"/>
              <a:t>0</a:t>
            </a:r>
          </a:p>
        </p:txBody>
      </p:sp>
      <p:cxnSp>
        <p:nvCxnSpPr>
          <p:cNvPr id="336" name="曲线连接符 335"/>
          <p:cNvCxnSpPr>
            <a:stCxn id="328" idx="7"/>
            <a:endCxn id="298" idx="6"/>
          </p:cNvCxnSpPr>
          <p:nvPr/>
        </p:nvCxnSpPr>
        <p:spPr>
          <a:xfrm rot="16200000" flipV="1">
            <a:off x="10780297" y="3901718"/>
            <a:ext cx="577592" cy="514352"/>
          </a:xfrm>
          <a:prstGeom prst="curved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9" name="曲线连接符 338"/>
          <p:cNvCxnSpPr>
            <a:stCxn id="298" idx="6"/>
            <a:endCxn id="214" idx="6"/>
          </p:cNvCxnSpPr>
          <p:nvPr/>
        </p:nvCxnSpPr>
        <p:spPr>
          <a:xfrm flipH="1" flipV="1">
            <a:off x="9954453" y="3211875"/>
            <a:ext cx="857464" cy="658223"/>
          </a:xfrm>
          <a:prstGeom prst="curvedConnector3">
            <a:avLst>
              <a:gd name="adj1" fmla="val -3110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3" name="曲线连接符 342"/>
          <p:cNvCxnSpPr>
            <a:stCxn id="214" idx="6"/>
            <a:endCxn id="5" idx="6"/>
          </p:cNvCxnSpPr>
          <p:nvPr/>
        </p:nvCxnSpPr>
        <p:spPr>
          <a:xfrm flipH="1" flipV="1">
            <a:off x="8471729" y="2577480"/>
            <a:ext cx="1482724" cy="634395"/>
          </a:xfrm>
          <a:prstGeom prst="curvedConnector3">
            <a:avLst>
              <a:gd name="adj1" fmla="val -28266"/>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Text Box 83"/>
          <p:cNvSpPr txBox="1">
            <a:spLocks noChangeArrowheads="1"/>
          </p:cNvSpPr>
          <p:nvPr/>
        </p:nvSpPr>
        <p:spPr bwMode="auto">
          <a:xfrm>
            <a:off x="7076224" y="2242924"/>
            <a:ext cx="615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t=0</a:t>
            </a:r>
            <a:endParaRPr lang="en-US" altLang="zh-CN" sz="2400" b="1" dirty="0">
              <a:solidFill>
                <a:schemeClr val="accent6">
                  <a:lumMod val="75000"/>
                </a:schemeClr>
              </a:solidFill>
            </a:endParaRPr>
          </a:p>
        </p:txBody>
      </p:sp>
    </p:spTree>
    <p:extLst>
      <p:ext uri="{BB962C8B-B14F-4D97-AF65-F5344CB8AC3E}">
        <p14:creationId xmlns:p14="http://schemas.microsoft.com/office/powerpoint/2010/main" val="121606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2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3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3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5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5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5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6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6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7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7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89"/>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6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8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9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01"/>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20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1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3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23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24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3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24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25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25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67"/>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6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mph" presetSubtype="2" fill="hold" nodeType="clickEffect">
                                  <p:stCondLst>
                                    <p:cond delay="0"/>
                                  </p:stCondLst>
                                  <p:childTnLst>
                                    <p:animClr clrSpc="rgb" dir="cw">
                                      <p:cBhvr>
                                        <p:cTn id="182" dur="750" fill="hold"/>
                                        <p:tgtEl>
                                          <p:spTgt spid="137"/>
                                        </p:tgtEl>
                                        <p:attrNameLst>
                                          <p:attrName>fillcolor</p:attrName>
                                        </p:attrNameLst>
                                      </p:cBhvr>
                                      <p:to>
                                        <a:srgbClr val="00B0F0"/>
                                      </p:to>
                                    </p:animClr>
                                    <p:set>
                                      <p:cBhvr>
                                        <p:cTn id="183" dur="750" fill="hold"/>
                                        <p:tgtEl>
                                          <p:spTgt spid="137"/>
                                        </p:tgtEl>
                                        <p:attrNameLst>
                                          <p:attrName>fill.type</p:attrName>
                                        </p:attrNameLst>
                                      </p:cBhvr>
                                      <p:to>
                                        <p:strVal val="solid"/>
                                      </p:to>
                                    </p:set>
                                    <p:set>
                                      <p:cBhvr>
                                        <p:cTn id="184" dur="750" fill="hold"/>
                                        <p:tgtEl>
                                          <p:spTgt spid="137"/>
                                        </p:tgtEl>
                                        <p:attrNameLst>
                                          <p:attrName>fill.on</p:attrName>
                                        </p:attrNameLst>
                                      </p:cBhvr>
                                      <p:to>
                                        <p:strVal val="tru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277"/>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8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86"/>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87"/>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288"/>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301"/>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309"/>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298"/>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304"/>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305"/>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319"/>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312"/>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316"/>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320"/>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323"/>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328"/>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331"/>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nodeType="clickEffect">
                                  <p:stCondLst>
                                    <p:cond delay="0"/>
                                  </p:stCondLst>
                                  <p:childTnLst>
                                    <p:set>
                                      <p:cBhvr>
                                        <p:cTn id="244" dur="1" fill="hold">
                                          <p:stCondLst>
                                            <p:cond delay="0"/>
                                          </p:stCondLst>
                                        </p:cTn>
                                        <p:tgtEl>
                                          <p:spTgt spid="336"/>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339"/>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nodeType="clickEffect">
                                  <p:stCondLst>
                                    <p:cond delay="0"/>
                                  </p:stCondLst>
                                  <p:childTnLst>
                                    <p:set>
                                      <p:cBhvr>
                                        <p:cTn id="252" dur="1" fill="hold">
                                          <p:stCondLst>
                                            <p:cond delay="0"/>
                                          </p:stCondLst>
                                        </p:cTn>
                                        <p:tgtEl>
                                          <p:spTgt spid="343"/>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grpId="0" nodeType="clickEffect">
                                  <p:stCondLst>
                                    <p:cond delay="0"/>
                                  </p:stCondLst>
                                  <p:childTnLst>
                                    <p:set>
                                      <p:cBhvr>
                                        <p:cTn id="256" dur="1" fill="hold">
                                          <p:stCondLst>
                                            <p:cond delay="0"/>
                                          </p:stCondLst>
                                        </p:cTn>
                                        <p:tgtEl>
                                          <p:spTgt spid="70"/>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71"/>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72"/>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73"/>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74"/>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75"/>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2" grpId="0" animBg="1"/>
      <p:bldP spid="34" grpId="0"/>
      <p:bldP spid="35" grpId="0"/>
      <p:bldP spid="36" grpId="0"/>
      <p:bldP spid="37" grpId="0"/>
      <p:bldP spid="38" grpId="0"/>
      <p:bldP spid="48" grpId="0" animBg="1"/>
      <p:bldP spid="70" grpId="0" animBg="1"/>
      <p:bldP spid="71" grpId="0"/>
      <p:bldP spid="72" grpId="0" animBg="1"/>
      <p:bldP spid="73" grpId="0"/>
      <p:bldP spid="74" grpId="0" animBg="1"/>
      <p:bldP spid="75" grpId="0"/>
      <p:bldP spid="109" grpId="0"/>
      <p:bldP spid="110" grpId="0" animBg="1"/>
      <p:bldP spid="112" grpId="0"/>
      <p:bldP spid="115" grpId="0" animBg="1"/>
      <p:bldP spid="125" grpId="0" animBg="1"/>
      <p:bldP spid="130" grpId="0"/>
      <p:bldP spid="137" grpId="0" animBg="1"/>
      <p:bldP spid="153" grpId="0" animBg="1"/>
      <p:bldP spid="157" grpId="0"/>
      <p:bldP spid="158" grpId="0" animBg="1"/>
      <p:bldP spid="165" grpId="0" animBg="1"/>
      <p:bldP spid="171" grpId="0"/>
      <p:bldP spid="173" grpId="0" animBg="1"/>
      <p:bldP spid="186" grpId="0" animBg="1"/>
      <p:bldP spid="189" grpId="0"/>
      <p:bldP spid="191" grpId="0" animBg="1"/>
      <p:bldP spid="214" grpId="0" animBg="1"/>
      <p:bldP spid="231" grpId="0" animBg="1"/>
      <p:bldP spid="237" grpId="0" animBg="1"/>
      <p:bldP spid="241" grpId="0"/>
      <p:bldP spid="243" grpId="0" animBg="1"/>
      <p:bldP spid="258" grpId="0" animBg="1"/>
      <p:bldP spid="267" grpId="0"/>
      <p:bldP spid="269" grpId="0" animBg="1"/>
      <p:bldP spid="282" grpId="0" animBg="1"/>
      <p:bldP spid="286" grpId="0"/>
      <p:bldP spid="287" grpId="0" animBg="1"/>
      <p:bldP spid="298" grpId="0" animBg="1"/>
      <p:bldP spid="304" grpId="0" animBg="1"/>
      <p:bldP spid="309" grpId="0"/>
      <p:bldP spid="312" grpId="0" animBg="1"/>
      <p:bldP spid="316" grpId="0" animBg="1"/>
      <p:bldP spid="319" grpId="0"/>
      <p:bldP spid="323" grpId="0"/>
      <p:bldP spid="328" grpId="0" animBg="1"/>
      <p:bldP spid="331" grpId="0" animBg="1"/>
      <p:bldP spid="7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1784" y="260648"/>
            <a:ext cx="7416824" cy="6552728"/>
          </a:xfrm>
          <a:prstGeom prst="rect">
            <a:avLst/>
          </a:prstGeom>
        </p:spPr>
      </p:pic>
      <p:sp>
        <p:nvSpPr>
          <p:cNvPr id="2" name="灯片编号占位符 1"/>
          <p:cNvSpPr>
            <a:spLocks noGrp="1"/>
          </p:cNvSpPr>
          <p:nvPr>
            <p:ph type="sldNum" sz="quarter" idx="16"/>
          </p:nvPr>
        </p:nvSpPr>
        <p:spPr/>
        <p:txBody>
          <a:bodyPr/>
          <a:lstStyle/>
          <a:p>
            <a:fld id="{6C276BF9-DA2C-4EDA-B310-41054C53A8AE}" type="slidenum">
              <a:rPr lang="zh-CN" altLang="en-US" smtClean="0"/>
              <a:pPr/>
              <a:t>16</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en-US" altLang="zh-CN" b="1" dirty="0" smtClean="0"/>
              <a:t>0-1</a:t>
            </a:r>
            <a:r>
              <a:rPr lang="zh-CN" altLang="en-US" b="1" dirty="0" smtClean="0"/>
              <a:t>背包问题算法（递归）</a:t>
            </a:r>
            <a:endParaRPr lang="en-US" altLang="zh-CN" b="1" dirty="0" smtClean="0"/>
          </a:p>
          <a:p>
            <a:pPr lvl="1"/>
            <a:r>
              <a:rPr lang="en-US" altLang="zh-CN" b="1" dirty="0" smtClean="0">
                <a:latin typeface="Times New Roman" panose="02020603050405020304" pitchFamily="18" charset="0"/>
                <a:cs typeface="Times New Roman" panose="02020603050405020304" pitchFamily="18" charset="0"/>
              </a:rPr>
              <a:t>Knapsack(</a:t>
            </a:r>
            <a:r>
              <a:rPr lang="en-US" altLang="zh-CN" b="1" dirty="0" err="1" smtClean="0">
                <a:latin typeface="Times New Roman" panose="02020603050405020304" pitchFamily="18" charset="0"/>
                <a:cs typeface="Times New Roman" panose="02020603050405020304" pitchFamily="18" charset="0"/>
              </a:rPr>
              <a:t>n,w</a:t>
            </a:r>
            <a:r>
              <a:rPr lang="en-US" altLang="zh-CN" b="1" dirty="0" smtClean="0">
                <a:latin typeface="Times New Roman" panose="02020603050405020304" pitchFamily="18" charset="0"/>
                <a:cs typeface="Times New Roman" panose="02020603050405020304" pitchFamily="18" charset="0"/>
              </a:rPr>
              <a:t>[],p[],C)</a:t>
            </a: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77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7768" y="-13267"/>
            <a:ext cx="8136904" cy="6863483"/>
          </a:xfrm>
          <a:prstGeom prst="rect">
            <a:avLst/>
          </a:prstGeom>
        </p:spPr>
      </p:pic>
      <p:sp>
        <p:nvSpPr>
          <p:cNvPr id="2" name="灯片编号占位符 1"/>
          <p:cNvSpPr>
            <a:spLocks noGrp="1"/>
          </p:cNvSpPr>
          <p:nvPr>
            <p:ph type="sldNum" sz="quarter" idx="16"/>
          </p:nvPr>
        </p:nvSpPr>
        <p:spPr/>
        <p:txBody>
          <a:bodyPr/>
          <a:lstStyle/>
          <a:p>
            <a:fld id="{6C276BF9-DA2C-4EDA-B310-41054C53A8AE}" type="slidenum">
              <a:rPr lang="zh-CN" altLang="en-US" smtClean="0"/>
              <a:pPr/>
              <a:t>17</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a:xfrm>
            <a:off x="119336" y="1196752"/>
            <a:ext cx="11593288" cy="4752975"/>
          </a:xfrm>
        </p:spPr>
        <p:txBody>
          <a:bodyPr/>
          <a:lstStyle/>
          <a:p>
            <a:pPr lvl="1"/>
            <a:r>
              <a:rPr lang="zh-CN" altLang="en-US" sz="2400" b="1" dirty="0" smtClean="0">
                <a:latin typeface="Times New Roman" panose="02020603050405020304" pitchFamily="18" charset="0"/>
                <a:cs typeface="Times New Roman" panose="02020603050405020304" pitchFamily="18" charset="0"/>
              </a:rPr>
              <a:t>递归回溯</a:t>
            </a:r>
            <a:r>
              <a:rPr lang="en-US" altLang="zh-CN" sz="2400" b="1" dirty="0" smtClean="0">
                <a:latin typeface="Times New Roman" panose="02020603050405020304" pitchFamily="18" charset="0"/>
                <a:cs typeface="Times New Roman" panose="02020603050405020304" pitchFamily="18" charset="0"/>
              </a:rPr>
              <a:t>Backtrack(t</a:t>
            </a:r>
            <a:r>
              <a:rPr lang="en-US" altLang="zh-CN"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373732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18</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en-US" altLang="zh-CN" dirty="0" smtClean="0"/>
          </a:p>
          <a:p>
            <a:pPr lvl="1"/>
            <a:r>
              <a:rPr lang="zh-CN" altLang="en-US" sz="2400" b="1" dirty="0">
                <a:latin typeface="Times New Roman" panose="02020603050405020304" pitchFamily="18" charset="0"/>
                <a:cs typeface="Times New Roman" panose="02020603050405020304" pitchFamily="18" charset="0"/>
              </a:rPr>
              <a:t>迭代</a:t>
            </a:r>
            <a:r>
              <a:rPr lang="zh-CN" altLang="en-US" sz="2400" b="1" dirty="0" smtClean="0">
                <a:latin typeface="Times New Roman" panose="02020603050405020304" pitchFamily="18" charset="0"/>
                <a:cs typeface="Times New Roman" panose="02020603050405020304" pitchFamily="18" charset="0"/>
              </a:rPr>
              <a:t>回溯</a:t>
            </a:r>
            <a:r>
              <a:rPr lang="en-US" altLang="zh-CN" sz="2400" b="1" dirty="0">
                <a:latin typeface="Times New Roman" panose="02020603050405020304" pitchFamily="18" charset="0"/>
                <a:cs typeface="Times New Roman" panose="02020603050405020304" pitchFamily="18" charset="0"/>
              </a:rPr>
              <a:t>Backtrack(t</a:t>
            </a:r>
            <a:r>
              <a:rPr lang="en-US" altLang="zh-CN" sz="2400" b="1" dirty="0" smtClean="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832" y="10974"/>
            <a:ext cx="7344816" cy="6858000"/>
          </a:xfrm>
          <a:prstGeom prst="rect">
            <a:avLst/>
          </a:prstGeom>
        </p:spPr>
      </p:pic>
    </p:spTree>
    <p:extLst>
      <p:ext uri="{BB962C8B-B14F-4D97-AF65-F5344CB8AC3E}">
        <p14:creationId xmlns:p14="http://schemas.microsoft.com/office/powerpoint/2010/main" val="5652119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19</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pPr lvl="1"/>
            <a:r>
              <a:rPr lang="zh-CN" altLang="en-US" sz="2400" b="1" dirty="0" smtClean="0">
                <a:latin typeface="Times New Roman" panose="02020603050405020304" pitchFamily="18" charset="0"/>
                <a:cs typeface="Times New Roman" panose="02020603050405020304" pitchFamily="18" charset="0"/>
              </a:rPr>
              <a:t>约束判断</a:t>
            </a:r>
            <a:r>
              <a:rPr lang="en-US" altLang="zh-CN" sz="2400" b="1" dirty="0" smtClean="0">
                <a:latin typeface="Times New Roman" panose="02020603050405020304" pitchFamily="18" charset="0"/>
                <a:cs typeface="Times New Roman" panose="02020603050405020304" pitchFamily="18" charset="0"/>
              </a:rPr>
              <a:t>place(t</a:t>
            </a:r>
            <a:r>
              <a:rPr lang="en-US" altLang="zh-CN" sz="2400" b="1" dirty="0">
                <a:latin typeface="Times New Roman" panose="02020603050405020304" pitchFamily="18" charset="0"/>
                <a:cs typeface="Times New Roman" panose="02020603050405020304" pitchFamily="18" charset="0"/>
              </a:rPr>
              <a:t>)</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448" y="1844824"/>
            <a:ext cx="10093376" cy="3888432"/>
          </a:xfrm>
          <a:prstGeom prst="rect">
            <a:avLst/>
          </a:prstGeom>
        </p:spPr>
      </p:pic>
    </p:spTree>
    <p:extLst>
      <p:ext uri="{BB962C8B-B14F-4D97-AF65-F5344CB8AC3E}">
        <p14:creationId xmlns:p14="http://schemas.microsoft.com/office/powerpoint/2010/main" val="17095787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20</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en-US" altLang="zh-CN" sz="2800" b="1" dirty="0" smtClean="0"/>
                  <a:t>0-1</a:t>
                </a:r>
                <a:r>
                  <a:rPr lang="zh-CN" altLang="en-US" sz="2800" b="1" dirty="0" smtClean="0"/>
                  <a:t>背包问题算法（递归）</a:t>
                </a:r>
                <a:endParaRPr lang="en-US" altLang="zh-CN" sz="2800" b="1" dirty="0" smtClean="0"/>
              </a:p>
              <a:p>
                <a:pPr lvl="1"/>
                <a:r>
                  <a:rPr lang="en-US" altLang="zh-CN" sz="2400" b="1" dirty="0" smtClean="0">
                    <a:latin typeface="Times New Roman" panose="02020603050405020304" pitchFamily="18" charset="0"/>
                    <a:cs typeface="Times New Roman" panose="02020603050405020304" pitchFamily="18" charset="0"/>
                  </a:rPr>
                  <a:t>Knapsack(</a:t>
                </a:r>
                <a:r>
                  <a:rPr lang="en-US" altLang="zh-CN" sz="2400" b="1" dirty="0" err="1" smtClean="0">
                    <a:latin typeface="Times New Roman" panose="02020603050405020304" pitchFamily="18" charset="0"/>
                    <a:cs typeface="Times New Roman" panose="02020603050405020304" pitchFamily="18" charset="0"/>
                  </a:rPr>
                  <a:t>n,w</a:t>
                </a:r>
                <a:r>
                  <a:rPr lang="en-US" altLang="zh-CN" sz="2400" b="1" dirty="0" smtClean="0">
                    <a:latin typeface="Times New Roman" panose="02020603050405020304" pitchFamily="18" charset="0"/>
                    <a:cs typeface="Times New Roman" panose="02020603050405020304" pitchFamily="18" charset="0"/>
                  </a:rPr>
                  <a:t>[],p[],C)</a:t>
                </a:r>
              </a:p>
              <a:p>
                <a:pPr lvl="1"/>
                <a:endParaRPr lang="en-US" altLang="zh-CN" sz="2400" b="1" dirty="0">
                  <a:latin typeface="Times New Roman" panose="02020603050405020304" pitchFamily="18" charset="0"/>
                  <a:cs typeface="Times New Roman" panose="02020603050405020304" pitchFamily="18" charset="0"/>
                </a:endParaRPr>
              </a:p>
              <a:p>
                <a:pPr lvl="1"/>
                <a:endParaRPr lang="en-US" altLang="zh-CN" sz="2400" b="1" dirty="0" smtClean="0">
                  <a:latin typeface="Times New Roman" panose="02020603050405020304" pitchFamily="18" charset="0"/>
                  <a:cs typeface="Times New Roman" panose="02020603050405020304" pitchFamily="18" charset="0"/>
                </a:endParaRPr>
              </a:p>
              <a:p>
                <a:pPr lvl="1"/>
                <a:r>
                  <a:rPr lang="zh-CN" altLang="en-US" sz="2400" b="1" dirty="0" smtClean="0">
                    <a:latin typeface="Times New Roman" panose="02020603050405020304" pitchFamily="18" charset="0"/>
                    <a:cs typeface="Times New Roman" panose="02020603050405020304" pitchFamily="18" charset="0"/>
                  </a:rPr>
                  <a:t>时间复杂性</a:t>
                </a:r>
                <a:endParaRPr lang="en-US" altLang="zh-CN" sz="2400" b="1" dirty="0" smtClean="0">
                  <a:latin typeface="Times New Roman" panose="02020603050405020304" pitchFamily="18" charset="0"/>
                  <a:cs typeface="Times New Roman" panose="02020603050405020304" pitchFamily="18" charset="0"/>
                </a:endParaRPr>
              </a:p>
              <a:p>
                <a:pPr lvl="2"/>
                <a:r>
                  <a:rPr lang="en-US" altLang="zh-CN" sz="2400" b="1" dirty="0" smtClean="0">
                    <a:latin typeface="Times New Roman" panose="02020603050405020304" pitchFamily="18" charset="0"/>
                    <a:cs typeface="Times New Roman" panose="02020603050405020304" pitchFamily="18" charset="0"/>
                  </a:rPr>
                  <a:t>T(n)=O(</a:t>
                </a:r>
                <a14:m>
                  <m:oMath xmlns:m="http://schemas.openxmlformats.org/officeDocument/2006/math">
                    <m:sSup>
                      <m:sSupPr>
                        <m:ctrlPr>
                          <a:rPr lang="en-US" altLang="zh-CN" sz="2400" b="1" i="1" smtClean="0">
                            <a:latin typeface="Cambria Math" panose="02040503050406030204" pitchFamily="18" charset="0"/>
                            <a:cs typeface="Times New Roman" panose="02020603050405020304" pitchFamily="18" charset="0"/>
                          </a:rPr>
                        </m:ctrlPr>
                      </m:sSupPr>
                      <m:e>
                        <m:r>
                          <a:rPr lang="en-US" altLang="zh-CN" sz="2400" b="1" i="1" smtClean="0">
                            <a:latin typeface="Cambria Math" panose="02040503050406030204" pitchFamily="18" charset="0"/>
                            <a:cs typeface="Times New Roman" panose="02020603050405020304" pitchFamily="18" charset="0"/>
                          </a:rPr>
                          <m:t>𝟐</m:t>
                        </m:r>
                      </m:e>
                      <m:sup>
                        <m:r>
                          <a:rPr lang="en-US" altLang="zh-CN" sz="2400" b="1" i="1" smtClean="0">
                            <a:latin typeface="Cambria Math" panose="02040503050406030204" pitchFamily="18" charset="0"/>
                            <a:cs typeface="Times New Roman" panose="02020603050405020304" pitchFamily="18" charset="0"/>
                          </a:rPr>
                          <m:t>𝒏</m:t>
                        </m:r>
                      </m:sup>
                    </m:sSup>
                  </m:oMath>
                </a14:m>
                <a:r>
                  <a:rPr lang="en-US" altLang="zh-CN" sz="2400" b="1" dirty="0" smtClean="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220" t="-1282"/>
                </a:stretch>
              </a:blipFill>
            </p:spPr>
            <p:txBody>
              <a:bodyPr/>
              <a:lstStyle/>
              <a:p>
                <a:r>
                  <a:rPr lang="zh-CN" altLang="en-US">
                    <a:noFill/>
                  </a:rPr>
                  <a:t> </a:t>
                </a:r>
              </a:p>
            </p:txBody>
          </p:sp>
        </mc:Fallback>
      </mc:AlternateContent>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1704" y="379512"/>
            <a:ext cx="8733372" cy="6217840"/>
          </a:xfrm>
          <a:prstGeom prst="rect">
            <a:avLst/>
          </a:prstGeom>
        </p:spPr>
      </p:pic>
    </p:spTree>
    <p:extLst>
      <p:ext uri="{BB962C8B-B14F-4D97-AF65-F5344CB8AC3E}">
        <p14:creationId xmlns:p14="http://schemas.microsoft.com/office/powerpoint/2010/main" val="119155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21</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b="1" dirty="0" smtClean="0">
                    <a:latin typeface="Times New Roman" panose="02020603050405020304" pitchFamily="18" charset="0"/>
                    <a:cs typeface="Times New Roman" panose="02020603050405020304" pitchFamily="18" charset="0"/>
                  </a:rPr>
                  <a:t>子集树</a:t>
                </a:r>
                <a:endParaRPr lang="en-US" altLang="zh-CN" b="1" dirty="0" smtClean="0">
                  <a:latin typeface="Times New Roman" panose="02020603050405020304" pitchFamily="18" charset="0"/>
                  <a:cs typeface="Times New Roman" panose="02020603050405020304" pitchFamily="18" charset="0"/>
                </a:endParaRPr>
              </a:p>
              <a:p>
                <a:pPr lvl="1"/>
                <a:r>
                  <a:rPr lang="zh-CN" altLang="en-US" b="1" dirty="0" smtClean="0">
                    <a:latin typeface="Times New Roman" panose="02020603050405020304" pitchFamily="18" charset="0"/>
                    <a:cs typeface="Times New Roman" panose="02020603050405020304" pitchFamily="18" charset="0"/>
                  </a:rPr>
                  <a:t>当</a:t>
                </a:r>
                <a:r>
                  <a:rPr lang="zh-CN" altLang="en-US" b="1" dirty="0">
                    <a:latin typeface="Times New Roman" panose="02020603050405020304" pitchFamily="18" charset="0"/>
                    <a:cs typeface="Times New Roman" panose="02020603050405020304" pitchFamily="18" charset="0"/>
                  </a:rPr>
                  <a:t>所给的问题是从</a:t>
                </a:r>
                <a:r>
                  <a:rPr lang="en-US" altLang="zh-CN" b="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个元素的集合</a:t>
                </a:r>
                <a:r>
                  <a:rPr lang="en-US" altLang="zh-CN" b="1" dirty="0">
                    <a:latin typeface="Times New Roman" panose="02020603050405020304" pitchFamily="18" charset="0"/>
                    <a:cs typeface="Times New Roman" panose="02020603050405020304" pitchFamily="18" charset="0"/>
                  </a:rPr>
                  <a:t>S</a:t>
                </a:r>
                <a:r>
                  <a:rPr lang="zh-CN" altLang="en-US" b="1" dirty="0">
                    <a:latin typeface="Times New Roman" panose="02020603050405020304" pitchFamily="18" charset="0"/>
                    <a:cs typeface="Times New Roman" panose="02020603050405020304" pitchFamily="18" charset="0"/>
                  </a:rPr>
                  <a:t>中找出满足某种性质的</a:t>
                </a:r>
                <a:r>
                  <a:rPr lang="zh-CN" altLang="en-US" b="1" dirty="0" smtClean="0">
                    <a:latin typeface="Times New Roman" panose="02020603050405020304" pitchFamily="18" charset="0"/>
                    <a:cs typeface="Times New Roman" panose="02020603050405020304" pitchFamily="18" charset="0"/>
                  </a:rPr>
                  <a:t>子集</a:t>
                </a:r>
                <a:r>
                  <a:rPr lang="zh-CN" altLang="en-US" b="1" dirty="0">
                    <a:latin typeface="Times New Roman" panose="02020603050405020304" pitchFamily="18" charset="0"/>
                    <a:cs typeface="Times New Roman" panose="02020603050405020304" pitchFamily="18" charset="0"/>
                  </a:rPr>
                  <a:t>时，相应的解空间树为子集树。这类子集树</a:t>
                </a:r>
                <a:r>
                  <a:rPr lang="zh-CN" altLang="en-US" b="1" dirty="0" smtClean="0">
                    <a:latin typeface="Times New Roman" panose="02020603050405020304" pitchFamily="18" charset="0"/>
                    <a:cs typeface="Times New Roman" panose="02020603050405020304" pitchFamily="18" charset="0"/>
                  </a:rPr>
                  <a:t>常有</a:t>
                </a:r>
                <a14:m>
                  <m:oMath xmlns:m="http://schemas.openxmlformats.org/officeDocument/2006/math">
                    <m:sSup>
                      <m:sSupPr>
                        <m:ctrlPr>
                          <a:rPr lang="en-US" altLang="zh-CN" b="1" i="1" smtClean="0">
                            <a:latin typeface="Cambria Math" panose="02040503050406030204" pitchFamily="18" charset="0"/>
                            <a:cs typeface="Times New Roman" panose="02020603050405020304" pitchFamily="18" charset="0"/>
                          </a:rPr>
                        </m:ctrlPr>
                      </m:sSupPr>
                      <m:e>
                        <m:r>
                          <a:rPr lang="en-US" altLang="zh-CN" b="1" i="1" smtClean="0">
                            <a:latin typeface="Cambria Math" panose="02040503050406030204" pitchFamily="18" charset="0"/>
                            <a:cs typeface="Times New Roman" panose="02020603050405020304" pitchFamily="18" charset="0"/>
                          </a:rPr>
                          <m:t>𝟐</m:t>
                        </m:r>
                      </m:e>
                      <m:sup>
                        <m:r>
                          <a:rPr lang="en-US" altLang="zh-CN" b="1" i="1">
                            <a:latin typeface="Cambria Math" panose="02040503050406030204" pitchFamily="18" charset="0"/>
                            <a:cs typeface="Times New Roman" panose="02020603050405020304" pitchFamily="18" charset="0"/>
                          </a:rPr>
                          <m:t>𝒏</m:t>
                        </m:r>
                      </m:sup>
                    </m:sSup>
                  </m:oMath>
                </a14:m>
                <a:r>
                  <a:rPr lang="zh-CN" altLang="en-US" b="1" dirty="0" smtClean="0">
                    <a:latin typeface="Times New Roman" panose="02020603050405020304" pitchFamily="18" charset="0"/>
                    <a:cs typeface="Times New Roman" panose="02020603050405020304" pitchFamily="18" charset="0"/>
                  </a:rPr>
                  <a:t>个</a:t>
                </a:r>
                <a:r>
                  <a:rPr lang="zh-CN" altLang="en-US" b="1" dirty="0">
                    <a:latin typeface="Times New Roman" panose="02020603050405020304" pitchFamily="18" charset="0"/>
                    <a:cs typeface="Times New Roman" panose="02020603050405020304" pitchFamily="18" charset="0"/>
                  </a:rPr>
                  <a:t>叶结点</a:t>
                </a:r>
                <a:r>
                  <a:rPr lang="zh-CN" altLang="en-US" b="1" dirty="0" smtClean="0">
                    <a:latin typeface="Times New Roman" panose="02020603050405020304" pitchFamily="18" charset="0"/>
                    <a:cs typeface="Times New Roman" panose="02020603050405020304" pitchFamily="18" charset="0"/>
                  </a:rPr>
                  <a:t>，其</a:t>
                </a:r>
                <a:r>
                  <a:rPr lang="zh-CN" altLang="en-US" b="1" dirty="0">
                    <a:latin typeface="Times New Roman" panose="02020603050405020304" pitchFamily="18" charset="0"/>
                    <a:cs typeface="Times New Roman" panose="02020603050405020304" pitchFamily="18" charset="0"/>
                  </a:rPr>
                  <a:t>结点个数为</a:t>
                </a:r>
                <a14:m>
                  <m:oMath xmlns:m="http://schemas.openxmlformats.org/officeDocument/2006/math">
                    <m:sSup>
                      <m:sSupPr>
                        <m:ctrlPr>
                          <a:rPr lang="en-US" altLang="zh-CN" b="1" i="1">
                            <a:latin typeface="Cambria Math" panose="02040503050406030204" pitchFamily="18" charset="0"/>
                            <a:cs typeface="Times New Roman" panose="02020603050405020304" pitchFamily="18" charset="0"/>
                          </a:rPr>
                        </m:ctrlPr>
                      </m:sSupPr>
                      <m:e>
                        <m:r>
                          <a:rPr lang="en-US" altLang="zh-CN" b="1" i="1">
                            <a:latin typeface="Cambria Math" panose="02040503050406030204" pitchFamily="18" charset="0"/>
                            <a:cs typeface="Times New Roman" panose="02020603050405020304" pitchFamily="18" charset="0"/>
                          </a:rPr>
                          <m:t>𝟐</m:t>
                        </m:r>
                      </m:e>
                      <m:sup>
                        <m:r>
                          <a:rPr lang="en-US" altLang="zh-CN" b="1" i="1">
                            <a:latin typeface="Cambria Math" panose="02040503050406030204" pitchFamily="18" charset="0"/>
                            <a:cs typeface="Times New Roman" panose="02020603050405020304" pitchFamily="18" charset="0"/>
                          </a:rPr>
                          <m:t>𝒏</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𝟏</m:t>
                        </m:r>
                      </m:sup>
                    </m:sSup>
                  </m:oMath>
                </a14:m>
                <a:r>
                  <a:rPr lang="en-US" altLang="zh-CN" b="1" dirty="0" smtClean="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。遍历子集树</a:t>
                </a:r>
                <a:r>
                  <a:rPr lang="zh-CN" altLang="en-US" b="1" dirty="0" smtClean="0">
                    <a:latin typeface="Times New Roman" panose="02020603050405020304" pitchFamily="18" charset="0"/>
                    <a:cs typeface="Times New Roman" panose="02020603050405020304" pitchFamily="18" charset="0"/>
                  </a:rPr>
                  <a:t>的算法一般</a:t>
                </a:r>
                <a:r>
                  <a:rPr lang="en-US" altLang="zh-CN" b="1" dirty="0" smtClean="0">
                    <a:latin typeface="Times New Roman" panose="02020603050405020304" pitchFamily="18" charset="0"/>
                    <a:cs typeface="Times New Roman" panose="02020603050405020304" pitchFamily="18" charset="0"/>
                  </a:rPr>
                  <a:t>T(n)=O (</a:t>
                </a:r>
                <a14:m>
                  <m:oMath xmlns:m="http://schemas.openxmlformats.org/officeDocument/2006/math">
                    <m:sSup>
                      <m:sSupPr>
                        <m:ctrlPr>
                          <a:rPr lang="en-US" altLang="zh-CN" b="1" i="1">
                            <a:latin typeface="Cambria Math" panose="02040503050406030204" pitchFamily="18" charset="0"/>
                            <a:cs typeface="Times New Roman" panose="02020603050405020304" pitchFamily="18" charset="0"/>
                          </a:rPr>
                        </m:ctrlPr>
                      </m:sSupPr>
                      <m:e>
                        <m:r>
                          <a:rPr lang="en-US" altLang="zh-CN" b="1" i="1">
                            <a:latin typeface="Cambria Math" panose="02040503050406030204" pitchFamily="18" charset="0"/>
                            <a:cs typeface="Times New Roman" panose="02020603050405020304" pitchFamily="18" charset="0"/>
                          </a:rPr>
                          <m:t>𝟐</m:t>
                        </m:r>
                      </m:e>
                      <m:sup>
                        <m:r>
                          <a:rPr lang="en-US" altLang="zh-CN" b="1" i="1">
                            <a:latin typeface="Cambria Math" panose="02040503050406030204" pitchFamily="18" charset="0"/>
                            <a:cs typeface="Times New Roman" panose="02020603050405020304" pitchFamily="18" charset="0"/>
                          </a:rPr>
                          <m:t>𝒏</m:t>
                        </m:r>
                      </m:sup>
                    </m:sSup>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a:t>
                </a:r>
                <a:r>
                  <a:rPr lang="zh-CN" altLang="en-US" b="1" dirty="0" smtClean="0">
                    <a:latin typeface="Times New Roman" panose="02020603050405020304" pitchFamily="18" charset="0"/>
                    <a:cs typeface="Times New Roman" panose="02020603050405020304" pitchFamily="18" charset="0"/>
                  </a:rPr>
                  <a:t>计算时间。</a:t>
                </a:r>
                <a:endParaRPr lang="en-US" altLang="zh-CN" b="1" dirty="0">
                  <a:latin typeface="Times New Roman" panose="02020603050405020304" pitchFamily="18" charset="0"/>
                  <a:cs typeface="Times New Roman" panose="02020603050405020304" pitchFamily="18" charset="0"/>
                </a:endParaRPr>
              </a:p>
              <a:p>
                <a:pPr lvl="1"/>
                <a:endParaRPr lang="en-US" altLang="zh-CN" dirty="0" smtClean="0">
                  <a:latin typeface="Times New Roman" panose="02020603050405020304" pitchFamily="18" charset="0"/>
                  <a:cs typeface="Times New Roman" panose="02020603050405020304" pitchFamily="18" charset="0"/>
                </a:endParaRPr>
              </a:p>
              <a:p>
                <a:pPr lvl="1"/>
                <a:r>
                  <a:rPr lang="en-US" altLang="zh-CN" sz="2400" b="1" dirty="0" smtClean="0">
                    <a:latin typeface="Times New Roman" panose="02020603050405020304" pitchFamily="18" charset="0"/>
                    <a:cs typeface="Times New Roman" panose="02020603050405020304" pitchFamily="18" charset="0"/>
                  </a:rPr>
                  <a:t>0-1</a:t>
                </a:r>
                <a:r>
                  <a:rPr lang="zh-CN" altLang="en-US" sz="2400" b="1" dirty="0">
                    <a:latin typeface="Times New Roman" panose="02020603050405020304" pitchFamily="18" charset="0"/>
                    <a:cs typeface="Times New Roman" panose="02020603050405020304" pitchFamily="18" charset="0"/>
                  </a:rPr>
                  <a:t>背包问题的解空间树是子集</a:t>
                </a:r>
                <a:r>
                  <a:rPr lang="zh-CN" altLang="en-US" sz="2400" b="1" dirty="0" smtClean="0">
                    <a:latin typeface="Times New Roman" panose="02020603050405020304" pitchFamily="18" charset="0"/>
                    <a:cs typeface="Times New Roman" panose="02020603050405020304" pitchFamily="18" charset="0"/>
                  </a:rPr>
                  <a:t>树</a:t>
                </a:r>
              </a:p>
              <a:p>
                <a:pPr lvl="1"/>
                <a:endParaRPr lang="zh-CN" altLang="en-US" dirty="0" smtClean="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r="-220"/>
                </a:stretch>
              </a:blipFill>
            </p:spPr>
            <p:txBody>
              <a:bodyPr/>
              <a:lstStyle/>
              <a:p>
                <a:r>
                  <a:rPr lang="zh-CN" altLang="en-US">
                    <a:noFill/>
                  </a:rPr>
                  <a:t> </a:t>
                </a:r>
              </a:p>
            </p:txBody>
          </p:sp>
        </mc:Fallback>
      </mc:AlternateContent>
      <p:sp>
        <p:nvSpPr>
          <p:cNvPr id="5" name="Oval 54"/>
          <p:cNvSpPr>
            <a:spLocks noChangeArrowheads="1"/>
          </p:cNvSpPr>
          <p:nvPr/>
        </p:nvSpPr>
        <p:spPr bwMode="auto">
          <a:xfrm>
            <a:off x="7262150" y="307381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r</a:t>
            </a:r>
          </a:p>
        </p:txBody>
      </p:sp>
      <p:sp>
        <p:nvSpPr>
          <p:cNvPr id="6" name="Oval 55"/>
          <p:cNvSpPr>
            <a:spLocks noChangeArrowheads="1"/>
          </p:cNvSpPr>
          <p:nvPr/>
        </p:nvSpPr>
        <p:spPr bwMode="auto">
          <a:xfrm>
            <a:off x="6036626" y="395519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7" name="Oval 57"/>
          <p:cNvSpPr>
            <a:spLocks noChangeArrowheads="1"/>
          </p:cNvSpPr>
          <p:nvPr/>
        </p:nvSpPr>
        <p:spPr bwMode="auto">
          <a:xfrm>
            <a:off x="5344580" y="459955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8" name="Oval 61"/>
          <p:cNvSpPr>
            <a:spLocks noChangeArrowheads="1"/>
          </p:cNvSpPr>
          <p:nvPr/>
        </p:nvSpPr>
        <p:spPr bwMode="auto">
          <a:xfrm>
            <a:off x="4498598" y="5348064"/>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9" name="Text Box 83"/>
          <p:cNvSpPr txBox="1">
            <a:spLocks noChangeArrowheads="1"/>
          </p:cNvSpPr>
          <p:nvPr/>
        </p:nvSpPr>
        <p:spPr bwMode="auto">
          <a:xfrm>
            <a:off x="4039292" y="3917743"/>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1</a:t>
            </a:r>
            <a:endParaRPr lang="en-US" altLang="zh-CN" sz="2400" b="1" dirty="0">
              <a:solidFill>
                <a:schemeClr val="accent6">
                  <a:lumMod val="75000"/>
                </a:schemeClr>
              </a:solidFill>
            </a:endParaRPr>
          </a:p>
        </p:txBody>
      </p:sp>
      <p:sp>
        <p:nvSpPr>
          <p:cNvPr id="10" name="Text Box 84"/>
          <p:cNvSpPr txBox="1">
            <a:spLocks noChangeArrowheads="1"/>
          </p:cNvSpPr>
          <p:nvPr/>
        </p:nvSpPr>
        <p:spPr bwMode="auto">
          <a:xfrm>
            <a:off x="6181368" y="354899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1</a:t>
            </a:r>
            <a:r>
              <a:rPr lang="en-US" altLang="zh-CN" sz="1600" b="1" dirty="0" smtClean="0"/>
              <a:t>=1</a:t>
            </a:r>
            <a:endParaRPr lang="zh-CN" altLang="en-US" sz="1600" b="1" dirty="0"/>
          </a:p>
        </p:txBody>
      </p:sp>
      <p:sp>
        <p:nvSpPr>
          <p:cNvPr id="11" name="Text Box 85"/>
          <p:cNvSpPr txBox="1">
            <a:spLocks noChangeArrowheads="1"/>
          </p:cNvSpPr>
          <p:nvPr/>
        </p:nvSpPr>
        <p:spPr bwMode="auto">
          <a:xfrm>
            <a:off x="4039292" y="4528138"/>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12" name="Text Box 86"/>
          <p:cNvSpPr txBox="1">
            <a:spLocks noChangeArrowheads="1"/>
          </p:cNvSpPr>
          <p:nvPr/>
        </p:nvSpPr>
        <p:spPr bwMode="auto">
          <a:xfrm>
            <a:off x="7925224" y="3538627"/>
            <a:ext cx="619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dirty="0" smtClean="0"/>
              <a:t>x</a:t>
            </a:r>
            <a:r>
              <a:rPr lang="en-US" altLang="zh-CN" sz="1800" b="1" baseline="-25000" dirty="0" smtClean="0"/>
              <a:t>1</a:t>
            </a:r>
            <a:r>
              <a:rPr lang="en-US" altLang="zh-CN" sz="1800" b="1" dirty="0" smtClean="0"/>
              <a:t>=0</a:t>
            </a:r>
            <a:endParaRPr lang="zh-CN" altLang="en-US" sz="1800" b="1" dirty="0"/>
          </a:p>
        </p:txBody>
      </p:sp>
      <p:sp>
        <p:nvSpPr>
          <p:cNvPr id="13" name="Text Box 87"/>
          <p:cNvSpPr txBox="1">
            <a:spLocks noChangeArrowheads="1"/>
          </p:cNvSpPr>
          <p:nvPr/>
        </p:nvSpPr>
        <p:spPr bwMode="auto">
          <a:xfrm>
            <a:off x="4007768" y="5343029"/>
            <a:ext cx="467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cxnSp>
        <p:nvCxnSpPr>
          <p:cNvPr id="21" name="直接箭头连接符 20"/>
          <p:cNvCxnSpPr>
            <a:stCxn id="5" idx="3"/>
            <a:endCxn id="6" idx="7"/>
          </p:cNvCxnSpPr>
          <p:nvPr/>
        </p:nvCxnSpPr>
        <p:spPr>
          <a:xfrm flipH="1">
            <a:off x="6426871" y="3464062"/>
            <a:ext cx="902234" cy="55808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5" idx="5"/>
            <a:endCxn id="48" idx="1"/>
          </p:cNvCxnSpPr>
          <p:nvPr/>
        </p:nvCxnSpPr>
        <p:spPr>
          <a:xfrm>
            <a:off x="7652395" y="3464062"/>
            <a:ext cx="903683" cy="54731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7" idx="3"/>
            <a:endCxn id="8" idx="7"/>
          </p:cNvCxnSpPr>
          <p:nvPr/>
        </p:nvCxnSpPr>
        <p:spPr>
          <a:xfrm flipH="1">
            <a:off x="4888843" y="4989804"/>
            <a:ext cx="522692" cy="42521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6" idx="3"/>
            <a:endCxn id="7" idx="7"/>
          </p:cNvCxnSpPr>
          <p:nvPr/>
        </p:nvCxnSpPr>
        <p:spPr>
          <a:xfrm flipH="1">
            <a:off x="5734825" y="4345439"/>
            <a:ext cx="368756" cy="32107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 Box 84"/>
          <p:cNvSpPr txBox="1">
            <a:spLocks noChangeArrowheads="1"/>
          </p:cNvSpPr>
          <p:nvPr/>
        </p:nvSpPr>
        <p:spPr bwMode="auto">
          <a:xfrm>
            <a:off x="5499331" y="42101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=1</a:t>
            </a:r>
            <a:endParaRPr lang="zh-CN" altLang="en-US" sz="1600" b="1" dirty="0"/>
          </a:p>
        </p:txBody>
      </p:sp>
      <p:sp>
        <p:nvSpPr>
          <p:cNvPr id="27" name="Text Box 84"/>
          <p:cNvSpPr txBox="1">
            <a:spLocks noChangeArrowheads="1"/>
          </p:cNvSpPr>
          <p:nvPr/>
        </p:nvSpPr>
        <p:spPr bwMode="auto">
          <a:xfrm>
            <a:off x="4614896" y="493475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cxnSp>
        <p:nvCxnSpPr>
          <p:cNvPr id="29" name="直接箭头连接符 28"/>
          <p:cNvCxnSpPr>
            <a:stCxn id="7" idx="5"/>
            <a:endCxn id="30" idx="0"/>
          </p:cNvCxnSpPr>
          <p:nvPr/>
        </p:nvCxnSpPr>
        <p:spPr>
          <a:xfrm flipH="1">
            <a:off x="5720616" y="4989804"/>
            <a:ext cx="14209" cy="34933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Oval 62"/>
          <p:cNvSpPr>
            <a:spLocks noChangeArrowheads="1"/>
          </p:cNvSpPr>
          <p:nvPr/>
        </p:nvSpPr>
        <p:spPr bwMode="auto">
          <a:xfrm>
            <a:off x="5492016" y="533914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31" name="Text Box 84"/>
          <p:cNvSpPr txBox="1">
            <a:spLocks noChangeArrowheads="1"/>
          </p:cNvSpPr>
          <p:nvPr/>
        </p:nvSpPr>
        <p:spPr bwMode="auto">
          <a:xfrm>
            <a:off x="5240855" y="4979019"/>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34" name="Oval 62"/>
          <p:cNvSpPr>
            <a:spLocks noChangeArrowheads="1"/>
          </p:cNvSpPr>
          <p:nvPr/>
        </p:nvSpPr>
        <p:spPr bwMode="auto">
          <a:xfrm>
            <a:off x="6415800" y="459955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cxnSp>
        <p:nvCxnSpPr>
          <p:cNvPr id="35" name="直接箭头连接符 34"/>
          <p:cNvCxnSpPr>
            <a:stCxn id="6" idx="5"/>
            <a:endCxn id="34" idx="0"/>
          </p:cNvCxnSpPr>
          <p:nvPr/>
        </p:nvCxnSpPr>
        <p:spPr>
          <a:xfrm>
            <a:off x="6426871" y="4345439"/>
            <a:ext cx="217529" cy="25412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Text Box 84"/>
          <p:cNvSpPr txBox="1">
            <a:spLocks noChangeArrowheads="1"/>
          </p:cNvSpPr>
          <p:nvPr/>
        </p:nvSpPr>
        <p:spPr bwMode="auto">
          <a:xfrm>
            <a:off x="6289671" y="425538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=0</a:t>
            </a:r>
            <a:endParaRPr lang="zh-CN" altLang="en-US" sz="1600" b="1" dirty="0"/>
          </a:p>
        </p:txBody>
      </p:sp>
      <p:sp>
        <p:nvSpPr>
          <p:cNvPr id="38" name="Oval 57"/>
          <p:cNvSpPr>
            <a:spLocks noChangeArrowheads="1"/>
          </p:cNvSpPr>
          <p:nvPr/>
        </p:nvSpPr>
        <p:spPr bwMode="auto">
          <a:xfrm>
            <a:off x="6049913" y="5343029"/>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p>
            <a:pPr algn="ctr">
              <a:spcBef>
                <a:spcPct val="0"/>
              </a:spcBef>
            </a:pPr>
            <a:r>
              <a:rPr kumimoji="1" lang="en-US" altLang="zh-CN" sz="2400" b="1" dirty="0">
                <a:latin typeface="Times New Roman" panose="02020603050405020304" pitchFamily="18" charset="0"/>
                <a:ea typeface="宋体" panose="02010600030101010101" pitchFamily="2" charset="-122"/>
              </a:rPr>
              <a:t>1</a:t>
            </a:r>
          </a:p>
        </p:txBody>
      </p:sp>
      <p:cxnSp>
        <p:nvCxnSpPr>
          <p:cNvPr id="39" name="直接箭头连接符 38"/>
          <p:cNvCxnSpPr>
            <a:stCxn id="34" idx="5"/>
            <a:endCxn id="43" idx="0"/>
          </p:cNvCxnSpPr>
          <p:nvPr/>
        </p:nvCxnSpPr>
        <p:spPr>
          <a:xfrm>
            <a:off x="6806045" y="4989804"/>
            <a:ext cx="250129" cy="3411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34" idx="3"/>
            <a:endCxn id="38" idx="7"/>
          </p:cNvCxnSpPr>
          <p:nvPr/>
        </p:nvCxnSpPr>
        <p:spPr>
          <a:xfrm flipH="1">
            <a:off x="6440158" y="4989804"/>
            <a:ext cx="42597" cy="42018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Text Box 84"/>
          <p:cNvSpPr txBox="1">
            <a:spLocks noChangeArrowheads="1"/>
          </p:cNvSpPr>
          <p:nvPr/>
        </p:nvSpPr>
        <p:spPr bwMode="auto">
          <a:xfrm>
            <a:off x="6223108" y="496913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sp>
        <p:nvSpPr>
          <p:cNvPr id="43" name="Oval 62"/>
          <p:cNvSpPr>
            <a:spLocks noChangeArrowheads="1"/>
          </p:cNvSpPr>
          <p:nvPr/>
        </p:nvSpPr>
        <p:spPr bwMode="auto">
          <a:xfrm>
            <a:off x="6827574" y="533098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44" name="Text Box 84"/>
          <p:cNvSpPr txBox="1">
            <a:spLocks noChangeArrowheads="1"/>
          </p:cNvSpPr>
          <p:nvPr/>
        </p:nvSpPr>
        <p:spPr bwMode="auto">
          <a:xfrm>
            <a:off x="6637136" y="496051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48" name="Oval 62"/>
          <p:cNvSpPr>
            <a:spLocks noChangeArrowheads="1"/>
          </p:cNvSpPr>
          <p:nvPr/>
        </p:nvSpPr>
        <p:spPr bwMode="auto">
          <a:xfrm>
            <a:off x="8489123" y="394442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50" name="Oval 57"/>
          <p:cNvSpPr>
            <a:spLocks noChangeArrowheads="1"/>
          </p:cNvSpPr>
          <p:nvPr/>
        </p:nvSpPr>
        <p:spPr bwMode="auto">
          <a:xfrm>
            <a:off x="7914412" y="460748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cxnSp>
        <p:nvCxnSpPr>
          <p:cNvPr id="51" name="直接箭头连接符 50"/>
          <p:cNvCxnSpPr>
            <a:stCxn id="48" idx="3"/>
            <a:endCxn id="50" idx="7"/>
          </p:cNvCxnSpPr>
          <p:nvPr/>
        </p:nvCxnSpPr>
        <p:spPr>
          <a:xfrm flipH="1">
            <a:off x="8304657" y="4334667"/>
            <a:ext cx="251421" cy="3397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2" name="Text Box 84"/>
          <p:cNvSpPr txBox="1">
            <a:spLocks noChangeArrowheads="1"/>
          </p:cNvSpPr>
          <p:nvPr/>
        </p:nvSpPr>
        <p:spPr bwMode="auto">
          <a:xfrm>
            <a:off x="7971551" y="424187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=1</a:t>
            </a:r>
            <a:endParaRPr lang="zh-CN" altLang="en-US" sz="1600" b="1" dirty="0"/>
          </a:p>
        </p:txBody>
      </p:sp>
      <p:cxnSp>
        <p:nvCxnSpPr>
          <p:cNvPr id="54" name="直接箭头连接符 53"/>
          <p:cNvCxnSpPr>
            <a:stCxn id="50" idx="3"/>
            <a:endCxn id="55" idx="0"/>
          </p:cNvCxnSpPr>
          <p:nvPr/>
        </p:nvCxnSpPr>
        <p:spPr>
          <a:xfrm flipH="1">
            <a:off x="7734172" y="4997729"/>
            <a:ext cx="247195" cy="34135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5" name="Oval 57"/>
          <p:cNvSpPr>
            <a:spLocks noChangeArrowheads="1"/>
          </p:cNvSpPr>
          <p:nvPr/>
        </p:nvSpPr>
        <p:spPr bwMode="auto">
          <a:xfrm>
            <a:off x="7505572" y="533908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56" name="Text Box 84"/>
          <p:cNvSpPr txBox="1">
            <a:spLocks noChangeArrowheads="1"/>
          </p:cNvSpPr>
          <p:nvPr/>
        </p:nvSpPr>
        <p:spPr bwMode="auto">
          <a:xfrm>
            <a:off x="7386973" y="49248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cxnSp>
        <p:nvCxnSpPr>
          <p:cNvPr id="58" name="直接箭头连接符 57"/>
          <p:cNvCxnSpPr>
            <a:stCxn id="50" idx="5"/>
            <a:endCxn id="59" idx="0"/>
          </p:cNvCxnSpPr>
          <p:nvPr/>
        </p:nvCxnSpPr>
        <p:spPr>
          <a:xfrm>
            <a:off x="8304657" y="4997729"/>
            <a:ext cx="224714" cy="34450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9" name="Oval 62"/>
          <p:cNvSpPr>
            <a:spLocks noChangeArrowheads="1"/>
          </p:cNvSpPr>
          <p:nvPr/>
        </p:nvSpPr>
        <p:spPr bwMode="auto">
          <a:xfrm>
            <a:off x="8300771" y="534223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60" name="Text Box 84"/>
          <p:cNvSpPr txBox="1">
            <a:spLocks noChangeArrowheads="1"/>
          </p:cNvSpPr>
          <p:nvPr/>
        </p:nvSpPr>
        <p:spPr bwMode="auto">
          <a:xfrm>
            <a:off x="8090616" y="4971757"/>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cxnSp>
        <p:nvCxnSpPr>
          <p:cNvPr id="62" name="曲线连接符 61"/>
          <p:cNvCxnSpPr>
            <a:stCxn id="59" idx="7"/>
            <a:endCxn id="50" idx="6"/>
          </p:cNvCxnSpPr>
          <p:nvPr/>
        </p:nvCxnSpPr>
        <p:spPr>
          <a:xfrm rot="16200000" flipV="1">
            <a:off x="8244764" y="4962933"/>
            <a:ext cx="573101" cy="319404"/>
          </a:xfrm>
          <a:prstGeom prst="curved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3" name="Oval 62"/>
          <p:cNvSpPr>
            <a:spLocks noChangeArrowheads="1"/>
          </p:cNvSpPr>
          <p:nvPr/>
        </p:nvSpPr>
        <p:spPr bwMode="auto">
          <a:xfrm>
            <a:off x="9346587" y="460264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cxnSp>
        <p:nvCxnSpPr>
          <p:cNvPr id="64" name="直接箭头连接符 63"/>
          <p:cNvCxnSpPr>
            <a:stCxn id="48" idx="5"/>
            <a:endCxn id="63" idx="1"/>
          </p:cNvCxnSpPr>
          <p:nvPr/>
        </p:nvCxnSpPr>
        <p:spPr>
          <a:xfrm>
            <a:off x="8879368" y="4334667"/>
            <a:ext cx="534174" cy="33493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3" idx="3"/>
            <a:endCxn id="68" idx="0"/>
          </p:cNvCxnSpPr>
          <p:nvPr/>
        </p:nvCxnSpPr>
        <p:spPr>
          <a:xfrm flipH="1">
            <a:off x="9361629" y="4992890"/>
            <a:ext cx="51913" cy="33675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7" name="Text Box 84"/>
          <p:cNvSpPr txBox="1">
            <a:spLocks noChangeArrowheads="1"/>
          </p:cNvSpPr>
          <p:nvPr/>
        </p:nvSpPr>
        <p:spPr bwMode="auto">
          <a:xfrm>
            <a:off x="8896922" y="424187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=0</a:t>
            </a:r>
            <a:endParaRPr lang="zh-CN" altLang="en-US" sz="1600" b="1" dirty="0"/>
          </a:p>
        </p:txBody>
      </p:sp>
      <p:sp>
        <p:nvSpPr>
          <p:cNvPr id="68" name="Oval 57"/>
          <p:cNvSpPr>
            <a:spLocks noChangeArrowheads="1"/>
          </p:cNvSpPr>
          <p:nvPr/>
        </p:nvSpPr>
        <p:spPr bwMode="auto">
          <a:xfrm>
            <a:off x="9133029" y="532964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70" name="Text Box 84"/>
          <p:cNvSpPr txBox="1">
            <a:spLocks noChangeArrowheads="1"/>
          </p:cNvSpPr>
          <p:nvPr/>
        </p:nvSpPr>
        <p:spPr bwMode="auto">
          <a:xfrm>
            <a:off x="9027182" y="497817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cxnSp>
        <p:nvCxnSpPr>
          <p:cNvPr id="71" name="直接箭头连接符 70"/>
          <p:cNvCxnSpPr>
            <a:stCxn id="63" idx="5"/>
            <a:endCxn id="73" idx="0"/>
          </p:cNvCxnSpPr>
          <p:nvPr/>
        </p:nvCxnSpPr>
        <p:spPr>
          <a:xfrm>
            <a:off x="9736832" y="4992890"/>
            <a:ext cx="419662" cy="34899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2" name="Text Box 84"/>
          <p:cNvSpPr txBox="1">
            <a:spLocks noChangeArrowheads="1"/>
          </p:cNvSpPr>
          <p:nvPr/>
        </p:nvSpPr>
        <p:spPr bwMode="auto">
          <a:xfrm>
            <a:off x="9548299" y="497817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=0</a:t>
            </a:r>
            <a:endParaRPr lang="zh-CN" altLang="en-US" sz="1600" b="1" dirty="0"/>
          </a:p>
        </p:txBody>
      </p:sp>
      <p:sp>
        <p:nvSpPr>
          <p:cNvPr id="73" name="Oval 62"/>
          <p:cNvSpPr>
            <a:spLocks noChangeArrowheads="1"/>
          </p:cNvSpPr>
          <p:nvPr/>
        </p:nvSpPr>
        <p:spPr bwMode="auto">
          <a:xfrm>
            <a:off x="9927894" y="534188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Tree>
    <p:extLst>
      <p:ext uri="{BB962C8B-B14F-4D97-AF65-F5344CB8AC3E}">
        <p14:creationId xmlns:p14="http://schemas.microsoft.com/office/powerpoint/2010/main" val="248216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1" grpId="0"/>
      <p:bldP spid="12" grpId="0"/>
      <p:bldP spid="13" grpId="0"/>
      <p:bldP spid="25" grpId="0"/>
      <p:bldP spid="27" grpId="0"/>
      <p:bldP spid="30" grpId="0" animBg="1"/>
      <p:bldP spid="31" grpId="0"/>
      <p:bldP spid="34" grpId="0" animBg="1"/>
      <p:bldP spid="36" grpId="0"/>
      <p:bldP spid="38" grpId="0" animBg="1"/>
      <p:bldP spid="41" grpId="0"/>
      <p:bldP spid="43" grpId="0" animBg="1"/>
      <p:bldP spid="44" grpId="0"/>
      <p:bldP spid="48" grpId="0" animBg="1"/>
      <p:bldP spid="50" grpId="0" animBg="1"/>
      <p:bldP spid="52" grpId="0"/>
      <p:bldP spid="55" grpId="0" animBg="1"/>
      <p:bldP spid="56" grpId="0"/>
      <p:bldP spid="59" grpId="0" animBg="1"/>
      <p:bldP spid="60" grpId="0"/>
      <p:bldP spid="63" grpId="0" animBg="1"/>
      <p:bldP spid="67" grpId="0"/>
      <p:bldP spid="68" grpId="0" animBg="1"/>
      <p:bldP spid="70" grpId="0"/>
      <p:bldP spid="72" grpId="0"/>
      <p:bldP spid="7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22</a:t>
            </a:fld>
            <a:endParaRPr lang="zh-CN" altLang="en-US" dirty="0"/>
          </a:p>
        </p:txBody>
      </p:sp>
      <p:sp>
        <p:nvSpPr>
          <p:cNvPr id="3" name="标题 2"/>
          <p:cNvSpPr>
            <a:spLocks noGrp="1"/>
          </p:cNvSpPr>
          <p:nvPr>
            <p:ph type="ctrTitle"/>
          </p:nvPr>
        </p:nvSpPr>
        <p:spPr/>
        <p:txBody>
          <a:bodyPr/>
          <a:lstStyle/>
          <a:p>
            <a:r>
              <a:rPr lang="zh-CN" altLang="en-US" dirty="0"/>
              <a:t>二、再论</a:t>
            </a:r>
            <a:r>
              <a:rPr lang="en-US" altLang="zh-CN" dirty="0"/>
              <a:t>0-1</a:t>
            </a:r>
            <a:r>
              <a:rPr lang="zh-CN" altLang="en-US" dirty="0"/>
              <a:t>背包问题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b="1" dirty="0" smtClean="0">
                    <a:latin typeface="Times New Roman" panose="02020603050405020304" pitchFamily="18" charset="0"/>
                    <a:cs typeface="Times New Roman" panose="02020603050405020304" pitchFamily="18" charset="0"/>
                  </a:rPr>
                  <a:t>子集树</a:t>
                </a:r>
                <a:endParaRPr lang="en-US" altLang="zh-CN"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zh-CN" altLang="en-US" sz="2400" b="1" dirty="0" smtClean="0">
                    <a:latin typeface="Times New Roman" panose="02020603050405020304" pitchFamily="18" charset="0"/>
                    <a:cs typeface="Times New Roman" panose="02020603050405020304" pitchFamily="18" charset="0"/>
                  </a:rPr>
                  <a:t>通用回溯框架</a:t>
                </a:r>
                <a:r>
                  <a:rPr lang="en-US" altLang="zh-CN" sz="2400" b="1" dirty="0" smtClean="0">
                    <a:latin typeface="Times New Roman" panose="02020603050405020304" pitchFamily="18" charset="0"/>
                    <a:cs typeface="Times New Roman" panose="02020603050405020304" pitchFamily="18" charset="0"/>
                  </a:rPr>
                  <a:t>backtrack(t)—</a:t>
                </a:r>
                <a:r>
                  <a:rPr lang="zh-CN" altLang="en-US" sz="2400" b="1" dirty="0" smtClean="0">
                    <a:latin typeface="Times New Roman" panose="02020603050405020304" pitchFamily="18" charset="0"/>
                    <a:cs typeface="Times New Roman" panose="02020603050405020304" pitchFamily="18" charset="0"/>
                  </a:rPr>
                  <a:t>递归</a:t>
                </a:r>
                <a:endParaRPr lang="en-US" altLang="zh-CN" sz="24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b="1" dirty="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en-US" altLang="zh-CN" sz="2400" b="1" dirty="0" smtClean="0">
                    <a:latin typeface="Times New Roman" panose="02020603050405020304" pitchFamily="18" charset="0"/>
                    <a:cs typeface="Times New Roman" panose="02020603050405020304" pitchFamily="18" charset="0"/>
                  </a:rPr>
                  <a:t>T(n)=O(</a:t>
                </a:r>
                <a14:m>
                  <m:oMath xmlns:m="http://schemas.openxmlformats.org/officeDocument/2006/math">
                    <m:sSup>
                      <m:sSupPr>
                        <m:ctrlPr>
                          <a:rPr lang="en-US" altLang="zh-CN" sz="2400" b="1" i="1">
                            <a:latin typeface="Cambria Math" panose="02040503050406030204" pitchFamily="18" charset="0"/>
                            <a:cs typeface="Times New Roman" panose="02020603050405020304" pitchFamily="18" charset="0"/>
                          </a:rPr>
                        </m:ctrlPr>
                      </m:sSupPr>
                      <m:e>
                        <m:r>
                          <a:rPr lang="en-US" altLang="zh-CN" sz="2400" b="1" i="1">
                            <a:latin typeface="Cambria Math" panose="02040503050406030204" pitchFamily="18" charset="0"/>
                            <a:cs typeface="Times New Roman" panose="02020603050405020304" pitchFamily="18" charset="0"/>
                          </a:rPr>
                          <m:t>𝟐</m:t>
                        </m:r>
                      </m:e>
                      <m:sup>
                        <m:r>
                          <a:rPr lang="en-US" altLang="zh-CN" sz="2400" b="1" i="1">
                            <a:latin typeface="Cambria Math" panose="02040503050406030204" pitchFamily="18" charset="0"/>
                            <a:cs typeface="Times New Roman" panose="02020603050405020304" pitchFamily="18" charset="0"/>
                          </a:rPr>
                          <m:t>𝒏</m:t>
                        </m:r>
                      </m:sup>
                    </m:sSup>
                  </m:oMath>
                </a14:m>
                <a:r>
                  <a:rPr lang="en-US" altLang="zh-CN" sz="2400" b="1" dirty="0" smtClean="0">
                    <a:latin typeface="Times New Roman" panose="02020603050405020304" pitchFamily="18" charset="0"/>
                    <a:cs typeface="Times New Roman" panose="02020603050405020304" pitchFamily="18" charset="0"/>
                  </a:rPr>
                  <a:t>)</a:t>
                </a:r>
                <a:endParaRPr lang="zh-CN" altLang="en-US" sz="2400" b="1" dirty="0" smtClean="0">
                  <a:latin typeface="Times New Roman" panose="02020603050405020304" pitchFamily="18" charset="0"/>
                  <a:cs typeface="Times New Roman" panose="02020603050405020304" pitchFamily="18" charset="0"/>
                </a:endParaRPr>
              </a:p>
              <a:p>
                <a:pPr lvl="1"/>
                <a:endParaRPr lang="zh-CN" altLang="en-US" dirty="0" smtClean="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680" y="188640"/>
            <a:ext cx="8734880" cy="6152436"/>
          </a:xfrm>
          <a:prstGeom prst="rect">
            <a:avLst/>
          </a:prstGeom>
        </p:spPr>
      </p:pic>
    </p:spTree>
    <p:extLst>
      <p:ext uri="{BB962C8B-B14F-4D97-AF65-F5344CB8AC3E}">
        <p14:creationId xmlns:p14="http://schemas.microsoft.com/office/powerpoint/2010/main" val="61906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23</a:t>
            </a:fld>
            <a:endParaRPr lang="zh-CN" altLang="en-US" dirty="0"/>
          </a:p>
        </p:txBody>
      </p:sp>
      <p:sp>
        <p:nvSpPr>
          <p:cNvPr id="3" name="标题 2"/>
          <p:cNvSpPr>
            <a:spLocks noGrp="1"/>
          </p:cNvSpPr>
          <p:nvPr>
            <p:ph type="ctrTitle"/>
          </p:nvPr>
        </p:nvSpPr>
        <p:spPr/>
        <p:txBody>
          <a:bodyPr/>
          <a:lstStyle/>
          <a:p>
            <a:r>
              <a:rPr lang="zh-CN" altLang="en-US" dirty="0"/>
              <a:t>三</a:t>
            </a:r>
            <a:r>
              <a:rPr lang="zh-CN" altLang="en-US" dirty="0" smtClean="0"/>
              <a:t>、</a:t>
            </a:r>
            <a:r>
              <a:rPr lang="zh-CN" altLang="en-US" dirty="0"/>
              <a:t>装载问题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b="1" dirty="0" smtClean="0"/>
                  <a:t>问题描述：</a:t>
                </a:r>
                <a:r>
                  <a:rPr lang="zh-CN" altLang="en-US" b="1" dirty="0">
                    <a:latin typeface="楷体_GB2312" pitchFamily="49" charset="-122"/>
                    <a:ea typeface="楷体_GB2312" pitchFamily="49" charset="-122"/>
                  </a:rPr>
                  <a:t>有一批共</a:t>
                </a:r>
                <a:r>
                  <a:rPr lang="en-US" altLang="zh-CN" b="1" dirty="0">
                    <a:latin typeface="楷体_GB2312" pitchFamily="49" charset="-122"/>
                    <a:ea typeface="楷体_GB2312" pitchFamily="49" charset="-122"/>
                  </a:rPr>
                  <a:t>n</a:t>
                </a:r>
                <a:r>
                  <a:rPr lang="zh-CN" altLang="en-US" b="1" dirty="0">
                    <a:latin typeface="楷体_GB2312" pitchFamily="49" charset="-122"/>
                    <a:ea typeface="楷体_GB2312" pitchFamily="49" charset="-122"/>
                  </a:rPr>
                  <a:t>个集装箱要装上</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艘载重量分别为</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𝒄</m:t>
                        </m:r>
                      </m:e>
                      <m:sub>
                        <m:r>
                          <a:rPr lang="en-US" altLang="zh-CN" b="1" i="1" smtClean="0">
                            <a:latin typeface="Cambria Math" panose="02040503050406030204" pitchFamily="18" charset="0"/>
                            <a:ea typeface="楷体_GB2312" pitchFamily="49" charset="-122"/>
                          </a:rPr>
                          <m:t>𝟏</m:t>
                        </m:r>
                      </m:sub>
                    </m:sSub>
                  </m:oMath>
                </a14:m>
                <a:r>
                  <a:rPr lang="zh-CN" altLang="en-US" b="1" dirty="0">
                    <a:latin typeface="楷体_GB2312" pitchFamily="49" charset="-122"/>
                    <a:ea typeface="楷体_GB2312" pitchFamily="49" charset="-122"/>
                  </a:rPr>
                  <a:t>和</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𝒄</m:t>
                        </m:r>
                      </m:e>
                      <m:sub>
                        <m:r>
                          <a:rPr lang="en-US" altLang="zh-CN" b="1" i="1" smtClean="0">
                            <a:latin typeface="Cambria Math" panose="02040503050406030204" pitchFamily="18" charset="0"/>
                            <a:ea typeface="楷体_GB2312" pitchFamily="49" charset="-122"/>
                          </a:rPr>
                          <m:t>𝟐</m:t>
                        </m:r>
                      </m:sub>
                    </m:sSub>
                  </m:oMath>
                </a14:m>
                <a:r>
                  <a:rPr lang="zh-CN" altLang="en-US" b="1" dirty="0">
                    <a:latin typeface="楷体_GB2312" pitchFamily="49" charset="-122"/>
                    <a:ea typeface="楷体_GB2312" pitchFamily="49" charset="-122"/>
                  </a:rPr>
                  <a:t>的轮船，其中集装箱</a:t>
                </a:r>
                <a:r>
                  <a:rPr lang="en-US" altLang="zh-CN" b="1" dirty="0" err="1">
                    <a:latin typeface="楷体_GB2312" pitchFamily="49" charset="-122"/>
                    <a:ea typeface="楷体_GB2312" pitchFamily="49" charset="-122"/>
                  </a:rPr>
                  <a:t>i</a:t>
                </a:r>
                <a:r>
                  <a:rPr lang="zh-CN" altLang="en-US" b="1" dirty="0">
                    <a:latin typeface="楷体_GB2312" pitchFamily="49" charset="-122"/>
                    <a:ea typeface="楷体_GB2312" pitchFamily="49" charset="-122"/>
                  </a:rPr>
                  <a:t>的重量为</a:t>
                </a:r>
                <a14:m>
                  <m:oMath xmlns:m="http://schemas.openxmlformats.org/officeDocument/2006/math">
                    <m:sSub>
                      <m:sSubPr>
                        <m:ctrlPr>
                          <a:rPr lang="en-US" altLang="zh-CN" sz="2800" b="1" i="1">
                            <a:latin typeface="Cambria Math" panose="02040503050406030204" pitchFamily="18" charset="0"/>
                            <a:ea typeface="楷体_GB2312" pitchFamily="49" charset="-122"/>
                          </a:rPr>
                        </m:ctrlPr>
                      </m:sSubPr>
                      <m:e>
                        <m:r>
                          <a:rPr lang="en-US" altLang="zh-CN" sz="2800" b="1" i="1">
                            <a:latin typeface="Cambria Math" panose="02040503050406030204" pitchFamily="18" charset="0"/>
                            <a:ea typeface="楷体_GB2312" pitchFamily="49" charset="-122"/>
                          </a:rPr>
                          <m:t>𝒘</m:t>
                        </m:r>
                      </m:e>
                      <m:sub>
                        <m:r>
                          <a:rPr lang="en-US" altLang="zh-CN" sz="2800" b="1" i="1">
                            <a:latin typeface="Cambria Math" panose="02040503050406030204" pitchFamily="18" charset="0"/>
                            <a:ea typeface="楷体_GB2312" pitchFamily="49" charset="-122"/>
                          </a:rPr>
                          <m:t>𝒊</m:t>
                        </m:r>
                      </m:sub>
                    </m:sSub>
                  </m:oMath>
                </a14:m>
                <a:r>
                  <a:rPr lang="zh-CN" altLang="en-US" b="1" dirty="0">
                    <a:latin typeface="楷体_GB2312" pitchFamily="49" charset="-122"/>
                    <a:ea typeface="楷体_GB2312" pitchFamily="49" charset="-122"/>
                  </a:rPr>
                  <a:t>，且</a:t>
                </a:r>
                <a14:m>
                  <m:oMath xmlns:m="http://schemas.openxmlformats.org/officeDocument/2006/math">
                    <m:nary>
                      <m:naryPr>
                        <m:chr m:val="∑"/>
                        <m:ctrlPr>
                          <a:rPr lang="zh-CN" altLang="en-US" b="1" i="1" smtClean="0">
                            <a:latin typeface="Cambria Math" panose="02040503050406030204" pitchFamily="18" charset="0"/>
                            <a:ea typeface="楷体_GB2312" pitchFamily="49" charset="-122"/>
                          </a:rPr>
                        </m:ctrlPr>
                      </m:naryPr>
                      <m:sub>
                        <m:r>
                          <m:rPr>
                            <m:brk m:alnAt="23"/>
                          </m:rPr>
                          <a:rPr lang="en-US" altLang="zh-CN" b="1" i="1" smtClean="0">
                            <a:latin typeface="Cambria Math" panose="02040503050406030204" pitchFamily="18" charset="0"/>
                            <a:ea typeface="楷体_GB2312" pitchFamily="49" charset="-122"/>
                          </a:rPr>
                          <m:t>𝒊</m:t>
                        </m:r>
                        <m:r>
                          <a:rPr lang="en-US" altLang="zh-CN" b="1" i="1" smtClean="0">
                            <a:latin typeface="Cambria Math" panose="02040503050406030204" pitchFamily="18" charset="0"/>
                            <a:ea typeface="楷体_GB2312" pitchFamily="49" charset="-122"/>
                          </a:rPr>
                          <m:t>=</m:t>
                        </m:r>
                        <m:r>
                          <a:rPr lang="en-US" altLang="zh-CN" b="1" i="1" smtClean="0">
                            <a:latin typeface="Cambria Math" panose="02040503050406030204" pitchFamily="18" charset="0"/>
                            <a:ea typeface="楷体_GB2312" pitchFamily="49" charset="-122"/>
                          </a:rPr>
                          <m:t>𝟏</m:t>
                        </m:r>
                      </m:sub>
                      <m:sup>
                        <m:r>
                          <a:rPr lang="en-US" altLang="zh-CN" b="1" i="1" smtClean="0">
                            <a:latin typeface="Cambria Math" panose="02040503050406030204" pitchFamily="18" charset="0"/>
                            <a:ea typeface="楷体_GB2312" pitchFamily="49" charset="-122"/>
                          </a:rPr>
                          <m:t>𝒏</m:t>
                        </m:r>
                      </m:sup>
                      <m:e>
                        <m:sSub>
                          <m:sSubPr>
                            <m:ctrlPr>
                              <a:rPr lang="en-US" altLang="zh-CN" b="1" i="1" smtClean="0">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𝒘</m:t>
                            </m:r>
                          </m:e>
                          <m:sub>
                            <m:r>
                              <a:rPr lang="en-US" altLang="zh-CN" b="1" i="1" smtClean="0">
                                <a:latin typeface="Cambria Math" panose="02040503050406030204" pitchFamily="18" charset="0"/>
                                <a:ea typeface="楷体_GB2312" pitchFamily="49" charset="-122"/>
                              </a:rPr>
                              <m:t>𝒊</m:t>
                            </m:r>
                          </m:sub>
                        </m:sSub>
                        <m:r>
                          <a:rPr lang="en-US" altLang="zh-CN" b="1" i="1" smtClean="0">
                            <a:latin typeface="Cambria Math" panose="02040503050406030204" pitchFamily="18" charset="0"/>
                            <a:ea typeface="Cambria Math" panose="02040503050406030204" pitchFamily="18" charset="0"/>
                          </a:rPr>
                          <m:t>≤</m:t>
                        </m:r>
                      </m:e>
                    </m:nary>
                    <m:sSub>
                      <m:sSubPr>
                        <m:ctrlPr>
                          <a:rPr lang="en-US" altLang="zh-CN" b="1" i="1">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𝒄</m:t>
                        </m:r>
                      </m:e>
                      <m:sub>
                        <m:r>
                          <a:rPr lang="en-US" altLang="zh-CN" b="1" i="1" smtClean="0">
                            <a:latin typeface="Cambria Math" panose="02040503050406030204" pitchFamily="18" charset="0"/>
                            <a:ea typeface="楷体_GB2312" pitchFamily="49" charset="-122"/>
                          </a:rPr>
                          <m:t>𝟏</m:t>
                        </m:r>
                      </m:sub>
                    </m:sSub>
                    <m:r>
                      <a:rPr lang="en-US" altLang="zh-CN" b="1" i="1" smtClean="0">
                        <a:latin typeface="Cambria Math" panose="02040503050406030204" pitchFamily="18" charset="0"/>
                        <a:ea typeface="楷体_GB2312" pitchFamily="49" charset="-122"/>
                      </a:rPr>
                      <m:t>+</m:t>
                    </m:r>
                    <m:sSub>
                      <m:sSubPr>
                        <m:ctrlPr>
                          <a:rPr lang="en-US" altLang="zh-CN" b="1" i="1">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𝒄</m:t>
                        </m:r>
                      </m:e>
                      <m:sub>
                        <m:r>
                          <a:rPr lang="en-US" altLang="zh-CN" b="1" i="1" smtClean="0">
                            <a:latin typeface="Cambria Math" panose="02040503050406030204" pitchFamily="18" charset="0"/>
                            <a:ea typeface="楷体_GB2312" pitchFamily="49" charset="-122"/>
                          </a:rPr>
                          <m:t>𝟐</m:t>
                        </m:r>
                      </m:sub>
                    </m:sSub>
                  </m:oMath>
                </a14:m>
                <a:r>
                  <a:rPr lang="zh-CN" altLang="en-US" b="1" dirty="0">
                    <a:latin typeface="楷体_GB2312" pitchFamily="49" charset="-122"/>
                    <a:ea typeface="楷体_GB2312" pitchFamily="49" charset="-122"/>
                  </a:rPr>
                  <a:t>。装载问题要求确定是否有一个合理的装载方案可将这些集装箱装上这</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艘轮船。如果</a:t>
                </a:r>
                <a:r>
                  <a:rPr lang="zh-CN" altLang="en-US" b="1" dirty="0" smtClean="0">
                    <a:latin typeface="楷体_GB2312" pitchFamily="49" charset="-122"/>
                    <a:ea typeface="楷体_GB2312" pitchFamily="49" charset="-122"/>
                  </a:rPr>
                  <a:t>有</a:t>
                </a:r>
                <a:r>
                  <a:rPr lang="en-US" altLang="zh-CN" b="1" dirty="0" smtClean="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找出</a:t>
                </a:r>
                <a:r>
                  <a:rPr lang="zh-CN" altLang="en-US" b="1" dirty="0">
                    <a:latin typeface="楷体_GB2312" pitchFamily="49" charset="-122"/>
                    <a:ea typeface="楷体_GB2312" pitchFamily="49" charset="-122"/>
                  </a:rPr>
                  <a:t>一种装载方案</a:t>
                </a:r>
                <a:r>
                  <a:rPr lang="zh-CN" altLang="en-US"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endParaRPr lang="en-US" altLang="zh-CN" dirty="0">
                  <a:ea typeface="楷体_GB2312" pitchFamily="49" charset="-122"/>
                </a:endParaRPr>
              </a:p>
              <a:p>
                <a:r>
                  <a:rPr lang="zh-CN" altLang="en-US" b="1" dirty="0" smtClean="0">
                    <a:ea typeface="楷体_GB2312" pitchFamily="49" charset="-122"/>
                  </a:rPr>
                  <a:t>基本思路：</a:t>
                </a:r>
                <a:endParaRPr lang="en-US" altLang="zh-CN" b="1" dirty="0" smtClean="0">
                  <a:ea typeface="楷体_GB2312" pitchFamily="49" charset="-122"/>
                </a:endParaRPr>
              </a:p>
              <a:p>
                <a:pPr lvl="1"/>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首先将第一艘轮船尽可能装满，即使</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𝒄</m:t>
                        </m:r>
                      </m:e>
                      <m:sub>
                        <m:r>
                          <a:rPr lang="en-US" altLang="zh-CN" b="1" i="1">
                            <a:latin typeface="Cambria Math" panose="02040503050406030204" pitchFamily="18" charset="0"/>
                            <a:ea typeface="楷体_GB2312" pitchFamily="49" charset="-122"/>
                          </a:rPr>
                          <m:t>𝟏</m:t>
                        </m:r>
                      </m:sub>
                    </m:sSub>
                  </m:oMath>
                </a14:m>
                <a:r>
                  <a:rPr lang="en-US" altLang="zh-CN" b="1" dirty="0">
                    <a:latin typeface="楷体_GB2312" pitchFamily="49" charset="-122"/>
                    <a:ea typeface="楷体_GB2312" pitchFamily="49" charset="-122"/>
                  </a:rPr>
                  <a:t>-</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smtClean="0">
                            <a:latin typeface="Cambria Math" panose="02040503050406030204" pitchFamily="18" charset="0"/>
                            <a:ea typeface="楷体_GB2312" pitchFamily="49" charset="-122"/>
                          </a:rPr>
                          <m:t>𝑾</m:t>
                        </m:r>
                      </m:e>
                      <m:sub>
                        <m:r>
                          <a:rPr lang="en-US" altLang="zh-CN" b="1" i="1">
                            <a:latin typeface="Cambria Math" panose="02040503050406030204" pitchFamily="18" charset="0"/>
                            <a:ea typeface="楷体_GB2312" pitchFamily="49" charset="-122"/>
                          </a:rPr>
                          <m:t>𝒊</m:t>
                        </m:r>
                      </m:sub>
                    </m:sSub>
                  </m:oMath>
                </a14:m>
                <a:r>
                  <a:rPr lang="zh-CN" altLang="en-US" b="1" dirty="0">
                    <a:latin typeface="楷体_GB2312" pitchFamily="49" charset="-122"/>
                    <a:ea typeface="楷体_GB2312" pitchFamily="49" charset="-122"/>
                  </a:rPr>
                  <a:t>最小</a:t>
                </a:r>
                <a:r>
                  <a:rPr lang="zh-CN" altLang="en-US" b="1" dirty="0" smtClean="0">
                    <a:latin typeface="楷体_GB2312" pitchFamily="49" charset="-122"/>
                    <a:ea typeface="楷体_GB2312" pitchFamily="49" charset="-122"/>
                  </a:rPr>
                  <a:t>（</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𝑾</m:t>
                        </m:r>
                      </m:e>
                      <m:sub>
                        <m:r>
                          <a:rPr lang="en-US" altLang="zh-CN" b="1" i="1">
                            <a:latin typeface="Cambria Math" panose="02040503050406030204" pitchFamily="18" charset="0"/>
                            <a:ea typeface="楷体_GB2312" pitchFamily="49" charset="-122"/>
                          </a:rPr>
                          <m:t>𝒊</m:t>
                        </m:r>
                      </m:sub>
                    </m:sSub>
                  </m:oMath>
                </a14:m>
                <a:r>
                  <a:rPr lang="zh-CN" altLang="en-US" b="1" dirty="0" smtClean="0">
                    <a:latin typeface="楷体_GB2312" pitchFamily="49" charset="-122"/>
                    <a:ea typeface="楷体_GB2312" pitchFamily="49" charset="-122"/>
                  </a:rPr>
                  <a:t>是</a:t>
                </a:r>
                <a:r>
                  <a:rPr lang="zh-CN" altLang="en-US" b="1" dirty="0">
                    <a:latin typeface="楷体_GB2312" pitchFamily="49" charset="-122"/>
                    <a:ea typeface="楷体_GB2312" pitchFamily="49" charset="-122"/>
                  </a:rPr>
                  <a:t>第一艘船已装总重量）。解为</a:t>
                </a:r>
                <a:r>
                  <a:rPr lang="en-US" altLang="zh-CN" b="1" dirty="0">
                    <a:latin typeface="楷体_GB2312" pitchFamily="49" charset="-122"/>
                    <a:ea typeface="楷体_GB2312" pitchFamily="49" charset="-122"/>
                  </a:rPr>
                  <a:t>n</a:t>
                </a:r>
                <a:r>
                  <a:rPr lang="zh-CN" altLang="en-US" b="1" dirty="0">
                    <a:latin typeface="楷体_GB2312" pitchFamily="49" charset="-122"/>
                    <a:ea typeface="楷体_GB2312" pitchFamily="49" charset="-122"/>
                  </a:rPr>
                  <a:t>维</a:t>
                </a:r>
                <a:r>
                  <a:rPr lang="en-US" altLang="zh-CN" b="1" dirty="0">
                    <a:latin typeface="楷体_GB2312" pitchFamily="49" charset="-122"/>
                    <a:ea typeface="楷体_GB2312" pitchFamily="49" charset="-122"/>
                  </a:rPr>
                  <a:t>0-1</a:t>
                </a:r>
                <a:r>
                  <a:rPr lang="zh-CN" altLang="en-US" b="1" dirty="0">
                    <a:latin typeface="楷体_GB2312" pitchFamily="49" charset="-122"/>
                    <a:ea typeface="楷体_GB2312" pitchFamily="49" charset="-122"/>
                  </a:rPr>
                  <a:t>向量</a:t>
                </a:r>
                <a:r>
                  <a:rPr lang="en-US" altLang="zh-CN" b="1" dirty="0">
                    <a:latin typeface="楷体_GB2312" pitchFamily="49" charset="-122"/>
                    <a:ea typeface="楷体_GB2312" pitchFamily="49" charset="-122"/>
                  </a:rPr>
                  <a:t>&lt;</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𝒙</m:t>
                        </m:r>
                      </m:e>
                      <m:sub>
                        <m:r>
                          <a:rPr lang="en-US" altLang="zh-CN" b="1" i="1">
                            <a:latin typeface="Cambria Math" panose="02040503050406030204" pitchFamily="18" charset="0"/>
                            <a:ea typeface="楷体_GB2312" pitchFamily="49" charset="-122"/>
                          </a:rPr>
                          <m:t>𝟏</m:t>
                        </m:r>
                      </m:sub>
                    </m:sSub>
                    <m:r>
                      <a:rPr lang="en-US" altLang="zh-CN" b="1">
                        <a:latin typeface="Cambria Math" panose="02040503050406030204" pitchFamily="18" charset="0"/>
                        <a:ea typeface="楷体_GB2312" pitchFamily="49" charset="-122"/>
                      </a:rPr>
                      <m:t>,</m:t>
                    </m:r>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𝒙</m:t>
                        </m:r>
                      </m:e>
                      <m:sub>
                        <m:r>
                          <a:rPr lang="en-US" altLang="zh-CN" b="1" i="1">
                            <a:latin typeface="Cambria Math" panose="02040503050406030204" pitchFamily="18" charset="0"/>
                            <a:ea typeface="楷体_GB2312" pitchFamily="49" charset="-122"/>
                          </a:rPr>
                          <m:t>𝟐</m:t>
                        </m:r>
                      </m:sub>
                    </m:sSub>
                    <m:r>
                      <a:rPr lang="en-US" altLang="zh-CN" b="1">
                        <a:latin typeface="Cambria Math" panose="02040503050406030204" pitchFamily="18" charset="0"/>
                        <a:ea typeface="楷体_GB2312" pitchFamily="49" charset="-122"/>
                      </a:rPr>
                      <m:t>,…,</m:t>
                    </m:r>
                  </m:oMath>
                </a14:m>
                <a:r>
                  <a:rPr lang="en-US" altLang="zh-CN" b="1" dirty="0">
                    <a:ea typeface="楷体_GB2312" pitchFamily="49" charset="-122"/>
                  </a:rPr>
                  <a:t> </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𝒙</m:t>
                        </m:r>
                      </m:e>
                      <m:sub>
                        <m:r>
                          <a:rPr lang="en-US" altLang="zh-CN" b="1" i="1">
                            <a:latin typeface="Cambria Math" panose="02040503050406030204" pitchFamily="18" charset="0"/>
                            <a:ea typeface="楷体_GB2312" pitchFamily="49" charset="-122"/>
                          </a:rPr>
                          <m:t>𝒏</m:t>
                        </m:r>
                      </m:sub>
                    </m:sSub>
                  </m:oMath>
                </a14:m>
                <a:r>
                  <a:rPr lang="en-US" altLang="zh-CN" b="1" dirty="0">
                    <a:latin typeface="楷体_GB2312" pitchFamily="49" charset="-122"/>
                    <a:ea typeface="楷体_GB2312" pitchFamily="49" charset="-122"/>
                  </a:rPr>
                  <a:t>&gt;</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pPr lvl="1"/>
                <a:r>
                  <a:rPr lang="en-US" altLang="zh-CN" b="1" dirty="0" smtClean="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将剩余的集装箱装上第二艘轮船</a:t>
                </a:r>
                <a:r>
                  <a:rPr lang="zh-CN" altLang="en-US" b="1" dirty="0" smtClean="0">
                    <a:latin typeface="楷体_GB2312" pitchFamily="49" charset="-122"/>
                    <a:ea typeface="楷体_GB2312" pitchFamily="49" charset="-122"/>
                  </a:rPr>
                  <a:t>。</a:t>
                </a:r>
                <a14:m>
                  <m:oMath xmlns:m="http://schemas.openxmlformats.org/officeDocument/2006/math">
                    <m:nary>
                      <m:naryPr>
                        <m:chr m:val="∑"/>
                        <m:ctrlPr>
                          <a:rPr lang="zh-CN" altLang="en-US" b="1" i="1">
                            <a:latin typeface="Cambria Math" panose="02040503050406030204" pitchFamily="18" charset="0"/>
                            <a:ea typeface="楷体_GB2312" pitchFamily="49" charset="-122"/>
                          </a:rPr>
                        </m:ctrlPr>
                      </m:naryPr>
                      <m:sub>
                        <m:r>
                          <m:rPr>
                            <m:brk m:alnAt="23"/>
                          </m:rPr>
                          <a:rPr lang="en-US" altLang="zh-CN" b="1" i="1">
                            <a:latin typeface="Cambria Math" panose="02040503050406030204" pitchFamily="18" charset="0"/>
                            <a:ea typeface="楷体_GB2312" pitchFamily="49" charset="-122"/>
                          </a:rPr>
                          <m:t>𝒊</m:t>
                        </m:r>
                        <m:r>
                          <a:rPr lang="en-US" altLang="zh-CN" b="1" i="1">
                            <a:latin typeface="Cambria Math" panose="02040503050406030204" pitchFamily="18" charset="0"/>
                            <a:ea typeface="楷体_GB2312" pitchFamily="49" charset="-122"/>
                          </a:rPr>
                          <m:t>=</m:t>
                        </m:r>
                        <m:r>
                          <a:rPr lang="en-US" altLang="zh-CN" b="1" i="1">
                            <a:latin typeface="Cambria Math" panose="02040503050406030204" pitchFamily="18" charset="0"/>
                            <a:ea typeface="楷体_GB2312" pitchFamily="49" charset="-122"/>
                          </a:rPr>
                          <m:t>𝟏</m:t>
                        </m:r>
                      </m:sub>
                      <m:sup>
                        <m:r>
                          <a:rPr lang="en-US" altLang="zh-CN" b="1" i="1">
                            <a:latin typeface="Cambria Math" panose="02040503050406030204" pitchFamily="18" charset="0"/>
                            <a:ea typeface="楷体_GB2312" pitchFamily="49" charset="-122"/>
                          </a:rPr>
                          <m:t>𝒏</m:t>
                        </m:r>
                      </m:sup>
                      <m:e>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𝒘</m:t>
                            </m:r>
                          </m:e>
                          <m:sub>
                            <m:r>
                              <a:rPr lang="en-US" altLang="zh-CN" b="1" i="1">
                                <a:latin typeface="Cambria Math" panose="02040503050406030204" pitchFamily="18" charset="0"/>
                                <a:ea typeface="楷体_GB2312" pitchFamily="49" charset="-122"/>
                              </a:rPr>
                              <m:t>𝒊</m:t>
                            </m:r>
                          </m:sub>
                        </m:sSub>
                        <m:r>
                          <a:rPr lang="en-US" altLang="zh-CN" b="1" i="1" smtClean="0">
                            <a:latin typeface="Cambria Math" panose="02040503050406030204" pitchFamily="18" charset="0"/>
                            <a:ea typeface="楷体_GB2312" pitchFamily="49" charset="-122"/>
                          </a:rPr>
                          <m:t>−</m:t>
                        </m:r>
                      </m:e>
                    </m:nary>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𝑾</m:t>
                        </m:r>
                      </m:e>
                      <m:sub>
                        <m:r>
                          <a:rPr lang="en-US" altLang="zh-CN" b="1" i="1">
                            <a:latin typeface="Cambria Math" panose="02040503050406030204" pitchFamily="18" charset="0"/>
                            <a:ea typeface="楷体_GB2312" pitchFamily="49" charset="-122"/>
                          </a:rPr>
                          <m:t>𝒊</m:t>
                        </m:r>
                      </m:sub>
                    </m:sSub>
                  </m:oMath>
                </a14:m>
                <a:r>
                  <a:rPr lang="en-US" altLang="zh-CN" b="1" dirty="0" smtClean="0">
                    <a:latin typeface="楷体_GB2312" pitchFamily="49" charset="-122"/>
                    <a:ea typeface="楷体_GB2312" pitchFamily="49" charset="-122"/>
                  </a:rPr>
                  <a:t>&lt;=</a:t>
                </a:r>
                <a14:m>
                  <m:oMath xmlns:m="http://schemas.openxmlformats.org/officeDocument/2006/math">
                    <m:sSub>
                      <m:sSubPr>
                        <m:ctrlPr>
                          <a:rPr lang="en-US" altLang="zh-CN" b="1" i="1">
                            <a:latin typeface="Cambria Math" panose="02040503050406030204" pitchFamily="18" charset="0"/>
                            <a:ea typeface="楷体_GB2312" pitchFamily="49" charset="-122"/>
                          </a:rPr>
                        </m:ctrlPr>
                      </m:sSubPr>
                      <m:e>
                        <m:r>
                          <a:rPr lang="en-US" altLang="zh-CN" b="1" i="1">
                            <a:latin typeface="Cambria Math" panose="02040503050406030204" pitchFamily="18" charset="0"/>
                            <a:ea typeface="楷体_GB2312" pitchFamily="49" charset="-122"/>
                          </a:rPr>
                          <m:t>𝒄</m:t>
                        </m:r>
                      </m:e>
                      <m:sub>
                        <m:r>
                          <a:rPr lang="en-US" altLang="zh-CN" b="1" i="1">
                            <a:latin typeface="Cambria Math" panose="02040503050406030204" pitchFamily="18" charset="0"/>
                            <a:ea typeface="楷体_GB2312" pitchFamily="49" charset="-122"/>
                          </a:rPr>
                          <m:t>𝟐</m:t>
                        </m:r>
                      </m:sub>
                    </m:sSub>
                  </m:oMath>
                </a14:m>
                <a:r>
                  <a:rPr lang="en-US" altLang="zh-CN" sz="1600"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则找到合理方案，否则找不到合理方案</a:t>
                </a:r>
                <a:endParaRPr lang="zh-CN" altLang="en-US" b="1"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410" r="-3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88820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24</a:t>
            </a:fld>
            <a:endParaRPr lang="zh-CN" altLang="en-US" dirty="0"/>
          </a:p>
        </p:txBody>
      </p:sp>
      <p:sp>
        <p:nvSpPr>
          <p:cNvPr id="3" name="标题 2"/>
          <p:cNvSpPr>
            <a:spLocks noGrp="1"/>
          </p:cNvSpPr>
          <p:nvPr>
            <p:ph type="ctrTitle"/>
          </p:nvPr>
        </p:nvSpPr>
        <p:spPr/>
        <p:txBody>
          <a:bodyPr/>
          <a:lstStyle/>
          <a:p>
            <a:r>
              <a:rPr lang="zh-CN" altLang="en-US" dirty="0"/>
              <a:t>三</a:t>
            </a:r>
            <a:r>
              <a:rPr lang="zh-CN" altLang="en-US" dirty="0" smtClean="0"/>
              <a:t>、</a:t>
            </a:r>
            <a:r>
              <a:rPr lang="zh-CN" altLang="en-US" dirty="0"/>
              <a:t>装载问题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119336" y="1078163"/>
                <a:ext cx="11089232" cy="4752975"/>
              </a:xfrm>
            </p:spPr>
            <p:txBody>
              <a:bodyPr/>
              <a:lstStyle/>
              <a:p>
                <a:r>
                  <a:rPr lang="zh-CN" altLang="en-US" b="1" dirty="0" smtClean="0"/>
                  <a:t>实例：</a:t>
                </a:r>
                <a:endParaRPr lang="en-US" altLang="zh-CN" b="1" dirty="0" smtClean="0"/>
              </a:p>
              <a:p>
                <a:pPr lvl="1"/>
                <a:endParaRPr lang="en-US" altLang="zh-CN" dirty="0" smtClean="0"/>
              </a:p>
              <a:p>
                <a:pPr lvl="1"/>
                <a:r>
                  <a:rPr lang="zh-CN" altLang="en-US" b="1" dirty="0" smtClean="0"/>
                  <a:t>回溯算法</a:t>
                </a:r>
                <a:endParaRPr lang="en-US" altLang="zh-CN" b="1" dirty="0" smtClean="0"/>
              </a:p>
              <a:p>
                <a:pPr lvl="2"/>
                <a:r>
                  <a:rPr lang="zh-CN" altLang="en-US" sz="2200" b="1" dirty="0" smtClean="0">
                    <a:latin typeface="Times New Roman" panose="02020603050405020304" pitchFamily="18" charset="0"/>
                    <a:cs typeface="Times New Roman" panose="02020603050405020304" pitchFamily="18" charset="0"/>
                  </a:rPr>
                  <a:t>定义</a:t>
                </a:r>
                <a:r>
                  <a:rPr lang="en-US" altLang="zh-CN" sz="2200" b="1" dirty="0" smtClean="0">
                    <a:latin typeface="Times New Roman" panose="02020603050405020304" pitchFamily="18" charset="0"/>
                    <a:cs typeface="Times New Roman" panose="02020603050405020304" pitchFamily="18" charset="0"/>
                  </a:rPr>
                  <a:t>0-1</a:t>
                </a:r>
                <a:r>
                  <a:rPr lang="zh-CN" altLang="en-US" sz="2200" b="1" dirty="0" smtClean="0">
                    <a:latin typeface="Times New Roman" panose="02020603050405020304" pitchFamily="18" charset="0"/>
                    <a:cs typeface="Times New Roman" panose="02020603050405020304" pitchFamily="18" charset="0"/>
                  </a:rPr>
                  <a:t>解</a:t>
                </a:r>
                <a:r>
                  <a:rPr lang="zh-CN" altLang="en-US" sz="2200" b="1" dirty="0">
                    <a:latin typeface="Times New Roman" panose="02020603050405020304" pitchFamily="18" charset="0"/>
                    <a:cs typeface="Times New Roman" panose="02020603050405020304" pitchFamily="18" charset="0"/>
                  </a:rPr>
                  <a:t>向量：</a:t>
                </a:r>
                <a:r>
                  <a:rPr lang="en-US" altLang="zh-CN" sz="2200" b="1" dirty="0">
                    <a:latin typeface="Times New Roman" panose="02020603050405020304" pitchFamily="18" charset="0"/>
                    <a:cs typeface="Times New Roman" panose="02020603050405020304" pitchFamily="18" charset="0"/>
                  </a:rPr>
                  <a:t> X=</a:t>
                </a:r>
                <a:r>
                  <a:rPr lang="en-US" altLang="zh-CN" sz="2200" b="1" dirty="0">
                    <a:latin typeface="Times New Roman" panose="02020603050405020304" pitchFamily="18" charset="0"/>
                    <a:ea typeface="楷体_GB2312" pitchFamily="49" charset="-122"/>
                    <a:cs typeface="Times New Roman" panose="02020603050405020304" pitchFamily="18" charset="0"/>
                  </a:rPr>
                  <a:t>&lt;</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𝟏</m:t>
                        </m:r>
                      </m:sub>
                    </m:sSub>
                    <m:r>
                      <a:rPr lang="en-US" altLang="zh-CN" sz="2200" b="1">
                        <a:latin typeface="Cambria Math" panose="02040503050406030204" pitchFamily="18" charset="0"/>
                        <a:ea typeface="楷体_GB2312" pitchFamily="49" charset="-122"/>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𝟐</m:t>
                        </m:r>
                      </m:sub>
                    </m:sSub>
                    <m:r>
                      <a:rPr lang="en-US" altLang="zh-CN" sz="2200" b="1">
                        <a:latin typeface="Cambria Math" panose="02040503050406030204" pitchFamily="18" charset="0"/>
                        <a:ea typeface="楷体_GB2312" pitchFamily="49" charset="-122"/>
                      </a:rPr>
                      <m:t>,</m:t>
                    </m:r>
                  </m:oMath>
                </a14:m>
                <a:r>
                  <a:rPr lang="en-US" altLang="zh-CN" sz="2200" b="1"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𝟑</m:t>
                        </m:r>
                      </m:sub>
                    </m:sSub>
                    <m:r>
                      <a:rPr lang="en-US" altLang="zh-CN" sz="2200" b="1">
                        <a:latin typeface="Cambria Math" panose="02040503050406030204" pitchFamily="18" charset="0"/>
                        <a:ea typeface="楷体_GB2312" pitchFamily="49" charset="-122"/>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𝟒</m:t>
                        </m:r>
                      </m:sub>
                    </m:sSub>
                    <m:r>
                      <a:rPr lang="en-US" altLang="zh-CN" sz="2200" b="1">
                        <a:latin typeface="Cambria Math" panose="02040503050406030204" pitchFamily="18" charset="0"/>
                        <a:ea typeface="楷体_GB2312" pitchFamily="49" charset="-122"/>
                      </a:rPr>
                      <m:t>,</m:t>
                    </m:r>
                  </m:oMath>
                </a14:m>
                <a:r>
                  <a:rPr lang="en-US" altLang="zh-CN" sz="2200" b="1"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𝟓</m:t>
                        </m:r>
                      </m:sub>
                    </m:sSub>
                    <m:r>
                      <a:rPr lang="en-US" altLang="zh-CN" sz="2200" b="1">
                        <a:latin typeface="Cambria Math" panose="02040503050406030204" pitchFamily="18" charset="0"/>
                        <a:ea typeface="楷体_GB2312" pitchFamily="49" charset="-122"/>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𝟔</m:t>
                        </m:r>
                      </m:sub>
                    </m:sSub>
                    <m:r>
                      <a:rPr lang="en-US" altLang="zh-CN" sz="2200" b="1">
                        <a:latin typeface="Cambria Math" panose="02040503050406030204" pitchFamily="18" charset="0"/>
                        <a:ea typeface="楷体_GB2312" pitchFamily="49" charset="-122"/>
                      </a:rPr>
                      <m:t>,</m:t>
                    </m:r>
                  </m:oMath>
                </a14:m>
                <a:r>
                  <a:rPr lang="en-US" altLang="zh-CN" sz="2200" b="1"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𝟕</m:t>
                        </m:r>
                      </m:sub>
                    </m:sSub>
                  </m:oMath>
                </a14:m>
                <a:r>
                  <a:rPr lang="en-US" altLang="zh-CN" sz="2200" b="1" dirty="0" smtClean="0">
                    <a:latin typeface="Times New Roman" panose="02020603050405020304" pitchFamily="18" charset="0"/>
                    <a:ea typeface="楷体_GB2312" pitchFamily="49" charset="-122"/>
                    <a:cs typeface="Times New Roman" panose="02020603050405020304" pitchFamily="18" charset="0"/>
                  </a:rPr>
                  <a:t>&gt;</a:t>
                </a:r>
                <a:endParaRPr lang="en-US" altLang="zh-CN" sz="2200" b="1" dirty="0">
                  <a:latin typeface="Times New Roman" panose="02020603050405020304" pitchFamily="18" charset="0"/>
                  <a:ea typeface="楷体_GB2312" pitchFamily="49" charset="-122"/>
                  <a:cs typeface="Times New Roman" panose="02020603050405020304" pitchFamily="18" charset="0"/>
                </a:endParaRP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𝒊</m:t>
                        </m:r>
                      </m:sub>
                    </m:sSub>
                  </m:oMath>
                </a14:m>
                <a:r>
                  <a:rPr lang="en-US" altLang="zh-CN" sz="2200" b="1" dirty="0">
                    <a:latin typeface="Times New Roman" panose="02020603050405020304" pitchFamily="18" charset="0"/>
                    <a:cs typeface="Times New Roman" panose="02020603050405020304" pitchFamily="18" charset="0"/>
                  </a:rPr>
                  <a:t>=0,</a:t>
                </a:r>
                <a:r>
                  <a:rPr lang="zh-CN" altLang="en-US" sz="2200" b="1" dirty="0">
                    <a:latin typeface="Times New Roman" panose="02020603050405020304" pitchFamily="18" charset="0"/>
                    <a:cs typeface="Times New Roman" panose="02020603050405020304" pitchFamily="18" charset="0"/>
                  </a:rPr>
                  <a:t>不选物品</a:t>
                </a:r>
                <a:r>
                  <a:rPr lang="en-US" altLang="zh-CN" sz="2200" b="1" dirty="0" err="1">
                    <a:latin typeface="Times New Roman" panose="02020603050405020304" pitchFamily="18" charset="0"/>
                    <a:cs typeface="Times New Roman" panose="02020603050405020304" pitchFamily="18" charset="0"/>
                  </a:rPr>
                  <a:t>i</a:t>
                </a:r>
                <a:r>
                  <a:rPr lang="en-US" altLang="zh-CN" sz="2200" b="1" dirty="0">
                    <a:ea typeface="楷体_GB2312" pitchFamily="49" charset="-122"/>
                  </a:rPr>
                  <a:t> </a:t>
                </a:r>
                <a:endParaRPr lang="en-US" altLang="zh-CN" sz="2200" b="1" i="1" dirty="0">
                  <a:latin typeface="Cambria Math" panose="02040503050406030204" pitchFamily="18" charset="0"/>
                  <a:ea typeface="楷体_GB2312" pitchFamily="49" charset="-122"/>
                </a:endParaRP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𝒊</m:t>
                        </m:r>
                      </m:sub>
                    </m:sSub>
                  </m:oMath>
                </a14:m>
                <a:r>
                  <a:rPr lang="en-US" altLang="zh-CN" sz="2200" b="1" dirty="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选物品</a:t>
                </a:r>
                <a:r>
                  <a:rPr lang="en-US" altLang="zh-CN" sz="2200" b="1" dirty="0" err="1">
                    <a:latin typeface="Times New Roman" panose="02020603050405020304" pitchFamily="18" charset="0"/>
                    <a:cs typeface="Times New Roman" panose="02020603050405020304" pitchFamily="18" charset="0"/>
                  </a:rPr>
                  <a:t>i</a:t>
                </a:r>
                <a:endParaRPr lang="en-US" altLang="zh-CN" sz="2200" b="1" dirty="0">
                  <a:latin typeface="Times New Roman" panose="02020603050405020304" pitchFamily="18" charset="0"/>
                  <a:cs typeface="Times New Roman" panose="02020603050405020304" pitchFamily="18" charset="0"/>
                </a:endParaRPr>
              </a:p>
              <a:p>
                <a:pPr marL="1371600" lvl="3" indent="0">
                  <a:buNone/>
                </a:pPr>
                <a:endParaRPr lang="en-US" altLang="zh-CN" sz="2200" b="1" dirty="0">
                  <a:latin typeface="Times New Roman" panose="02020603050405020304" pitchFamily="18" charset="0"/>
                  <a:cs typeface="Times New Roman" panose="02020603050405020304" pitchFamily="18" charset="0"/>
                </a:endParaRPr>
              </a:p>
              <a:p>
                <a:pPr lvl="2"/>
                <a:r>
                  <a:rPr lang="zh-CN" altLang="en-US" sz="2200" b="1" dirty="0">
                    <a:latin typeface="Times New Roman" panose="02020603050405020304" pitchFamily="18" charset="0"/>
                    <a:cs typeface="Times New Roman" panose="02020603050405020304" pitchFamily="18" charset="0"/>
                  </a:rPr>
                  <a:t>搜索解空间树</a:t>
                </a:r>
                <a:endParaRPr lang="en-US" altLang="zh-CN" sz="2200" b="1" dirty="0">
                  <a:latin typeface="Times New Roman" panose="02020603050405020304" pitchFamily="18" charset="0"/>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lvl="2"/>
                <a:r>
                  <a:rPr lang="zh-CN" altLang="en-US" sz="2200" b="1" dirty="0" smtClean="0">
                    <a:latin typeface="Times New Roman" panose="02020603050405020304" pitchFamily="18" charset="0"/>
                    <a:cs typeface="Times New Roman" panose="02020603050405020304" pitchFamily="18" charset="0"/>
                  </a:rPr>
                  <a:t>最优解</a:t>
                </a:r>
                <a:r>
                  <a:rPr lang="en-US" altLang="zh-CN" sz="2200" b="1" dirty="0" smtClean="0">
                    <a:latin typeface="Times New Roman" panose="02020603050405020304" pitchFamily="18" charset="0"/>
                    <a:cs typeface="Times New Roman" panose="02020603050405020304" pitchFamily="18" charset="0"/>
                  </a:rPr>
                  <a:t>&lt;1,0,1,0,0,1,1&gt;(</a:t>
                </a:r>
                <a:r>
                  <a:rPr lang="zh-CN" altLang="en-US" sz="2200" b="1" dirty="0">
                    <a:latin typeface="Times New Roman" panose="02020603050405020304" pitchFamily="18" charset="0"/>
                    <a:cs typeface="Times New Roman" panose="02020603050405020304" pitchFamily="18" charset="0"/>
                  </a:rPr>
                  <a:t>叶子节点路径</a:t>
                </a:r>
                <a:r>
                  <a:rPr lang="en-US" altLang="zh-CN" sz="2200" b="1" dirty="0" smtClean="0">
                    <a:latin typeface="Times New Roman" panose="02020603050405020304" pitchFamily="18" charset="0"/>
                    <a:cs typeface="Times New Roman" panose="02020603050405020304" pitchFamily="18" charset="0"/>
                  </a:rPr>
                  <a:t>)</a:t>
                </a:r>
              </a:p>
              <a:p>
                <a:pPr lvl="3"/>
                <a:r>
                  <a:rPr lang="zh-CN" altLang="en-US" sz="2200" b="1" dirty="0" smtClean="0">
                    <a:latin typeface="Times New Roman" panose="02020603050405020304" pitchFamily="18" charset="0"/>
                    <a:cs typeface="Times New Roman" panose="02020603050405020304" pitchFamily="18" charset="0"/>
                  </a:rPr>
                  <a:t>船</a:t>
                </a:r>
                <a:r>
                  <a:rPr lang="en-US" altLang="zh-CN" sz="2200" b="1" dirty="0" smtClean="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a:t>
                </a:r>
                <a:r>
                  <a:rPr lang="en-US" altLang="zh-CN" sz="2200" b="1" dirty="0" smtClean="0">
                    <a:latin typeface="Times New Roman" panose="02020603050405020304" pitchFamily="18" charset="0"/>
                    <a:cs typeface="Times New Roman" panose="02020603050405020304" pitchFamily="18" charset="0"/>
                  </a:rPr>
                  <a:t>1,3,6,7</a:t>
                </a:r>
                <a:r>
                  <a:rPr lang="zh-CN" altLang="en-US" sz="2200" b="1" dirty="0" smtClean="0">
                    <a:latin typeface="Times New Roman" panose="02020603050405020304" pitchFamily="18" charset="0"/>
                    <a:cs typeface="Times New Roman" panose="02020603050405020304" pitchFamily="18" charset="0"/>
                  </a:rPr>
                  <a:t>，总重</a:t>
                </a:r>
                <a:r>
                  <a:rPr lang="en-US" altLang="zh-CN" sz="2200" b="1" dirty="0" smtClean="0">
                    <a:latin typeface="Times New Roman" panose="02020603050405020304" pitchFamily="18" charset="0"/>
                    <a:cs typeface="Times New Roman" panose="02020603050405020304" pitchFamily="18" charset="0"/>
                  </a:rPr>
                  <a:t>152</a:t>
                </a:r>
                <a:r>
                  <a:rPr lang="zh-CN" altLang="en-US" sz="2200" b="1" dirty="0" smtClean="0">
                    <a:latin typeface="Times New Roman" panose="02020603050405020304" pitchFamily="18" charset="0"/>
                    <a:cs typeface="Times New Roman" panose="02020603050405020304" pitchFamily="18" charset="0"/>
                  </a:rPr>
                  <a:t>，剩余总重 </a:t>
                </a:r>
                <a:r>
                  <a:rPr lang="en-US" altLang="zh-CN" sz="2200" b="1" dirty="0" smtClean="0">
                    <a:latin typeface="Times New Roman" panose="02020603050405020304" pitchFamily="18" charset="0"/>
                    <a:cs typeface="Times New Roman" panose="02020603050405020304" pitchFamily="18" charset="0"/>
                  </a:rPr>
                  <a:t>130=&lt;C2</a:t>
                </a:r>
              </a:p>
              <a:p>
                <a:pPr lvl="3"/>
                <a:r>
                  <a:rPr lang="zh-CN" altLang="en-US" sz="2200" b="1" dirty="0" smtClean="0">
                    <a:latin typeface="Times New Roman" panose="02020603050405020304" pitchFamily="18" charset="0"/>
                    <a:cs typeface="Times New Roman" panose="02020603050405020304" pitchFamily="18" charset="0"/>
                  </a:rPr>
                  <a:t>船</a:t>
                </a:r>
                <a:r>
                  <a:rPr lang="en-US" altLang="zh-CN" sz="2200" b="1" dirty="0" smtClean="0">
                    <a:latin typeface="Times New Roman" panose="02020603050405020304" pitchFamily="18" charset="0"/>
                    <a:cs typeface="Times New Roman" panose="02020603050405020304" pitchFamily="18" charset="0"/>
                  </a:rPr>
                  <a:t>2</a:t>
                </a:r>
                <a:r>
                  <a:rPr lang="zh-CN" altLang="en-US" sz="2200" b="1" dirty="0" smtClean="0">
                    <a:latin typeface="Times New Roman" panose="02020603050405020304" pitchFamily="18" charset="0"/>
                    <a:cs typeface="Times New Roman" panose="02020603050405020304" pitchFamily="18" charset="0"/>
                  </a:rPr>
                  <a:t>：</a:t>
                </a:r>
                <a:r>
                  <a:rPr lang="en-US" altLang="zh-CN" sz="2200" b="1" dirty="0" smtClean="0">
                    <a:latin typeface="Times New Roman" panose="02020603050405020304" pitchFamily="18" charset="0"/>
                    <a:cs typeface="Times New Roman" panose="02020603050405020304" pitchFamily="18" charset="0"/>
                  </a:rPr>
                  <a:t>2,4,5, </a:t>
                </a:r>
                <a:r>
                  <a:rPr lang="zh-CN" altLang="en-US" sz="2200" b="1" dirty="0" smtClean="0">
                    <a:latin typeface="Times New Roman" panose="02020603050405020304" pitchFamily="18" charset="0"/>
                    <a:cs typeface="Times New Roman" panose="02020603050405020304" pitchFamily="18" charset="0"/>
                  </a:rPr>
                  <a:t>总重</a:t>
                </a:r>
                <a:r>
                  <a:rPr lang="en-US" altLang="zh-CN" sz="2200" b="1" dirty="0" smtClean="0">
                    <a:latin typeface="Times New Roman" panose="02020603050405020304" pitchFamily="18" charset="0"/>
                    <a:cs typeface="Times New Roman" panose="02020603050405020304" pitchFamily="18" charset="0"/>
                  </a:rPr>
                  <a:t>130</a:t>
                </a:r>
                <a:endParaRPr lang="en-US" altLang="zh-CN" sz="2200" b="1" dirty="0">
                  <a:latin typeface="Times New Roman" panose="02020603050405020304" pitchFamily="18" charset="0"/>
                  <a:cs typeface="Times New Roman" panose="02020603050405020304" pitchFamily="18" charset="0"/>
                </a:endParaRPr>
              </a:p>
              <a:p>
                <a:pPr lvl="2"/>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119336" y="1078163"/>
                <a:ext cx="11089232" cy="4752975"/>
              </a:xfrm>
              <a:blipFill rotWithShape="0">
                <a:blip r:embed="rId2"/>
                <a:stretch>
                  <a:fillRect l="-110" t="-1154" b="-4487"/>
                </a:stretch>
              </a:blipFill>
            </p:spPr>
            <p:txBody>
              <a:bodyPr/>
              <a:lstStyle/>
              <a:p>
                <a:r>
                  <a:rPr lang="zh-CN" altLang="en-US">
                    <a:noFill/>
                  </a:rPr>
                  <a:t> </a:t>
                </a:r>
              </a:p>
            </p:txBody>
          </p:sp>
        </mc:Fallback>
      </mc:AlternateContent>
      <p:sp>
        <p:nvSpPr>
          <p:cNvPr id="6" name="Oval 54"/>
          <p:cNvSpPr>
            <a:spLocks noChangeArrowheads="1"/>
          </p:cNvSpPr>
          <p:nvPr/>
        </p:nvSpPr>
        <p:spPr bwMode="auto">
          <a:xfrm>
            <a:off x="9856170" y="98072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r</a:t>
            </a:r>
          </a:p>
        </p:txBody>
      </p:sp>
      <p:sp>
        <p:nvSpPr>
          <p:cNvPr id="7" name="Oval 55"/>
          <p:cNvSpPr>
            <a:spLocks noChangeArrowheads="1"/>
          </p:cNvSpPr>
          <p:nvPr/>
        </p:nvSpPr>
        <p:spPr bwMode="auto">
          <a:xfrm>
            <a:off x="8735492" y="148494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8" name="Oval 57"/>
          <p:cNvSpPr>
            <a:spLocks noChangeArrowheads="1"/>
          </p:cNvSpPr>
          <p:nvPr/>
        </p:nvSpPr>
        <p:spPr bwMode="auto">
          <a:xfrm>
            <a:off x="9051920" y="217538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9" name="Oval 61"/>
          <p:cNvSpPr>
            <a:spLocks noChangeArrowheads="1"/>
          </p:cNvSpPr>
          <p:nvPr/>
        </p:nvSpPr>
        <p:spPr bwMode="auto">
          <a:xfrm>
            <a:off x="8044123" y="2174414"/>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1" name="Text Box 84"/>
          <p:cNvSpPr txBox="1">
            <a:spLocks noChangeArrowheads="1"/>
          </p:cNvSpPr>
          <p:nvPr/>
        </p:nvSpPr>
        <p:spPr bwMode="auto">
          <a:xfrm>
            <a:off x="9168414" y="103253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1</a:t>
            </a:r>
            <a:r>
              <a:rPr lang="en-US" altLang="zh-CN" sz="1600" b="1" dirty="0" smtClean="0"/>
              <a:t>=1</a:t>
            </a:r>
            <a:endParaRPr lang="zh-CN" altLang="en-US" sz="1600" b="1" dirty="0"/>
          </a:p>
        </p:txBody>
      </p:sp>
      <p:sp>
        <p:nvSpPr>
          <p:cNvPr id="15" name="Text Box 99"/>
          <p:cNvSpPr txBox="1">
            <a:spLocks noChangeArrowheads="1"/>
          </p:cNvSpPr>
          <p:nvPr/>
        </p:nvSpPr>
        <p:spPr bwMode="auto">
          <a:xfrm>
            <a:off x="8159693" y="1379147"/>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90.</a:t>
            </a:r>
            <a:r>
              <a:rPr lang="en-US" altLang="zh-CN" sz="1400" b="1" dirty="0" smtClean="0">
                <a:solidFill>
                  <a:srgbClr val="00B050"/>
                </a:solidFill>
              </a:rPr>
              <a:t>62</a:t>
            </a:r>
            <a:endParaRPr lang="zh-CN" altLang="en-US" sz="1400" b="1" dirty="0">
              <a:solidFill>
                <a:srgbClr val="00B050"/>
              </a:solidFill>
            </a:endParaRPr>
          </a:p>
        </p:txBody>
      </p:sp>
      <p:cxnSp>
        <p:nvCxnSpPr>
          <p:cNvPr id="22" name="直接箭头连接符 21"/>
          <p:cNvCxnSpPr>
            <a:stCxn id="6" idx="2"/>
            <a:endCxn id="7" idx="7"/>
          </p:cNvCxnSpPr>
          <p:nvPr/>
        </p:nvCxnSpPr>
        <p:spPr>
          <a:xfrm flipH="1">
            <a:off x="9125737" y="1209328"/>
            <a:ext cx="730433" cy="3425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3"/>
            <a:endCxn id="9" idx="7"/>
          </p:cNvCxnSpPr>
          <p:nvPr/>
        </p:nvCxnSpPr>
        <p:spPr>
          <a:xfrm flipH="1">
            <a:off x="8434368" y="1875187"/>
            <a:ext cx="368079" cy="366182"/>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Text Box 84"/>
          <p:cNvSpPr txBox="1">
            <a:spLocks noChangeArrowheads="1"/>
          </p:cNvSpPr>
          <p:nvPr/>
        </p:nvSpPr>
        <p:spPr bwMode="auto">
          <a:xfrm>
            <a:off x="8159693" y="1765149"/>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=1</a:t>
            </a:r>
            <a:endParaRPr lang="zh-CN" altLang="en-US" sz="1600" b="1" dirty="0"/>
          </a:p>
        </p:txBody>
      </p:sp>
      <p:sp>
        <p:nvSpPr>
          <p:cNvPr id="28" name="Text Box 84"/>
          <p:cNvSpPr txBox="1">
            <a:spLocks noChangeArrowheads="1"/>
          </p:cNvSpPr>
          <p:nvPr/>
        </p:nvSpPr>
        <p:spPr bwMode="auto">
          <a:xfrm>
            <a:off x="8527756" y="243840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=1</a:t>
            </a:r>
            <a:endParaRPr lang="zh-CN" altLang="en-US" sz="1600" b="1" dirty="0"/>
          </a:p>
        </p:txBody>
      </p:sp>
      <p:sp>
        <p:nvSpPr>
          <p:cNvPr id="84" name="Text Box 99"/>
          <p:cNvSpPr txBox="1">
            <a:spLocks noChangeArrowheads="1"/>
          </p:cNvSpPr>
          <p:nvPr/>
        </p:nvSpPr>
        <p:spPr bwMode="auto">
          <a:xfrm>
            <a:off x="7474912" y="2015085"/>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0000"/>
                </a:solidFill>
              </a:rPr>
              <a:t>170.-18</a:t>
            </a:r>
            <a:endParaRPr lang="zh-CN" altLang="en-US" sz="1400" b="1" dirty="0">
              <a:solidFill>
                <a:srgbClr val="FF0000"/>
              </a:solidFill>
            </a:endParaRPr>
          </a:p>
        </p:txBody>
      </p:sp>
      <p:cxnSp>
        <p:nvCxnSpPr>
          <p:cNvPr id="85" name="直接箭头连接符 84"/>
          <p:cNvCxnSpPr>
            <a:stCxn id="7" idx="5"/>
            <a:endCxn id="8" idx="0"/>
          </p:cNvCxnSpPr>
          <p:nvPr/>
        </p:nvCxnSpPr>
        <p:spPr>
          <a:xfrm>
            <a:off x="9125737" y="1875187"/>
            <a:ext cx="154783" cy="3002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0" name="Text Box 99"/>
          <p:cNvSpPr txBox="1">
            <a:spLocks noChangeArrowheads="1"/>
          </p:cNvSpPr>
          <p:nvPr/>
        </p:nvSpPr>
        <p:spPr bwMode="auto">
          <a:xfrm>
            <a:off x="8527756" y="2080821"/>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90.</a:t>
            </a:r>
            <a:r>
              <a:rPr lang="en-US" altLang="zh-CN" sz="1400" b="1" dirty="0" smtClean="0">
                <a:solidFill>
                  <a:srgbClr val="00B050"/>
                </a:solidFill>
              </a:rPr>
              <a:t>62</a:t>
            </a:r>
            <a:endParaRPr lang="zh-CN" altLang="en-US" sz="1400" b="1" dirty="0">
              <a:solidFill>
                <a:srgbClr val="00B050"/>
              </a:solidFill>
            </a:endParaRPr>
          </a:p>
        </p:txBody>
      </p:sp>
      <p:cxnSp>
        <p:nvCxnSpPr>
          <p:cNvPr id="91" name="直接箭头连接符 90"/>
          <p:cNvCxnSpPr>
            <a:stCxn id="8" idx="3"/>
            <a:endCxn id="99" idx="7"/>
          </p:cNvCxnSpPr>
          <p:nvPr/>
        </p:nvCxnSpPr>
        <p:spPr>
          <a:xfrm flipH="1">
            <a:off x="8879213" y="2565632"/>
            <a:ext cx="239662" cy="37741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9" name="Oval 55"/>
          <p:cNvSpPr>
            <a:spLocks noChangeArrowheads="1"/>
          </p:cNvSpPr>
          <p:nvPr/>
        </p:nvSpPr>
        <p:spPr bwMode="auto">
          <a:xfrm>
            <a:off x="8488968" y="287608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04" name="Text Box 99"/>
          <p:cNvSpPr txBox="1">
            <a:spLocks noChangeArrowheads="1"/>
          </p:cNvSpPr>
          <p:nvPr/>
        </p:nvSpPr>
        <p:spPr bwMode="auto">
          <a:xfrm>
            <a:off x="7946664" y="2773752"/>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130.</a:t>
            </a:r>
            <a:r>
              <a:rPr lang="en-US" altLang="zh-CN" sz="1400" b="1" dirty="0" smtClean="0">
                <a:solidFill>
                  <a:srgbClr val="00B050"/>
                </a:solidFill>
              </a:rPr>
              <a:t>22</a:t>
            </a:r>
            <a:endParaRPr lang="zh-CN" altLang="en-US" sz="1400" b="1" dirty="0">
              <a:solidFill>
                <a:srgbClr val="00B050"/>
              </a:solidFill>
            </a:endParaRPr>
          </a:p>
        </p:txBody>
      </p:sp>
      <p:sp>
        <p:nvSpPr>
          <p:cNvPr id="106" name="Text Box 84"/>
          <p:cNvSpPr txBox="1">
            <a:spLocks noChangeArrowheads="1"/>
          </p:cNvSpPr>
          <p:nvPr/>
        </p:nvSpPr>
        <p:spPr bwMode="auto">
          <a:xfrm>
            <a:off x="7951957" y="3131334"/>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=1</a:t>
            </a:r>
            <a:endParaRPr lang="zh-CN" altLang="en-US" sz="1600" b="1" dirty="0"/>
          </a:p>
        </p:txBody>
      </p:sp>
      <p:sp>
        <p:nvSpPr>
          <p:cNvPr id="111" name="Text Box 99"/>
          <p:cNvSpPr txBox="1">
            <a:spLocks noChangeArrowheads="1"/>
          </p:cNvSpPr>
          <p:nvPr/>
        </p:nvSpPr>
        <p:spPr bwMode="auto">
          <a:xfrm>
            <a:off x="7400051" y="3426040"/>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0000"/>
                </a:solidFill>
              </a:rPr>
              <a:t>160.-8</a:t>
            </a:r>
            <a:endParaRPr lang="zh-CN" altLang="en-US" sz="1400" b="1" dirty="0">
              <a:solidFill>
                <a:srgbClr val="FF0000"/>
              </a:solidFill>
            </a:endParaRPr>
          </a:p>
        </p:txBody>
      </p:sp>
      <p:cxnSp>
        <p:nvCxnSpPr>
          <p:cNvPr id="112" name="直接箭头连接符 111"/>
          <p:cNvCxnSpPr>
            <a:stCxn id="99" idx="3"/>
          </p:cNvCxnSpPr>
          <p:nvPr/>
        </p:nvCxnSpPr>
        <p:spPr>
          <a:xfrm flipH="1">
            <a:off x="8441407" y="3266333"/>
            <a:ext cx="114516" cy="278224"/>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7" name="Oval 61"/>
          <p:cNvSpPr>
            <a:spLocks noChangeArrowheads="1"/>
          </p:cNvSpPr>
          <p:nvPr/>
        </p:nvSpPr>
        <p:spPr bwMode="auto">
          <a:xfrm>
            <a:off x="8098723" y="3499641"/>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cxnSp>
        <p:nvCxnSpPr>
          <p:cNvPr id="121" name="直接箭头连接符 120"/>
          <p:cNvCxnSpPr>
            <a:endCxn id="124" idx="1"/>
          </p:cNvCxnSpPr>
          <p:nvPr/>
        </p:nvCxnSpPr>
        <p:spPr>
          <a:xfrm>
            <a:off x="8862423" y="3266333"/>
            <a:ext cx="385553" cy="26468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4" name="Oval 57"/>
          <p:cNvSpPr>
            <a:spLocks noChangeArrowheads="1"/>
          </p:cNvSpPr>
          <p:nvPr/>
        </p:nvSpPr>
        <p:spPr bwMode="auto">
          <a:xfrm>
            <a:off x="9181021" y="346406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125" name="Text Box 99"/>
          <p:cNvSpPr txBox="1">
            <a:spLocks noChangeArrowheads="1"/>
          </p:cNvSpPr>
          <p:nvPr/>
        </p:nvSpPr>
        <p:spPr bwMode="auto">
          <a:xfrm>
            <a:off x="9334138" y="3284183"/>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130.</a:t>
            </a:r>
            <a:r>
              <a:rPr lang="en-US" altLang="zh-CN" sz="1400" b="1" dirty="0" smtClean="0">
                <a:solidFill>
                  <a:srgbClr val="00B050"/>
                </a:solidFill>
              </a:rPr>
              <a:t>22</a:t>
            </a:r>
            <a:endParaRPr lang="zh-CN" altLang="en-US" sz="1400" b="1" dirty="0">
              <a:solidFill>
                <a:srgbClr val="00B050"/>
              </a:solidFill>
            </a:endParaRPr>
          </a:p>
        </p:txBody>
      </p:sp>
      <p:cxnSp>
        <p:nvCxnSpPr>
          <p:cNvPr id="126" name="直接箭头连接符 125"/>
          <p:cNvCxnSpPr>
            <a:stCxn id="124" idx="3"/>
            <a:endCxn id="130" idx="7"/>
          </p:cNvCxnSpPr>
          <p:nvPr/>
        </p:nvCxnSpPr>
        <p:spPr>
          <a:xfrm flipH="1">
            <a:off x="8725659" y="3854307"/>
            <a:ext cx="522317" cy="34251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8" name="Text Box 84"/>
          <p:cNvSpPr txBox="1">
            <a:spLocks noChangeArrowheads="1"/>
          </p:cNvSpPr>
          <p:nvPr/>
        </p:nvSpPr>
        <p:spPr bwMode="auto">
          <a:xfrm>
            <a:off x="8592615" y="375624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5</a:t>
            </a:r>
            <a:r>
              <a:rPr lang="en-US" altLang="zh-CN" sz="1600" b="1" dirty="0" smtClean="0"/>
              <a:t>=1</a:t>
            </a:r>
            <a:endParaRPr lang="zh-CN" altLang="en-US" sz="1600" b="1" dirty="0"/>
          </a:p>
        </p:txBody>
      </p:sp>
      <p:sp>
        <p:nvSpPr>
          <p:cNvPr id="130" name="Oval 55"/>
          <p:cNvSpPr>
            <a:spLocks noChangeArrowheads="1"/>
          </p:cNvSpPr>
          <p:nvPr/>
        </p:nvSpPr>
        <p:spPr bwMode="auto">
          <a:xfrm>
            <a:off x="8335414" y="412986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31" name="Text Box 99"/>
          <p:cNvSpPr txBox="1">
            <a:spLocks noChangeArrowheads="1"/>
          </p:cNvSpPr>
          <p:nvPr/>
        </p:nvSpPr>
        <p:spPr bwMode="auto">
          <a:xfrm>
            <a:off x="7905274" y="4078328"/>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150.</a:t>
            </a:r>
            <a:r>
              <a:rPr lang="en-US" altLang="zh-CN" sz="1400" b="1" dirty="0" smtClean="0">
                <a:solidFill>
                  <a:srgbClr val="00B050"/>
                </a:solidFill>
              </a:rPr>
              <a:t>2</a:t>
            </a:r>
            <a:endParaRPr lang="zh-CN" altLang="en-US" sz="1400" b="1" dirty="0">
              <a:solidFill>
                <a:srgbClr val="00B050"/>
              </a:solidFill>
            </a:endParaRPr>
          </a:p>
        </p:txBody>
      </p:sp>
      <p:cxnSp>
        <p:nvCxnSpPr>
          <p:cNvPr id="132" name="直接箭头连接符 131"/>
          <p:cNvCxnSpPr>
            <a:stCxn id="124" idx="5"/>
            <a:endCxn id="135" idx="0"/>
          </p:cNvCxnSpPr>
          <p:nvPr/>
        </p:nvCxnSpPr>
        <p:spPr>
          <a:xfrm>
            <a:off x="9571266" y="3854307"/>
            <a:ext cx="603613" cy="28122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5" name="Oval 57"/>
          <p:cNvSpPr>
            <a:spLocks noChangeArrowheads="1"/>
          </p:cNvSpPr>
          <p:nvPr/>
        </p:nvSpPr>
        <p:spPr bwMode="auto">
          <a:xfrm>
            <a:off x="9946279" y="413553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138" name="Text Box 99"/>
          <p:cNvSpPr txBox="1">
            <a:spLocks noChangeArrowheads="1"/>
          </p:cNvSpPr>
          <p:nvPr/>
        </p:nvSpPr>
        <p:spPr bwMode="auto">
          <a:xfrm>
            <a:off x="10049975" y="3895411"/>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130.</a:t>
            </a:r>
            <a:r>
              <a:rPr lang="en-US" altLang="zh-CN" sz="1400" b="1" dirty="0" smtClean="0">
                <a:solidFill>
                  <a:srgbClr val="00B050"/>
                </a:solidFill>
              </a:rPr>
              <a:t>22</a:t>
            </a:r>
            <a:endParaRPr lang="zh-CN" altLang="en-US" sz="1400" b="1" dirty="0">
              <a:solidFill>
                <a:srgbClr val="00B050"/>
              </a:solidFill>
            </a:endParaRPr>
          </a:p>
        </p:txBody>
      </p:sp>
      <p:cxnSp>
        <p:nvCxnSpPr>
          <p:cNvPr id="139" name="直接箭头连接符 138"/>
          <p:cNvCxnSpPr>
            <a:stCxn id="135" idx="4"/>
            <a:endCxn id="141" idx="7"/>
          </p:cNvCxnSpPr>
          <p:nvPr/>
        </p:nvCxnSpPr>
        <p:spPr>
          <a:xfrm flipH="1">
            <a:off x="9975075" y="4592734"/>
            <a:ext cx="199804" cy="2297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0" name="Text Box 84"/>
          <p:cNvSpPr txBox="1">
            <a:spLocks noChangeArrowheads="1"/>
          </p:cNvSpPr>
          <p:nvPr/>
        </p:nvSpPr>
        <p:spPr bwMode="auto">
          <a:xfrm>
            <a:off x="9501803" y="444181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6</a:t>
            </a:r>
            <a:r>
              <a:rPr lang="en-US" altLang="zh-CN" sz="1600" b="1" dirty="0" smtClean="0"/>
              <a:t>=1</a:t>
            </a:r>
            <a:endParaRPr lang="zh-CN" altLang="en-US" sz="1600" b="1" dirty="0"/>
          </a:p>
        </p:txBody>
      </p:sp>
      <p:sp>
        <p:nvSpPr>
          <p:cNvPr id="141" name="Oval 55"/>
          <p:cNvSpPr>
            <a:spLocks noChangeArrowheads="1"/>
          </p:cNvSpPr>
          <p:nvPr/>
        </p:nvSpPr>
        <p:spPr bwMode="auto">
          <a:xfrm>
            <a:off x="9584830" y="475555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42" name="Text Box 99"/>
          <p:cNvSpPr txBox="1">
            <a:spLocks noChangeArrowheads="1"/>
          </p:cNvSpPr>
          <p:nvPr/>
        </p:nvSpPr>
        <p:spPr bwMode="auto">
          <a:xfrm>
            <a:off x="10049975" y="4832031"/>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142.</a:t>
            </a:r>
            <a:r>
              <a:rPr lang="en-US" altLang="zh-CN" sz="1400" b="1" dirty="0" smtClean="0">
                <a:solidFill>
                  <a:srgbClr val="00B050"/>
                </a:solidFill>
              </a:rPr>
              <a:t>10</a:t>
            </a:r>
            <a:endParaRPr lang="zh-CN" altLang="en-US" sz="1400" b="1" dirty="0">
              <a:solidFill>
                <a:srgbClr val="00B050"/>
              </a:solidFill>
            </a:endParaRPr>
          </a:p>
        </p:txBody>
      </p:sp>
      <p:cxnSp>
        <p:nvCxnSpPr>
          <p:cNvPr id="143" name="直接箭头连接符 142"/>
          <p:cNvCxnSpPr>
            <a:endCxn id="145" idx="0"/>
          </p:cNvCxnSpPr>
          <p:nvPr/>
        </p:nvCxnSpPr>
        <p:spPr>
          <a:xfrm flipH="1">
            <a:off x="9664804" y="5203020"/>
            <a:ext cx="195088" cy="25875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4" name="Text Box 84"/>
          <p:cNvSpPr txBox="1">
            <a:spLocks noChangeArrowheads="1"/>
          </p:cNvSpPr>
          <p:nvPr/>
        </p:nvSpPr>
        <p:spPr bwMode="auto">
          <a:xfrm>
            <a:off x="9289109" y="511460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a:t>7</a:t>
            </a:r>
            <a:r>
              <a:rPr lang="en-US" altLang="zh-CN" sz="1600" b="1" dirty="0" smtClean="0"/>
              <a:t>=1</a:t>
            </a:r>
            <a:endParaRPr lang="zh-CN" altLang="en-US" sz="1600" b="1" dirty="0"/>
          </a:p>
        </p:txBody>
      </p:sp>
      <p:sp>
        <p:nvSpPr>
          <p:cNvPr id="145" name="Oval 55"/>
          <p:cNvSpPr>
            <a:spLocks noChangeArrowheads="1"/>
          </p:cNvSpPr>
          <p:nvPr/>
        </p:nvSpPr>
        <p:spPr bwMode="auto">
          <a:xfrm>
            <a:off x="9436204" y="546177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sp>
        <p:nvSpPr>
          <p:cNvPr id="146" name="Text Box 99"/>
          <p:cNvSpPr txBox="1">
            <a:spLocks noChangeArrowheads="1"/>
          </p:cNvSpPr>
          <p:nvPr/>
        </p:nvSpPr>
        <p:spPr bwMode="auto">
          <a:xfrm>
            <a:off x="9638221" y="5914057"/>
            <a:ext cx="644072" cy="215444"/>
          </a:xfrm>
          <a:prstGeom prst="rect">
            <a:avLst/>
          </a:prstGeom>
          <a:solidFill>
            <a:srgbClr val="00B05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152.</a:t>
            </a:r>
            <a:r>
              <a:rPr lang="en-US" altLang="zh-CN" sz="1400" b="1" dirty="0">
                <a:solidFill>
                  <a:schemeClr val="accent6">
                    <a:lumMod val="50000"/>
                  </a:schemeClr>
                </a:solidFill>
              </a:rPr>
              <a:t>0</a:t>
            </a:r>
            <a:endParaRPr lang="zh-CN" altLang="en-US" sz="1400" b="1" dirty="0">
              <a:solidFill>
                <a:schemeClr val="accent6">
                  <a:lumMod val="50000"/>
                </a:schemeClr>
              </a:solidFill>
            </a:endParaRPr>
          </a:p>
        </p:txBody>
      </p:sp>
      <p:graphicFrame>
        <p:nvGraphicFramePr>
          <p:cNvPr id="148" name="表格 147"/>
          <p:cNvGraphicFramePr>
            <a:graphicFrameLocks noGrp="1"/>
          </p:cNvGraphicFramePr>
          <p:nvPr>
            <p:extLst/>
          </p:nvPr>
        </p:nvGraphicFramePr>
        <p:xfrm>
          <a:off x="2567608" y="1007059"/>
          <a:ext cx="4691565" cy="1188720"/>
        </p:xfrm>
        <a:graphic>
          <a:graphicData uri="http://schemas.openxmlformats.org/drawingml/2006/table">
            <a:tbl>
              <a:tblPr firstRow="1" bandRow="1">
                <a:tableStyleId>{5C22544A-7EE6-4342-B048-85BDC9FD1C3A}</a:tableStyleId>
              </a:tblPr>
              <a:tblGrid>
                <a:gridCol w="641317"/>
                <a:gridCol w="654827"/>
                <a:gridCol w="648072"/>
                <a:gridCol w="474872"/>
                <a:gridCol w="586446"/>
                <a:gridCol w="533902"/>
                <a:gridCol w="576064"/>
                <a:gridCol w="576065"/>
              </a:tblGrid>
              <a:tr h="322712">
                <a:tc>
                  <a:txBody>
                    <a:bodyPr/>
                    <a:lstStyle/>
                    <a:p>
                      <a:pPr algn="ctr"/>
                      <a:r>
                        <a:rPr lang="en-US" altLang="zh-CN" sz="2000" dirty="0" err="1" smtClean="0">
                          <a:solidFill>
                            <a:schemeClr val="tx1"/>
                          </a:solidFill>
                        </a:rPr>
                        <a:t>i</a:t>
                      </a:r>
                      <a:endParaRPr lang="zh-CN" altLang="en-US" sz="2000" dirty="0">
                        <a:solidFill>
                          <a:schemeClr val="tx1"/>
                        </a:solidFill>
                      </a:endParaRPr>
                    </a:p>
                  </a:txBody>
                  <a:tcPr/>
                </a:tc>
                <a:tc>
                  <a:txBody>
                    <a:bodyPr/>
                    <a:lstStyle/>
                    <a:p>
                      <a:pPr algn="ctr"/>
                      <a:r>
                        <a:rPr lang="en-US" altLang="zh-CN" sz="2000" dirty="0" smtClean="0">
                          <a:solidFill>
                            <a:schemeClr val="tx1"/>
                          </a:solidFill>
                        </a:rPr>
                        <a:t>1</a:t>
                      </a:r>
                      <a:endParaRPr lang="zh-CN" altLang="en-US" sz="2000" dirty="0">
                        <a:solidFill>
                          <a:schemeClr val="tx1"/>
                        </a:solidFill>
                      </a:endParaRPr>
                    </a:p>
                  </a:txBody>
                  <a:tcPr/>
                </a:tc>
                <a:tc>
                  <a:txBody>
                    <a:bodyPr/>
                    <a:lstStyle/>
                    <a:p>
                      <a:pPr algn="ctr"/>
                      <a:r>
                        <a:rPr lang="en-US" altLang="zh-CN" sz="2000" dirty="0" smtClean="0">
                          <a:solidFill>
                            <a:schemeClr val="tx1"/>
                          </a:solidFill>
                        </a:rPr>
                        <a:t>2</a:t>
                      </a:r>
                      <a:endParaRPr lang="zh-CN" altLang="en-US" sz="2000" dirty="0">
                        <a:solidFill>
                          <a:schemeClr val="tx1"/>
                        </a:solidFill>
                      </a:endParaRPr>
                    </a:p>
                  </a:txBody>
                  <a:tcPr/>
                </a:tc>
                <a:tc>
                  <a:txBody>
                    <a:bodyPr/>
                    <a:lstStyle/>
                    <a:p>
                      <a:pPr algn="ctr"/>
                      <a:r>
                        <a:rPr lang="en-US" altLang="zh-CN" sz="2000" dirty="0" smtClean="0">
                          <a:solidFill>
                            <a:schemeClr val="tx1"/>
                          </a:solidFill>
                        </a:rPr>
                        <a:t>3</a:t>
                      </a:r>
                      <a:endParaRPr lang="zh-CN" altLang="en-US" sz="2000" dirty="0">
                        <a:solidFill>
                          <a:schemeClr val="tx1"/>
                        </a:solidFill>
                      </a:endParaRPr>
                    </a:p>
                  </a:txBody>
                  <a:tcPr/>
                </a:tc>
                <a:tc>
                  <a:txBody>
                    <a:bodyPr/>
                    <a:lstStyle/>
                    <a:p>
                      <a:pPr algn="ctr"/>
                      <a:r>
                        <a:rPr lang="en-US" altLang="zh-CN" sz="2000" dirty="0" smtClean="0">
                          <a:solidFill>
                            <a:schemeClr val="tx1"/>
                          </a:solidFill>
                        </a:rPr>
                        <a:t>4</a:t>
                      </a:r>
                      <a:endParaRPr lang="zh-CN" altLang="en-US" sz="2000" dirty="0">
                        <a:solidFill>
                          <a:schemeClr val="tx1"/>
                        </a:solidFill>
                      </a:endParaRPr>
                    </a:p>
                  </a:txBody>
                  <a:tcPr/>
                </a:tc>
                <a:tc>
                  <a:txBody>
                    <a:bodyPr/>
                    <a:lstStyle/>
                    <a:p>
                      <a:pPr algn="ctr"/>
                      <a:r>
                        <a:rPr lang="en-US" altLang="zh-CN" sz="2000" dirty="0" smtClean="0">
                          <a:solidFill>
                            <a:schemeClr val="tx1"/>
                          </a:solidFill>
                        </a:rPr>
                        <a:t>5</a:t>
                      </a:r>
                      <a:endParaRPr lang="zh-CN" altLang="en-US" sz="2000" dirty="0">
                        <a:solidFill>
                          <a:schemeClr val="tx1"/>
                        </a:solidFill>
                      </a:endParaRPr>
                    </a:p>
                  </a:txBody>
                  <a:tcPr/>
                </a:tc>
                <a:tc>
                  <a:txBody>
                    <a:bodyPr/>
                    <a:lstStyle/>
                    <a:p>
                      <a:pPr algn="ctr"/>
                      <a:r>
                        <a:rPr lang="en-US" altLang="zh-CN" sz="2000" dirty="0" smtClean="0">
                          <a:solidFill>
                            <a:schemeClr val="tx1"/>
                          </a:solidFill>
                        </a:rPr>
                        <a:t>6</a:t>
                      </a:r>
                      <a:endParaRPr lang="zh-CN" altLang="en-US" sz="2000" dirty="0">
                        <a:solidFill>
                          <a:schemeClr val="tx1"/>
                        </a:solidFill>
                      </a:endParaRPr>
                    </a:p>
                  </a:txBody>
                  <a:tcPr/>
                </a:tc>
                <a:tc>
                  <a:txBody>
                    <a:bodyPr/>
                    <a:lstStyle/>
                    <a:p>
                      <a:pPr algn="ctr"/>
                      <a:r>
                        <a:rPr lang="en-US" altLang="zh-CN" sz="2000" dirty="0" smtClean="0">
                          <a:solidFill>
                            <a:schemeClr val="tx1"/>
                          </a:solidFill>
                        </a:rPr>
                        <a:t>7</a:t>
                      </a:r>
                      <a:endParaRPr lang="zh-CN" altLang="en-US" sz="2000" dirty="0">
                        <a:solidFill>
                          <a:schemeClr val="tx1"/>
                        </a:solidFill>
                      </a:endParaRPr>
                    </a:p>
                  </a:txBody>
                  <a:tcPr/>
                </a:tc>
              </a:tr>
              <a:tr h="310552">
                <a:tc>
                  <a:txBody>
                    <a:bodyPr/>
                    <a:lstStyle/>
                    <a:p>
                      <a:pPr algn="ctr"/>
                      <a:r>
                        <a:rPr lang="en-US" altLang="zh-CN" sz="1800" b="1" dirty="0" smtClean="0">
                          <a:latin typeface="Times New Roman" panose="02020603050405020304" pitchFamily="18" charset="0"/>
                          <a:cs typeface="Times New Roman" panose="02020603050405020304" pitchFamily="18" charset="0"/>
                        </a:rPr>
                        <a:t>w[</a:t>
                      </a:r>
                      <a:r>
                        <a:rPr lang="en-US" altLang="zh-CN" sz="1800" b="1" dirty="0" err="1" smtClean="0">
                          <a:latin typeface="Times New Roman" panose="02020603050405020304" pitchFamily="18" charset="0"/>
                          <a:cs typeface="Times New Roman" panose="02020603050405020304" pitchFamily="18" charset="0"/>
                        </a:rPr>
                        <a:t>i</a:t>
                      </a:r>
                      <a:r>
                        <a:rPr lang="en-US" altLang="zh-CN" sz="1800" b="1" dirty="0" smtClean="0">
                          <a:latin typeface="Times New Roman" panose="02020603050405020304" pitchFamily="18" charset="0"/>
                          <a:cs typeface="Times New Roman" panose="02020603050405020304" pitchFamily="18" charset="0"/>
                        </a:rPr>
                        <a:t>]</a:t>
                      </a:r>
                      <a:endParaRPr lang="zh-CN" altLang="en-US" sz="18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smtClean="0"/>
                        <a:t>90</a:t>
                      </a:r>
                      <a:endParaRPr lang="zh-CN" altLang="en-US" sz="2000" b="1" dirty="0"/>
                    </a:p>
                  </a:txBody>
                  <a:tcPr/>
                </a:tc>
                <a:tc>
                  <a:txBody>
                    <a:bodyPr/>
                    <a:lstStyle/>
                    <a:p>
                      <a:pPr algn="ctr"/>
                      <a:r>
                        <a:rPr lang="en-US" altLang="zh-CN" sz="2000" b="1" dirty="0" smtClean="0"/>
                        <a:t>80</a:t>
                      </a:r>
                      <a:endParaRPr lang="zh-CN" altLang="en-US" sz="2000" b="1" dirty="0"/>
                    </a:p>
                  </a:txBody>
                  <a:tcPr/>
                </a:tc>
                <a:tc>
                  <a:txBody>
                    <a:bodyPr/>
                    <a:lstStyle/>
                    <a:p>
                      <a:pPr algn="ctr"/>
                      <a:r>
                        <a:rPr lang="en-US" altLang="zh-CN" dirty="0" smtClean="0"/>
                        <a:t>40</a:t>
                      </a:r>
                      <a:endParaRPr lang="zh-CN" altLang="en-US" dirty="0"/>
                    </a:p>
                  </a:txBody>
                  <a:tcPr/>
                </a:tc>
                <a:tc>
                  <a:txBody>
                    <a:bodyPr/>
                    <a:lstStyle/>
                    <a:p>
                      <a:pPr algn="ctr"/>
                      <a:r>
                        <a:rPr lang="en-US" altLang="zh-CN" dirty="0" smtClean="0"/>
                        <a:t>30</a:t>
                      </a:r>
                      <a:endParaRPr lang="zh-CN" altLang="en-US" dirty="0"/>
                    </a:p>
                  </a:txBody>
                  <a:tcPr/>
                </a:tc>
                <a:tc>
                  <a:txBody>
                    <a:bodyPr/>
                    <a:lstStyle/>
                    <a:p>
                      <a:pPr algn="ctr"/>
                      <a:r>
                        <a:rPr lang="en-US" altLang="zh-CN" dirty="0" smtClean="0"/>
                        <a:t>20</a:t>
                      </a:r>
                      <a:endParaRPr lang="zh-CN" altLang="en-US" dirty="0"/>
                    </a:p>
                  </a:txBody>
                  <a:tcPr/>
                </a:tc>
                <a:tc>
                  <a:txBody>
                    <a:bodyPr/>
                    <a:lstStyle/>
                    <a:p>
                      <a:pPr algn="ctr"/>
                      <a:r>
                        <a:rPr lang="en-US" altLang="zh-CN" dirty="0" smtClean="0"/>
                        <a:t>12</a:t>
                      </a:r>
                      <a:endParaRPr lang="zh-CN" altLang="en-US" dirty="0"/>
                    </a:p>
                  </a:txBody>
                  <a:tcPr/>
                </a:tc>
                <a:tc>
                  <a:txBody>
                    <a:bodyPr/>
                    <a:lstStyle/>
                    <a:p>
                      <a:pPr algn="ctr"/>
                      <a:r>
                        <a:rPr lang="en-US" altLang="zh-CN" dirty="0" smtClean="0"/>
                        <a:t>10</a:t>
                      </a:r>
                      <a:endParaRPr lang="zh-CN" altLang="en-US" dirty="0"/>
                    </a:p>
                  </a:txBody>
                  <a:tcPr/>
                </a:tc>
              </a:tr>
              <a:tr h="385291">
                <a:tc>
                  <a:txBody>
                    <a:bodyPr/>
                    <a:lstStyle/>
                    <a:p>
                      <a:pPr algn="ctr"/>
                      <a:r>
                        <a:rPr lang="en-US" altLang="zh-CN" sz="1800" b="1" dirty="0" smtClean="0">
                          <a:latin typeface="Times New Roman" panose="02020603050405020304" pitchFamily="18" charset="0"/>
                          <a:cs typeface="Times New Roman" panose="02020603050405020304" pitchFamily="18" charset="0"/>
                        </a:rPr>
                        <a:t>C[</a:t>
                      </a:r>
                      <a:r>
                        <a:rPr lang="en-US" altLang="zh-CN" sz="1800" b="1" dirty="0" err="1" smtClean="0">
                          <a:latin typeface="Times New Roman" panose="02020603050405020304" pitchFamily="18" charset="0"/>
                          <a:cs typeface="Times New Roman" panose="02020603050405020304" pitchFamily="18" charset="0"/>
                        </a:rPr>
                        <a:t>i</a:t>
                      </a:r>
                      <a:r>
                        <a:rPr lang="en-US" altLang="zh-CN" sz="1800" b="1" dirty="0" smtClean="0">
                          <a:latin typeface="Times New Roman" panose="02020603050405020304" pitchFamily="18" charset="0"/>
                          <a:cs typeface="Times New Roman" panose="02020603050405020304" pitchFamily="18" charset="0"/>
                        </a:rPr>
                        <a:t>]</a:t>
                      </a:r>
                      <a:endParaRPr lang="zh-CN" altLang="en-US" sz="18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b="1" dirty="0" smtClean="0"/>
                        <a:t>152</a:t>
                      </a:r>
                      <a:endParaRPr lang="zh-CN" altLang="en-US" sz="2000" b="1" dirty="0"/>
                    </a:p>
                  </a:txBody>
                  <a:tcPr/>
                </a:tc>
                <a:tc>
                  <a:txBody>
                    <a:bodyPr/>
                    <a:lstStyle/>
                    <a:p>
                      <a:pPr algn="ctr"/>
                      <a:r>
                        <a:rPr lang="en-US" altLang="zh-CN" sz="2000" b="1" dirty="0" smtClean="0"/>
                        <a:t>130</a:t>
                      </a:r>
                      <a:endParaRPr lang="zh-CN" altLang="en-US" sz="2000" b="1"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a:t>
                      </a:r>
                      <a:endParaRPr lang="zh-CN" altLang="en-US" dirty="0"/>
                    </a:p>
                  </a:txBody>
                  <a:tcPr/>
                </a:tc>
                <a:tc>
                  <a:txBody>
                    <a:bodyPr/>
                    <a:lstStyle/>
                    <a:p>
                      <a:pPr algn="ctr"/>
                      <a:r>
                        <a:rPr lang="en-US" altLang="zh-CN" dirty="0" smtClean="0"/>
                        <a:t>—</a:t>
                      </a:r>
                      <a:endParaRPr lang="zh-CN" altLang="en-US" dirty="0"/>
                    </a:p>
                  </a:txBody>
                  <a:tcPr/>
                </a:tc>
              </a:tr>
            </a:tbl>
          </a:graphicData>
        </a:graphic>
      </p:graphicFrame>
      <p:sp>
        <p:nvSpPr>
          <p:cNvPr id="49" name="Text Box 84"/>
          <p:cNvSpPr txBox="1">
            <a:spLocks noChangeArrowheads="1"/>
          </p:cNvSpPr>
          <p:nvPr/>
        </p:nvSpPr>
        <p:spPr bwMode="auto">
          <a:xfrm>
            <a:off x="7692901" y="4445014"/>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6</a:t>
            </a:r>
            <a:r>
              <a:rPr lang="en-US" altLang="zh-CN" sz="1600" b="1" dirty="0" smtClean="0"/>
              <a:t>=1</a:t>
            </a:r>
            <a:endParaRPr lang="zh-CN" altLang="en-US" sz="1600" b="1" dirty="0"/>
          </a:p>
        </p:txBody>
      </p:sp>
      <p:sp>
        <p:nvSpPr>
          <p:cNvPr id="50" name="Text Box 99"/>
          <p:cNvSpPr txBox="1">
            <a:spLocks noChangeArrowheads="1"/>
          </p:cNvSpPr>
          <p:nvPr/>
        </p:nvSpPr>
        <p:spPr bwMode="auto">
          <a:xfrm>
            <a:off x="6893099" y="4851896"/>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0000"/>
                </a:solidFill>
              </a:rPr>
              <a:t>162.-10</a:t>
            </a:r>
            <a:endParaRPr lang="zh-CN" altLang="en-US" sz="1400" b="1" dirty="0">
              <a:solidFill>
                <a:srgbClr val="FF0000"/>
              </a:solidFill>
            </a:endParaRPr>
          </a:p>
        </p:txBody>
      </p:sp>
      <p:cxnSp>
        <p:nvCxnSpPr>
          <p:cNvPr id="51" name="直接箭头连接符 50"/>
          <p:cNvCxnSpPr>
            <a:stCxn id="130" idx="3"/>
            <a:endCxn id="52" idx="7"/>
          </p:cNvCxnSpPr>
          <p:nvPr/>
        </p:nvCxnSpPr>
        <p:spPr>
          <a:xfrm flipH="1">
            <a:off x="7885002" y="4520112"/>
            <a:ext cx="517367" cy="398739"/>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2" name="Oval 61"/>
          <p:cNvSpPr>
            <a:spLocks noChangeArrowheads="1"/>
          </p:cNvSpPr>
          <p:nvPr/>
        </p:nvSpPr>
        <p:spPr bwMode="auto">
          <a:xfrm>
            <a:off x="7494757" y="4851896"/>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cxnSp>
        <p:nvCxnSpPr>
          <p:cNvPr id="65" name="直接箭头连接符 64"/>
          <p:cNvCxnSpPr/>
          <p:nvPr/>
        </p:nvCxnSpPr>
        <p:spPr>
          <a:xfrm>
            <a:off x="8706096" y="4494215"/>
            <a:ext cx="179487" cy="3042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Oval 57"/>
          <p:cNvSpPr>
            <a:spLocks noChangeArrowheads="1"/>
          </p:cNvSpPr>
          <p:nvPr/>
        </p:nvSpPr>
        <p:spPr bwMode="auto">
          <a:xfrm>
            <a:off x="8646355" y="479848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71" name="Text Box 99"/>
          <p:cNvSpPr txBox="1">
            <a:spLocks noChangeArrowheads="1"/>
          </p:cNvSpPr>
          <p:nvPr/>
        </p:nvSpPr>
        <p:spPr bwMode="auto">
          <a:xfrm>
            <a:off x="8179862" y="4709822"/>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150.</a:t>
            </a:r>
            <a:r>
              <a:rPr lang="en-US" altLang="zh-CN" sz="1400" b="1" dirty="0" smtClean="0">
                <a:solidFill>
                  <a:srgbClr val="00B050"/>
                </a:solidFill>
              </a:rPr>
              <a:t>2</a:t>
            </a:r>
            <a:endParaRPr lang="zh-CN" altLang="en-US" sz="1400" b="1" dirty="0">
              <a:solidFill>
                <a:srgbClr val="00B050"/>
              </a:solidFill>
            </a:endParaRPr>
          </a:p>
        </p:txBody>
      </p:sp>
      <p:sp>
        <p:nvSpPr>
          <p:cNvPr id="74" name="Text Box 84"/>
          <p:cNvSpPr txBox="1">
            <a:spLocks noChangeArrowheads="1"/>
          </p:cNvSpPr>
          <p:nvPr/>
        </p:nvSpPr>
        <p:spPr bwMode="auto">
          <a:xfrm>
            <a:off x="7965557" y="506805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7</a:t>
            </a:r>
            <a:r>
              <a:rPr lang="en-US" altLang="zh-CN" sz="1600" b="1" dirty="0" smtClean="0"/>
              <a:t>=1</a:t>
            </a:r>
            <a:endParaRPr lang="zh-CN" altLang="en-US" sz="1600" b="1" dirty="0"/>
          </a:p>
        </p:txBody>
      </p:sp>
      <p:sp>
        <p:nvSpPr>
          <p:cNvPr id="75" name="Text Box 99"/>
          <p:cNvSpPr txBox="1">
            <a:spLocks noChangeArrowheads="1"/>
          </p:cNvSpPr>
          <p:nvPr/>
        </p:nvSpPr>
        <p:spPr bwMode="auto">
          <a:xfrm>
            <a:off x="7165755" y="5474933"/>
            <a:ext cx="644072" cy="215444"/>
          </a:xfrm>
          <a:prstGeom prst="rect">
            <a:avLst/>
          </a:prstGeom>
          <a:solidFill>
            <a:srgbClr val="00206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0000"/>
                </a:solidFill>
              </a:rPr>
              <a:t>160.-8</a:t>
            </a:r>
            <a:endParaRPr lang="zh-CN" altLang="en-US" sz="1400" b="1" dirty="0">
              <a:solidFill>
                <a:srgbClr val="FF0000"/>
              </a:solidFill>
            </a:endParaRPr>
          </a:p>
        </p:txBody>
      </p:sp>
      <p:cxnSp>
        <p:nvCxnSpPr>
          <p:cNvPr id="76" name="直接箭头连接符 75"/>
          <p:cNvCxnSpPr>
            <a:stCxn id="70" idx="3"/>
            <a:endCxn id="77" idx="7"/>
          </p:cNvCxnSpPr>
          <p:nvPr/>
        </p:nvCxnSpPr>
        <p:spPr>
          <a:xfrm flipH="1">
            <a:off x="8157658" y="5188726"/>
            <a:ext cx="555652" cy="353162"/>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7" name="Oval 61"/>
          <p:cNvSpPr>
            <a:spLocks noChangeArrowheads="1"/>
          </p:cNvSpPr>
          <p:nvPr/>
        </p:nvSpPr>
        <p:spPr bwMode="auto">
          <a:xfrm>
            <a:off x="7767413" y="5474933"/>
            <a:ext cx="457200" cy="457200"/>
          </a:xfrm>
          <a:prstGeom prst="ellipse">
            <a:avLst/>
          </a:prstGeom>
          <a:solidFill>
            <a:schemeClr val="accent1"/>
          </a:solidFill>
          <a:ln w="28575" cap="rnd">
            <a:solidFill>
              <a:schemeClr val="accent2"/>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1</a:t>
            </a:r>
            <a:endParaRPr lang="en-US" altLang="zh-CN" sz="2400" b="1" dirty="0"/>
          </a:p>
        </p:txBody>
      </p:sp>
      <p:cxnSp>
        <p:nvCxnSpPr>
          <p:cNvPr id="80" name="直接箭头连接符 79"/>
          <p:cNvCxnSpPr>
            <a:stCxn id="70" idx="5"/>
          </p:cNvCxnSpPr>
          <p:nvPr/>
        </p:nvCxnSpPr>
        <p:spPr>
          <a:xfrm>
            <a:off x="9036600" y="5188726"/>
            <a:ext cx="96671" cy="29157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1" name="Oval 57"/>
          <p:cNvSpPr>
            <a:spLocks noChangeArrowheads="1"/>
          </p:cNvSpPr>
          <p:nvPr/>
        </p:nvSpPr>
        <p:spPr bwMode="auto">
          <a:xfrm>
            <a:off x="8884314" y="5471516"/>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0</a:t>
            </a:r>
            <a:endParaRPr lang="en-US" altLang="zh-CN" sz="2400" b="1" dirty="0"/>
          </a:p>
        </p:txBody>
      </p:sp>
      <p:sp>
        <p:nvSpPr>
          <p:cNvPr id="82" name="Text Box 99"/>
          <p:cNvSpPr txBox="1">
            <a:spLocks noChangeArrowheads="1"/>
          </p:cNvSpPr>
          <p:nvPr/>
        </p:nvSpPr>
        <p:spPr bwMode="auto">
          <a:xfrm>
            <a:off x="8564014" y="5929405"/>
            <a:ext cx="644072" cy="215444"/>
          </a:xfrm>
          <a:prstGeom prst="rect">
            <a:avLst/>
          </a:prstGeom>
          <a:solidFill>
            <a:srgbClr val="00B050"/>
          </a:solidFill>
          <a:ln>
            <a:noFill/>
          </a:ln>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150.</a:t>
            </a:r>
            <a:r>
              <a:rPr lang="en-US" altLang="zh-CN" sz="1400" b="1" dirty="0" smtClean="0">
                <a:solidFill>
                  <a:schemeClr val="accent6">
                    <a:lumMod val="50000"/>
                  </a:schemeClr>
                </a:solidFill>
              </a:rPr>
              <a:t>2</a:t>
            </a:r>
            <a:endParaRPr lang="zh-CN" altLang="en-US" sz="1400" b="1" dirty="0">
              <a:solidFill>
                <a:schemeClr val="accent6">
                  <a:lumMod val="50000"/>
                </a:schemeClr>
              </a:solidFill>
            </a:endParaRPr>
          </a:p>
        </p:txBody>
      </p:sp>
      <p:cxnSp>
        <p:nvCxnSpPr>
          <p:cNvPr id="105" name="曲线连接符 104"/>
          <p:cNvCxnSpPr/>
          <p:nvPr/>
        </p:nvCxnSpPr>
        <p:spPr>
          <a:xfrm rot="10800000">
            <a:off x="8618407" y="5073170"/>
            <a:ext cx="2890" cy="739522"/>
          </a:xfrm>
          <a:prstGeom prst="curvedConnector3">
            <a:avLst>
              <a:gd name="adj1" fmla="val 80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曲线连接符 106"/>
          <p:cNvCxnSpPr/>
          <p:nvPr/>
        </p:nvCxnSpPr>
        <p:spPr>
          <a:xfrm rot="10800000">
            <a:off x="8284255" y="4349720"/>
            <a:ext cx="2890" cy="739522"/>
          </a:xfrm>
          <a:prstGeom prst="curvedConnector3">
            <a:avLst>
              <a:gd name="adj1" fmla="val 80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a:off x="10313371" y="1258466"/>
            <a:ext cx="617988" cy="370036"/>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8" name="Text Box 84"/>
          <p:cNvSpPr txBox="1">
            <a:spLocks noChangeArrowheads="1"/>
          </p:cNvSpPr>
          <p:nvPr/>
        </p:nvSpPr>
        <p:spPr bwMode="auto">
          <a:xfrm>
            <a:off x="10468004" y="106195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1</a:t>
            </a:r>
            <a:r>
              <a:rPr lang="en-US" altLang="zh-CN" sz="1600" b="1" dirty="0" smtClean="0"/>
              <a:t>=0</a:t>
            </a:r>
            <a:endParaRPr lang="zh-CN" altLang="en-US" sz="1600" b="1" dirty="0"/>
          </a:p>
        </p:txBody>
      </p:sp>
    </p:spTree>
    <p:extLst>
      <p:ext uri="{BB962C8B-B14F-4D97-AF65-F5344CB8AC3E}">
        <p14:creationId xmlns:p14="http://schemas.microsoft.com/office/powerpoint/2010/main" val="427095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0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1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0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1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1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2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25"/>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2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3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31"/>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5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52"/>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5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6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70"/>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7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76"/>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74"/>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77"/>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75"/>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80"/>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81"/>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82"/>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0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10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32"/>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35"/>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138"/>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39"/>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140"/>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141"/>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142"/>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143"/>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grpId="0" nodeType="clickEffect">
                                  <p:stCondLst>
                                    <p:cond delay="0"/>
                                  </p:stCondLst>
                                  <p:childTnLst>
                                    <p:set>
                                      <p:cBhvr>
                                        <p:cTn id="228" dur="1" fill="hold">
                                          <p:stCondLst>
                                            <p:cond delay="0"/>
                                          </p:stCondLst>
                                        </p:cTn>
                                        <p:tgtEl>
                                          <p:spTgt spid="144"/>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145"/>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146"/>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mph" presetSubtype="2" fill="hold" nodeType="clickEffect">
                                  <p:stCondLst>
                                    <p:cond delay="0"/>
                                  </p:stCondLst>
                                  <p:childTnLst>
                                    <p:animClr clrSpc="rgb" dir="cw">
                                      <p:cBhvr>
                                        <p:cTn id="240" dur="750" fill="hold"/>
                                        <p:tgtEl>
                                          <p:spTgt spid="82"/>
                                        </p:tgtEl>
                                        <p:attrNameLst>
                                          <p:attrName>fillcolor</p:attrName>
                                        </p:attrNameLst>
                                      </p:cBhvr>
                                      <p:to>
                                        <a:srgbClr val="00B0F0"/>
                                      </p:to>
                                    </p:animClr>
                                    <p:set>
                                      <p:cBhvr>
                                        <p:cTn id="241" dur="750" fill="hold"/>
                                        <p:tgtEl>
                                          <p:spTgt spid="82"/>
                                        </p:tgtEl>
                                        <p:attrNameLst>
                                          <p:attrName>fill.type</p:attrName>
                                        </p:attrNameLst>
                                      </p:cBhvr>
                                      <p:to>
                                        <p:strVal val="solid"/>
                                      </p:to>
                                    </p:set>
                                    <p:set>
                                      <p:cBhvr>
                                        <p:cTn id="242" dur="750" fill="hold"/>
                                        <p:tgtEl>
                                          <p:spTgt spid="82"/>
                                        </p:tgtEl>
                                        <p:attrNameLst>
                                          <p:attrName>fill.on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4">
                                            <p:txEl>
                                              <p:pRg st="9" end="9"/>
                                            </p:txEl>
                                          </p:spTgt>
                                        </p:tgtEl>
                                        <p:attrNameLst>
                                          <p:attrName>style.visibility</p:attrName>
                                        </p:attrNameLst>
                                      </p:cBhvr>
                                      <p:to>
                                        <p:strVal val="visible"/>
                                      </p:to>
                                    </p:set>
                                  </p:childTnLst>
                                </p:cTn>
                              </p:par>
                              <p:par>
                                <p:cTn id="247" presetID="1" presetClass="entr" presetSubtype="0" fill="hold" nodeType="withEffect">
                                  <p:stCondLst>
                                    <p:cond delay="0"/>
                                  </p:stCondLst>
                                  <p:childTnLst>
                                    <p:set>
                                      <p:cBhvr>
                                        <p:cTn id="248" dur="1" fill="hold">
                                          <p:stCondLst>
                                            <p:cond delay="0"/>
                                          </p:stCondLst>
                                        </p:cTn>
                                        <p:tgtEl>
                                          <p:spTgt spid="4">
                                            <p:txEl>
                                              <p:pRg st="10" end="10"/>
                                            </p:txEl>
                                          </p:spTgt>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p:bldP spid="15" grpId="0" animBg="1"/>
      <p:bldP spid="26" grpId="0"/>
      <p:bldP spid="28" grpId="0"/>
      <p:bldP spid="84" grpId="0" animBg="1"/>
      <p:bldP spid="90" grpId="0" animBg="1"/>
      <p:bldP spid="99" grpId="0" animBg="1"/>
      <p:bldP spid="104" grpId="0" animBg="1"/>
      <p:bldP spid="106" grpId="0"/>
      <p:bldP spid="111" grpId="0" animBg="1"/>
      <p:bldP spid="117" grpId="0" animBg="1"/>
      <p:bldP spid="124" grpId="0" animBg="1"/>
      <p:bldP spid="125" grpId="0" animBg="1"/>
      <p:bldP spid="128" grpId="0"/>
      <p:bldP spid="130" grpId="0" animBg="1"/>
      <p:bldP spid="131" grpId="0" animBg="1"/>
      <p:bldP spid="135" grpId="0" animBg="1"/>
      <p:bldP spid="138" grpId="0" animBg="1"/>
      <p:bldP spid="140" grpId="0"/>
      <p:bldP spid="141" grpId="0" animBg="1"/>
      <p:bldP spid="142" grpId="0" animBg="1"/>
      <p:bldP spid="144" grpId="0"/>
      <p:bldP spid="145" grpId="0" animBg="1"/>
      <p:bldP spid="146" grpId="0" animBg="1"/>
      <p:bldP spid="49" grpId="0"/>
      <p:bldP spid="50" grpId="0" animBg="1"/>
      <p:bldP spid="52" grpId="0" animBg="1"/>
      <p:bldP spid="70" grpId="0" animBg="1"/>
      <p:bldP spid="71" grpId="0" animBg="1"/>
      <p:bldP spid="74" grpId="0"/>
      <p:bldP spid="75" grpId="0" animBg="1"/>
      <p:bldP spid="77" grpId="0" animBg="1"/>
      <p:bldP spid="81" grpId="0" animBg="1"/>
      <p:bldP spid="82" grpId="0" animBg="1"/>
      <p:bldP spid="1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25</a:t>
            </a:fld>
            <a:endParaRPr lang="zh-CN" altLang="en-US" dirty="0"/>
          </a:p>
        </p:txBody>
      </p:sp>
      <p:sp>
        <p:nvSpPr>
          <p:cNvPr id="3" name="标题 2"/>
          <p:cNvSpPr>
            <a:spLocks noGrp="1"/>
          </p:cNvSpPr>
          <p:nvPr>
            <p:ph type="ctrTitle"/>
          </p:nvPr>
        </p:nvSpPr>
        <p:spPr/>
        <p:txBody>
          <a:bodyPr/>
          <a:lstStyle/>
          <a:p>
            <a:r>
              <a:rPr lang="zh-CN" altLang="en-US" dirty="0"/>
              <a:t>三</a:t>
            </a:r>
            <a:r>
              <a:rPr lang="zh-CN" altLang="en-US" dirty="0" smtClean="0"/>
              <a:t>、</a:t>
            </a:r>
            <a:r>
              <a:rPr lang="zh-CN" altLang="en-US" dirty="0"/>
              <a:t>装载问题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b="1" dirty="0" smtClean="0"/>
              <a:t>算法</a:t>
            </a:r>
            <a:r>
              <a:rPr lang="zh-CN" altLang="en-US" b="1" dirty="0"/>
              <a:t>（递归</a:t>
            </a:r>
            <a:r>
              <a:rPr lang="zh-CN" altLang="en-US" b="1" dirty="0" smtClean="0"/>
              <a:t>）</a:t>
            </a:r>
            <a:endParaRPr lang="en-US" altLang="zh-CN" b="1" dirty="0" smtClean="0"/>
          </a:p>
          <a:p>
            <a:pPr lvl="1"/>
            <a:r>
              <a:rPr lang="en-US" altLang="zh-CN" b="1" dirty="0" smtClean="0">
                <a:latin typeface="Times New Roman" panose="02020603050405020304" pitchFamily="18" charset="0"/>
                <a:cs typeface="Times New Roman" panose="02020603050405020304" pitchFamily="18" charset="0"/>
              </a:rPr>
              <a:t>Loading(</a:t>
            </a:r>
            <a:r>
              <a:rPr lang="en-US" altLang="zh-CN" b="1" dirty="0" err="1" smtClean="0">
                <a:latin typeface="Times New Roman" panose="02020603050405020304" pitchFamily="18" charset="0"/>
                <a:cs typeface="Times New Roman" panose="02020603050405020304" pitchFamily="18" charset="0"/>
              </a:rPr>
              <a:t>n,w</a:t>
            </a:r>
            <a:r>
              <a:rPr lang="en-US" altLang="zh-CN" b="1" dirty="0" smtClean="0">
                <a:latin typeface="Times New Roman" panose="02020603050405020304" pitchFamily="18" charset="0"/>
                <a:cs typeface="Times New Roman" panose="02020603050405020304" pitchFamily="18" charset="0"/>
              </a:rPr>
              <a:t>[],C1,C2)</a:t>
            </a:r>
            <a:endParaRPr lang="en-US" altLang="zh-CN" dirty="0">
              <a:latin typeface="Times New Roman" panose="02020603050405020304" pitchFamily="18" charset="0"/>
              <a:cs typeface="Times New Roman" panose="02020603050405020304" pitchFamily="18" charset="0"/>
            </a:endParaRP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5800" y="0"/>
            <a:ext cx="7741470" cy="6858000"/>
          </a:xfrm>
          <a:prstGeom prst="rect">
            <a:avLst/>
          </a:prstGeom>
        </p:spPr>
      </p:pic>
    </p:spTree>
    <p:extLst>
      <p:ext uri="{BB962C8B-B14F-4D97-AF65-F5344CB8AC3E}">
        <p14:creationId xmlns:p14="http://schemas.microsoft.com/office/powerpoint/2010/main" val="1452051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26</a:t>
            </a:fld>
            <a:endParaRPr lang="zh-CN" altLang="en-US" dirty="0"/>
          </a:p>
        </p:txBody>
      </p:sp>
      <p:sp>
        <p:nvSpPr>
          <p:cNvPr id="3" name="标题 2"/>
          <p:cNvSpPr>
            <a:spLocks noGrp="1"/>
          </p:cNvSpPr>
          <p:nvPr>
            <p:ph type="ctrTitle"/>
          </p:nvPr>
        </p:nvSpPr>
        <p:spPr/>
        <p:txBody>
          <a:bodyPr/>
          <a:lstStyle/>
          <a:p>
            <a:r>
              <a:rPr lang="zh-CN" altLang="en-US" dirty="0"/>
              <a:t>三</a:t>
            </a:r>
            <a:r>
              <a:rPr lang="zh-CN" altLang="en-US" dirty="0" smtClean="0"/>
              <a:t>、</a:t>
            </a:r>
            <a:r>
              <a:rPr lang="zh-CN" altLang="en-US" dirty="0"/>
              <a:t>装载问题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dirty="0"/>
                  <a:t>算法（递归）</a:t>
                </a:r>
                <a:endParaRPr lang="en-US" altLang="zh-CN" dirty="0"/>
              </a:p>
              <a:p>
                <a:pPr lvl="1"/>
                <a:r>
                  <a:rPr lang="zh-CN" altLang="en-US" b="1" dirty="0">
                    <a:latin typeface="Times New Roman" panose="02020603050405020304" pitchFamily="18" charset="0"/>
                    <a:cs typeface="Times New Roman" panose="02020603050405020304" pitchFamily="18" charset="0"/>
                  </a:rPr>
                  <a:t>递归回溯</a:t>
                </a:r>
                <a:endParaRPr lang="en-US" altLang="zh-CN" b="1" dirty="0">
                  <a:latin typeface="Times New Roman" panose="02020603050405020304" pitchFamily="18" charset="0"/>
                  <a:cs typeface="Times New Roman" panose="02020603050405020304" pitchFamily="18" charset="0"/>
                </a:endParaRPr>
              </a:p>
              <a:p>
                <a:pPr lvl="2"/>
                <a:r>
                  <a:rPr lang="en-US" altLang="zh-CN" sz="2200" b="1" dirty="0">
                    <a:latin typeface="Times New Roman" panose="02020603050405020304" pitchFamily="18" charset="0"/>
                    <a:cs typeface="Times New Roman" panose="02020603050405020304" pitchFamily="18" charset="0"/>
                  </a:rPr>
                  <a:t>Backtrack(t)</a:t>
                </a:r>
              </a:p>
              <a:p>
                <a:pPr lvl="2"/>
                <a:endParaRPr lang="en-US" altLang="zh-CN" sz="2200" b="1" dirty="0">
                  <a:latin typeface="Times New Roman" panose="02020603050405020304" pitchFamily="18" charset="0"/>
                  <a:cs typeface="Times New Roman" panose="02020603050405020304" pitchFamily="18" charset="0"/>
                </a:endParaRPr>
              </a:p>
              <a:p>
                <a:pPr lvl="2"/>
                <a:endParaRPr lang="en-US" altLang="zh-CN" sz="2200" b="1" dirty="0">
                  <a:latin typeface="Times New Roman" panose="02020603050405020304" pitchFamily="18" charset="0"/>
                  <a:cs typeface="Times New Roman" panose="02020603050405020304" pitchFamily="18" charset="0"/>
                </a:endParaRPr>
              </a:p>
              <a:p>
                <a:pPr lvl="2"/>
                <a:r>
                  <a:rPr lang="en-US" altLang="zh-CN" sz="2200" b="1" dirty="0">
                    <a:latin typeface="Times New Roman" panose="02020603050405020304" pitchFamily="18" charset="0"/>
                    <a:cs typeface="Times New Roman" panose="02020603050405020304" pitchFamily="18" charset="0"/>
                  </a:rPr>
                  <a:t>T(n)=</a:t>
                </a:r>
                <a:r>
                  <a:rPr lang="en-US" altLang="zh-CN" sz="2200" b="1" dirty="0" smtClean="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CN" sz="2200" b="1" i="1">
                            <a:latin typeface="Cambria Math" panose="02040503050406030204" pitchFamily="18" charset="0"/>
                            <a:cs typeface="Times New Roman" panose="02020603050405020304" pitchFamily="18" charset="0"/>
                          </a:rPr>
                        </m:ctrlPr>
                      </m:sSupPr>
                      <m:e>
                        <m:r>
                          <a:rPr lang="en-US" altLang="zh-CN" sz="2200" b="1" i="1">
                            <a:latin typeface="Cambria Math" panose="02040503050406030204" pitchFamily="18" charset="0"/>
                            <a:cs typeface="Times New Roman" panose="02020603050405020304" pitchFamily="18" charset="0"/>
                          </a:rPr>
                          <m:t>𝟐</m:t>
                        </m:r>
                      </m:e>
                      <m:sup>
                        <m:r>
                          <a:rPr lang="en-US" altLang="zh-CN" sz="2200" b="1" i="1">
                            <a:latin typeface="Cambria Math" panose="02040503050406030204" pitchFamily="18" charset="0"/>
                            <a:cs typeface="Times New Roman" panose="02020603050405020304" pitchFamily="18" charset="0"/>
                          </a:rPr>
                          <m:t>𝒏</m:t>
                        </m:r>
                      </m:sup>
                    </m:sSup>
                  </m:oMath>
                </a14:m>
                <a:r>
                  <a:rPr lang="en-US" altLang="zh-CN" sz="2200" b="1" dirty="0" smtClean="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4572" y="174364"/>
            <a:ext cx="7976619" cy="6458135"/>
          </a:xfrm>
          <a:prstGeom prst="rect">
            <a:avLst/>
          </a:prstGeom>
        </p:spPr>
      </p:pic>
    </p:spTree>
    <p:extLst>
      <p:ext uri="{BB962C8B-B14F-4D97-AF65-F5344CB8AC3E}">
        <p14:creationId xmlns:p14="http://schemas.microsoft.com/office/powerpoint/2010/main" val="13528331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27</a:t>
            </a:fld>
            <a:endParaRPr lang="zh-CN" altLang="en-US" dirty="0"/>
          </a:p>
        </p:txBody>
      </p:sp>
      <p:sp>
        <p:nvSpPr>
          <p:cNvPr id="3" name="标题 2"/>
          <p:cNvSpPr>
            <a:spLocks noGrp="1"/>
          </p:cNvSpPr>
          <p:nvPr>
            <p:ph type="ctrTitle"/>
          </p:nvPr>
        </p:nvSpPr>
        <p:spPr/>
        <p:txBody>
          <a:bodyPr/>
          <a:lstStyle/>
          <a:p>
            <a:r>
              <a:rPr lang="zh-CN" altLang="en-US" dirty="0"/>
              <a:t>三</a:t>
            </a:r>
            <a:r>
              <a:rPr lang="zh-CN" altLang="en-US" dirty="0" smtClean="0"/>
              <a:t>、</a:t>
            </a:r>
            <a:r>
              <a:rPr lang="zh-CN" altLang="en-US" dirty="0"/>
              <a:t>装载问题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pPr lvl="1"/>
            <a:r>
              <a:rPr lang="zh-CN" altLang="en-US" b="1" dirty="0" smtClean="0">
                <a:latin typeface="Times New Roman" panose="02020603050405020304" pitchFamily="18" charset="0"/>
                <a:cs typeface="Times New Roman" panose="02020603050405020304" pitchFamily="18" charset="0"/>
              </a:rPr>
              <a:t>约束判断</a:t>
            </a:r>
            <a:r>
              <a:rPr lang="en-US" altLang="zh-CN" b="1" dirty="0" smtClean="0">
                <a:latin typeface="Times New Roman" panose="02020603050405020304" pitchFamily="18" charset="0"/>
                <a:cs typeface="Times New Roman" panose="02020603050405020304" pitchFamily="18" charset="0"/>
              </a:rPr>
              <a:t>place(t</a:t>
            </a:r>
            <a:r>
              <a:rPr lang="en-US" altLang="zh-CN" b="1" dirty="0">
                <a:latin typeface="Times New Roman" panose="02020603050405020304" pitchFamily="18" charset="0"/>
                <a:cs typeface="Times New Roman" panose="02020603050405020304" pitchFamily="18" charset="0"/>
              </a:rPr>
              <a: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0663" y="1772816"/>
            <a:ext cx="9975926" cy="3907237"/>
          </a:xfrm>
          <a:prstGeom prst="rect">
            <a:avLst/>
          </a:prstGeom>
        </p:spPr>
      </p:pic>
    </p:spTree>
    <p:extLst>
      <p:ext uri="{BB962C8B-B14F-4D97-AF65-F5344CB8AC3E}">
        <p14:creationId xmlns:p14="http://schemas.microsoft.com/office/powerpoint/2010/main" val="39330454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28</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b="1" dirty="0"/>
                  <a:t>问题描述：某售货员要到若干城市去推销商品</a:t>
                </a:r>
                <a:r>
                  <a:rPr lang="zh-CN" altLang="en-US" b="1" dirty="0" smtClean="0"/>
                  <a:t>，任意两城市之间都有路径（完全图），已知</a:t>
                </a:r>
                <a:r>
                  <a:rPr lang="zh-CN" altLang="en-US" b="1" dirty="0"/>
                  <a:t>各城市之间的路程</a:t>
                </a:r>
                <a:r>
                  <a:rPr lang="en-US" altLang="zh-CN" b="1" dirty="0"/>
                  <a:t>(</a:t>
                </a:r>
                <a:r>
                  <a:rPr lang="zh-CN" altLang="en-US" b="1" dirty="0"/>
                  <a:t>或旅费</a:t>
                </a:r>
                <a:r>
                  <a:rPr lang="en-US" altLang="zh-CN" b="1" dirty="0"/>
                  <a:t>)</a:t>
                </a:r>
                <a:r>
                  <a:rPr lang="zh-CN" altLang="en-US" b="1" dirty="0"/>
                  <a:t>。他要选定一条从驻地出发，经过每个城市</a:t>
                </a:r>
                <a:r>
                  <a:rPr lang="zh-CN" altLang="en-US" b="1" dirty="0" smtClean="0"/>
                  <a:t>一次，</a:t>
                </a:r>
                <a:r>
                  <a:rPr lang="zh-CN" altLang="en-US" b="1" dirty="0"/>
                  <a:t>最后回到驻地的路线，使总的路程</a:t>
                </a:r>
                <a:r>
                  <a:rPr lang="en-US" altLang="zh-CN" b="1" dirty="0"/>
                  <a:t>(</a:t>
                </a:r>
                <a:r>
                  <a:rPr lang="zh-CN" altLang="en-US" b="1" dirty="0"/>
                  <a:t>或费用</a:t>
                </a:r>
                <a:r>
                  <a:rPr lang="en-US" altLang="zh-CN" b="1" dirty="0"/>
                  <a:t>)</a:t>
                </a:r>
                <a:r>
                  <a:rPr lang="zh-CN" altLang="en-US" b="1" dirty="0"/>
                  <a:t>最小。</a:t>
                </a:r>
              </a:p>
              <a:p>
                <a:endParaRPr lang="en-US" altLang="zh-CN" dirty="0" smtClean="0"/>
              </a:p>
              <a:p>
                <a:r>
                  <a:rPr lang="zh-CN" altLang="en-US" b="1" dirty="0" smtClean="0"/>
                  <a:t>形式化描述：</a:t>
                </a:r>
                <a:endParaRPr lang="en-US" altLang="zh-CN" b="1" dirty="0" smtClean="0"/>
              </a:p>
              <a:p>
                <a:endParaRPr lang="en-US" altLang="zh-CN" dirty="0" smtClean="0"/>
              </a:p>
              <a:p>
                <a:pPr lvl="1"/>
                <a:r>
                  <a:rPr lang="zh-CN" altLang="en-US" b="1" dirty="0">
                    <a:latin typeface="Times New Roman" panose="02020603050405020304" pitchFamily="18" charset="0"/>
                    <a:cs typeface="Times New Roman" panose="02020603050405020304" pitchFamily="18" charset="0"/>
                  </a:rPr>
                  <a:t>城市集</a:t>
                </a:r>
                <a:r>
                  <a:rPr lang="en-US" altLang="zh-CN" b="1" dirty="0">
                    <a:latin typeface="Times New Roman" panose="02020603050405020304" pitchFamily="18" charset="0"/>
                    <a:cs typeface="Times New Roman" panose="02020603050405020304" pitchFamily="18" charset="0"/>
                  </a:rPr>
                  <a:t>X={</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𝟏</m:t>
                        </m:r>
                      </m:sub>
                    </m:sSub>
                    <m:r>
                      <a:rPr lang="en-US" altLang="zh-CN" b="1">
                        <a:latin typeface="Cambria Math" panose="02040503050406030204" pitchFamily="18" charset="0"/>
                      </a:rPr>
                      <m:t>,</m:t>
                    </m:r>
                  </m:oMath>
                </a14:m>
                <a:r>
                  <a:rPr lang="en-US" altLang="zh-C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𝟐</m:t>
                        </m:r>
                      </m:sub>
                    </m:sSub>
                    <m:r>
                      <a:rPr lang="en-US" altLang="zh-CN" b="1">
                        <a:latin typeface="Cambria Math" panose="02040503050406030204" pitchFamily="18" charset="0"/>
                      </a:rPr>
                      <m:t>,</m:t>
                    </m:r>
                  </m:oMath>
                </a14:m>
                <a:r>
                  <a:rPr lang="en-US" altLang="zh-CN" b="1"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𝒏</m:t>
                        </m:r>
                      </m:sub>
                    </m:sSub>
                  </m:oMath>
                </a14:m>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距离</a:t>
                </a:r>
                <a:r>
                  <a:rPr lang="en-US" altLang="zh-CN" b="1" dirty="0">
                    <a:latin typeface="Times New Roman" panose="02020603050405020304" pitchFamily="18" charset="0"/>
                    <a:cs typeface="Times New Roman" panose="02020603050405020304" pitchFamily="18" charset="0"/>
                  </a:rPr>
                  <a:t>d(</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𝒊</m:t>
                        </m:r>
                      </m:sub>
                    </m:sSub>
                    <m:r>
                      <a:rPr lang="en-US" altLang="zh-CN" b="1">
                        <a:latin typeface="Cambria Math" panose="02040503050406030204" pitchFamily="18" charset="0"/>
                      </a:rPr>
                      <m:t>,</m:t>
                    </m:r>
                  </m:oMath>
                </a14:m>
                <a:r>
                  <a:rPr lang="en-US" altLang="zh-C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𝒋</m:t>
                        </m:r>
                      </m:sub>
                    </m:sSub>
                  </m:oMath>
                </a14:m>
                <a:r>
                  <a:rPr lang="en-US" altLang="zh-CN" b="1" dirty="0">
                    <a:latin typeface="Times New Roman" panose="02020603050405020304" pitchFamily="18" charset="0"/>
                    <a:cs typeface="Times New Roman" panose="02020603050405020304" pitchFamily="18" charset="0"/>
                  </a:rPr>
                  <a:t>)= d(</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𝒋</m:t>
                        </m:r>
                      </m:sub>
                    </m:sSub>
                    <m:r>
                      <a:rPr lang="en-US" altLang="zh-CN" b="1">
                        <a:latin typeface="Cambria Math" panose="02040503050406030204" pitchFamily="18" charset="0"/>
                      </a:rPr>
                      <m:t>,</m:t>
                    </m:r>
                  </m:oMath>
                </a14:m>
                <a:r>
                  <a:rPr lang="en-US" altLang="zh-CN"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𝒊</m:t>
                        </m:r>
                      </m:sub>
                    </m:sSub>
                  </m:oMath>
                </a14:m>
                <a:r>
                  <a:rPr lang="en-US" altLang="zh-CN" b="1" dirty="0">
                    <a:latin typeface="Times New Roman" panose="02020603050405020304" pitchFamily="18" charset="0"/>
                    <a:cs typeface="Times New Roman" panose="02020603050405020304" pitchFamily="18" charset="0"/>
                  </a:rPr>
                  <a:t>)</a:t>
                </a:r>
                <a14:m>
                  <m:oMath xmlns:m="http://schemas.openxmlformats.org/officeDocument/2006/math">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rPr>
                        </m:ctrlPr>
                      </m:sSupPr>
                      <m:e>
                        <m:r>
                          <m:rPr>
                            <m:nor/>
                          </m:rPr>
                          <a:rPr lang="en-US" altLang="zh-CN" b="1" dirty="0">
                            <a:latin typeface="Times New Roman" panose="02020603050405020304" pitchFamily="18" charset="0"/>
                            <a:cs typeface="Times New Roman" panose="02020603050405020304" pitchFamily="18" charset="0"/>
                          </a:rPr>
                          <m:t>Z</m:t>
                        </m:r>
                      </m:e>
                      <m:sup>
                        <m:r>
                          <a:rPr lang="en-US" altLang="zh-CN" b="1" i="1" dirty="0">
                            <a:latin typeface="Cambria Math" panose="02040503050406030204" pitchFamily="18" charset="0"/>
                          </a:rPr>
                          <m:t>+</m:t>
                        </m:r>
                      </m:sup>
                    </m:sSup>
                  </m:oMath>
                </a14:m>
                <a:r>
                  <a:rPr lang="zh-CN" altLang="en-US" b="1" dirty="0" smtClean="0">
                    <a:solidFill>
                      <a:srgbClr val="FF0000"/>
                    </a:solidFill>
                    <a:latin typeface="Times New Roman" panose="02020603050405020304" pitchFamily="18" charset="0"/>
                    <a:cs typeface="Times New Roman" panose="02020603050405020304" pitchFamily="18" charset="0"/>
                  </a:rPr>
                  <a:t>无向，</a:t>
                </a:r>
                <a:r>
                  <a:rPr lang="en-US" altLang="zh-CN" b="1" dirty="0" smtClean="0">
                    <a:latin typeface="Times New Roman" panose="02020603050405020304" pitchFamily="18" charset="0"/>
                    <a:cs typeface="Times New Roman" panose="02020603050405020304" pitchFamily="18" charset="0"/>
                  </a:rPr>
                  <a:t>1&lt;=</a:t>
                </a:r>
                <a:r>
                  <a:rPr lang="en-US" altLang="zh-CN" b="1"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&lt;j&lt;=</a:t>
                </a:r>
                <a:r>
                  <a:rPr lang="en-US" altLang="zh-CN" b="1" dirty="0" smtClean="0">
                    <a:latin typeface="Times New Roman" panose="02020603050405020304" pitchFamily="18" charset="0"/>
                    <a:cs typeface="Times New Roman" panose="02020603050405020304" pitchFamily="18" charset="0"/>
                  </a:rPr>
                  <a:t>n</a:t>
                </a:r>
              </a:p>
              <a:p>
                <a:pPr lvl="1"/>
                <a:endParaRPr lang="en-US" altLang="zh-CN" b="1" dirty="0" smtClean="0">
                  <a:latin typeface="Times New Roman" panose="02020603050405020304" pitchFamily="18" charset="0"/>
                  <a:cs typeface="Times New Roman" panose="02020603050405020304" pitchFamily="18" charset="0"/>
                </a:endParaRPr>
              </a:p>
              <a:p>
                <a:pPr lvl="1"/>
                <a:r>
                  <a:rPr kumimoji="1" lang="zh-CN" altLang="en-US" b="1" dirty="0" smtClean="0">
                    <a:solidFill>
                      <a:srgbClr val="000000"/>
                    </a:solidFill>
                    <a:latin typeface="Times New Roman" panose="02020603050405020304" pitchFamily="18" charset="0"/>
                    <a:ea typeface="宋体" panose="02010600030101010101" pitchFamily="2" charset="-122"/>
                  </a:rPr>
                  <a:t>求：</a:t>
                </a:r>
                <a:r>
                  <a:rPr kumimoji="1" lang="en-US" altLang="zh-CN" b="1" dirty="0" smtClean="0">
                    <a:solidFill>
                      <a:srgbClr val="000000"/>
                    </a:solidFill>
                    <a:latin typeface="Times New Roman" panose="02020603050405020304" pitchFamily="18" charset="0"/>
                    <a:ea typeface="宋体" panose="02010600030101010101" pitchFamily="2" charset="-122"/>
                  </a:rPr>
                  <a:t>1,2</a:t>
                </a:r>
                <a:r>
                  <a:rPr kumimoji="1" lang="en-US" altLang="zh-CN" b="1" dirty="0">
                    <a:solidFill>
                      <a:srgbClr val="000000"/>
                    </a:solidFill>
                    <a:latin typeface="Times New Roman" panose="02020603050405020304" pitchFamily="18" charset="0"/>
                    <a:ea typeface="宋体" panose="02010600030101010101" pitchFamily="2" charset="-122"/>
                  </a:rPr>
                  <a:t>,…,n</a:t>
                </a:r>
                <a:r>
                  <a:rPr kumimoji="1" lang="zh-CN" altLang="en-US" b="1" dirty="0">
                    <a:solidFill>
                      <a:srgbClr val="000000"/>
                    </a:solidFill>
                    <a:latin typeface="Times New Roman" panose="02020603050405020304" pitchFamily="18" charset="0"/>
                    <a:ea typeface="宋体" panose="02010600030101010101" pitchFamily="2" charset="-122"/>
                  </a:rPr>
                  <a:t>的排列</a:t>
                </a:r>
                <a14:m>
                  <m:oMath xmlns:m="http://schemas.openxmlformats.org/officeDocument/2006/math">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𝟏</m:t>
                        </m:r>
                      </m:sub>
                    </m:sSub>
                    <m:r>
                      <a:rPr kumimoji="1" lang="en-US" altLang="zh-CN" b="1">
                        <a:solidFill>
                          <a:srgbClr val="000000"/>
                        </a:solidFill>
                        <a:latin typeface="Cambria Math" panose="02040503050406030204" pitchFamily="18" charset="0"/>
                      </a:rPr>
                      <m:t>,</m:t>
                    </m:r>
                  </m:oMath>
                </a14:m>
                <a:r>
                  <a:rPr kumimoji="1" lang="en-US" altLang="zh-CN" b="1" dirty="0">
                    <a:solidFill>
                      <a:srgbClr val="000000"/>
                    </a:solidFill>
                    <a:latin typeface="Times New Roman" panose="02020603050405020304" pitchFamily="18" charset="0"/>
                    <a:ea typeface="宋体" panose="02010600030101010101" pitchFamily="2" charset="-122"/>
                  </a:rPr>
                  <a:t> </a:t>
                </a:r>
                <a14:m>
                  <m:oMath xmlns:m="http://schemas.openxmlformats.org/officeDocument/2006/math">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𝟐</m:t>
                        </m:r>
                      </m:sub>
                    </m:sSub>
                    <m:r>
                      <a:rPr kumimoji="1" lang="en-US" altLang="zh-CN" b="1">
                        <a:solidFill>
                          <a:srgbClr val="000000"/>
                        </a:solidFill>
                        <a:latin typeface="Cambria Math" panose="02040503050406030204" pitchFamily="18" charset="0"/>
                      </a:rPr>
                      <m:t>,</m:t>
                    </m:r>
                  </m:oMath>
                </a14:m>
                <a:r>
                  <a:rPr kumimoji="1" lang="en-US" altLang="zh-CN" b="1" dirty="0">
                    <a:solidFill>
                      <a:srgbClr val="000000"/>
                    </a:solidFill>
                    <a:latin typeface="Times New Roman" panose="02020603050405020304" pitchFamily="18" charset="0"/>
                    <a:ea typeface="宋体" panose="02010600030101010101" pitchFamily="2" charset="-122"/>
                  </a:rPr>
                  <a:t>…,</a:t>
                </a:r>
                <a14:m>
                  <m:oMath xmlns:m="http://schemas.openxmlformats.org/officeDocument/2006/math">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𝒏</m:t>
                        </m:r>
                      </m:sub>
                    </m:sSub>
                  </m:oMath>
                </a14:m>
                <a:r>
                  <a:rPr kumimoji="1" lang="zh-CN" altLang="en-US" b="1" dirty="0" smtClean="0">
                    <a:solidFill>
                      <a:srgbClr val="000000"/>
                    </a:solidFill>
                    <a:latin typeface="Times New Roman" panose="02020603050405020304" pitchFamily="18" charset="0"/>
                    <a:ea typeface="宋体" panose="02010600030101010101" pitchFamily="2" charset="-122"/>
                  </a:rPr>
                  <a:t>使得</a:t>
                </a:r>
                <a:r>
                  <a:rPr kumimoji="1" lang="en-US" altLang="zh-CN" b="1" dirty="0" smtClean="0">
                    <a:solidFill>
                      <a:srgbClr val="000000"/>
                    </a:solidFill>
                    <a:latin typeface="Times New Roman" panose="02020603050405020304" pitchFamily="18" charset="0"/>
                    <a:ea typeface="宋体" panose="02010600030101010101" pitchFamily="2" charset="-122"/>
                  </a:rPr>
                  <a:t>min</a:t>
                </a:r>
                <a14:m>
                  <m:oMath xmlns:m="http://schemas.openxmlformats.org/officeDocument/2006/math">
                    <m:r>
                      <a:rPr kumimoji="1" lang="en-US" altLang="zh-CN" b="1" i="1">
                        <a:solidFill>
                          <a:srgbClr val="000000"/>
                        </a:solidFill>
                        <a:latin typeface="Cambria Math" panose="02040503050406030204" pitchFamily="18" charset="0"/>
                      </a:rPr>
                      <m:t>{</m:t>
                    </m:r>
                    <m:nary>
                      <m:naryPr>
                        <m:chr m:val="∑"/>
                        <m:ctrlPr>
                          <a:rPr kumimoji="1" lang="en-US" altLang="zh-CN" b="1" i="1">
                            <a:solidFill>
                              <a:srgbClr val="000000"/>
                            </a:solidFill>
                            <a:latin typeface="Cambria Math" panose="02040503050406030204" pitchFamily="18" charset="0"/>
                          </a:rPr>
                        </m:ctrlPr>
                      </m:naryPr>
                      <m:sub>
                        <m:r>
                          <m:rPr>
                            <m:brk m:alnAt="23"/>
                          </m:rPr>
                          <a:rPr kumimoji="1" lang="en-US" altLang="zh-CN" b="1" i="1">
                            <a:solidFill>
                              <a:srgbClr val="000000"/>
                            </a:solidFill>
                            <a:latin typeface="Cambria Math" panose="02040503050406030204" pitchFamily="18" charset="0"/>
                          </a:rPr>
                          <m:t>𝒊</m:t>
                        </m:r>
                        <m:r>
                          <a:rPr kumimoji="1" lang="en-US" altLang="zh-CN" b="1" i="1">
                            <a:solidFill>
                              <a:srgbClr val="000000"/>
                            </a:solidFill>
                            <a:latin typeface="Cambria Math" panose="02040503050406030204" pitchFamily="18" charset="0"/>
                          </a:rPr>
                          <m:t>=</m:t>
                        </m:r>
                        <m:r>
                          <a:rPr kumimoji="1" lang="en-US" altLang="zh-CN" b="1" i="1">
                            <a:solidFill>
                              <a:srgbClr val="000000"/>
                            </a:solidFill>
                            <a:latin typeface="Cambria Math" panose="02040503050406030204" pitchFamily="18" charset="0"/>
                          </a:rPr>
                          <m:t>𝟏</m:t>
                        </m:r>
                      </m:sub>
                      <m:sup>
                        <m:r>
                          <a:rPr kumimoji="1" lang="en-US" altLang="zh-CN" b="1" i="1">
                            <a:solidFill>
                              <a:srgbClr val="000000"/>
                            </a:solidFill>
                            <a:latin typeface="Cambria Math" panose="02040503050406030204" pitchFamily="18" charset="0"/>
                          </a:rPr>
                          <m:t>𝒏</m:t>
                        </m:r>
                        <m:r>
                          <a:rPr kumimoji="1" lang="en-US" altLang="zh-CN" b="1" i="1">
                            <a:solidFill>
                              <a:srgbClr val="000000"/>
                            </a:solidFill>
                            <a:latin typeface="Cambria Math" panose="02040503050406030204" pitchFamily="18" charset="0"/>
                          </a:rPr>
                          <m:t>−</m:t>
                        </m:r>
                        <m:r>
                          <a:rPr kumimoji="1" lang="en-US" altLang="zh-CN" b="1" i="1">
                            <a:solidFill>
                              <a:srgbClr val="000000"/>
                            </a:solidFill>
                            <a:latin typeface="Cambria Math" panose="02040503050406030204" pitchFamily="18" charset="0"/>
                          </a:rPr>
                          <m:t>𝟏</m:t>
                        </m:r>
                      </m:sup>
                      <m:e>
                        <m:r>
                          <m:rPr>
                            <m:nor/>
                          </m:rPr>
                          <a:rPr kumimoji="1" lang="en-US" altLang="zh-CN" b="1" dirty="0">
                            <a:solidFill>
                              <a:srgbClr val="000000"/>
                            </a:solidFill>
                            <a:latin typeface="Times New Roman" panose="02020603050405020304" pitchFamily="18" charset="0"/>
                            <a:ea typeface="宋体" panose="02010600030101010101" pitchFamily="2" charset="-122"/>
                          </a:rPr>
                          <m:t>d</m:t>
                        </m:r>
                        <m:r>
                          <m:rPr>
                            <m:nor/>
                          </m:rPr>
                          <a:rPr kumimoji="1" lang="en-US" altLang="zh-CN" b="1" dirty="0">
                            <a:solidFill>
                              <a:srgbClr val="000000"/>
                            </a:solidFill>
                            <a:latin typeface="Times New Roman" panose="02020603050405020304" pitchFamily="18" charset="0"/>
                            <a:ea typeface="宋体" panose="02010600030101010101" pitchFamily="2" charset="-122"/>
                          </a:rPr>
                          <m:t>(</m:t>
                        </m:r>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𝒙</m:t>
                            </m:r>
                          </m:e>
                          <m:sub>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𝒊</m:t>
                                </m:r>
                              </m:sub>
                            </m:sSub>
                          </m:sub>
                        </m:sSub>
                        <m:r>
                          <a:rPr kumimoji="1" lang="en-US" altLang="zh-CN" b="1">
                            <a:solidFill>
                              <a:srgbClr val="000000"/>
                            </a:solidFill>
                            <a:latin typeface="Cambria Math" panose="02040503050406030204" pitchFamily="18" charset="0"/>
                          </a:rPr>
                          <m:t>,</m:t>
                        </m:r>
                        <m:r>
                          <m:rPr>
                            <m:nor/>
                          </m:rPr>
                          <a:rPr kumimoji="1" lang="en-US" altLang="zh-CN" b="1" dirty="0">
                            <a:solidFill>
                              <a:srgbClr val="000000"/>
                            </a:solidFill>
                            <a:latin typeface="Times New Roman" panose="02020603050405020304" pitchFamily="18" charset="0"/>
                            <a:ea typeface="宋体" panose="02010600030101010101" pitchFamily="2" charset="-122"/>
                          </a:rPr>
                          <m:t> </m:t>
                        </m:r>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𝒙</m:t>
                            </m:r>
                          </m:e>
                          <m:sub>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𝒊</m:t>
                                </m:r>
                                <m:r>
                                  <a:rPr kumimoji="1" lang="en-US" altLang="zh-CN" b="1" i="1">
                                    <a:solidFill>
                                      <a:srgbClr val="000000"/>
                                    </a:solidFill>
                                    <a:latin typeface="Cambria Math" panose="02040503050406030204" pitchFamily="18" charset="0"/>
                                  </a:rPr>
                                  <m:t>+</m:t>
                                </m:r>
                                <m:r>
                                  <a:rPr kumimoji="1" lang="en-US" altLang="zh-CN" b="1" i="1">
                                    <a:solidFill>
                                      <a:srgbClr val="000000"/>
                                    </a:solidFill>
                                    <a:latin typeface="Cambria Math" panose="02040503050406030204" pitchFamily="18" charset="0"/>
                                  </a:rPr>
                                  <m:t>𝟏</m:t>
                                </m:r>
                              </m:sub>
                            </m:sSub>
                          </m:sub>
                        </m:sSub>
                        <m:r>
                          <m:rPr>
                            <m:nor/>
                          </m:rPr>
                          <a:rPr kumimoji="1" lang="en-US" altLang="zh-CN" b="1" dirty="0">
                            <a:solidFill>
                              <a:srgbClr val="000000"/>
                            </a:solidFill>
                            <a:latin typeface="Times New Roman" panose="02020603050405020304" pitchFamily="18" charset="0"/>
                            <a:ea typeface="宋体" panose="02010600030101010101" pitchFamily="2" charset="-122"/>
                          </a:rPr>
                          <m:t>)</m:t>
                        </m:r>
                      </m:e>
                    </m:nary>
                    <m:r>
                      <a:rPr kumimoji="1" lang="en-US" altLang="zh-CN" b="1" i="1">
                        <a:solidFill>
                          <a:srgbClr val="000000"/>
                        </a:solidFill>
                        <a:latin typeface="Cambria Math" panose="02040503050406030204" pitchFamily="18" charset="0"/>
                      </a:rPr>
                      <m:t>+</m:t>
                    </m:r>
                    <m:r>
                      <m:rPr>
                        <m:nor/>
                      </m:rPr>
                      <a:rPr kumimoji="1" lang="en-US" altLang="zh-CN" b="1" dirty="0">
                        <a:solidFill>
                          <a:srgbClr val="000000"/>
                        </a:solidFill>
                        <a:latin typeface="Times New Roman" panose="02020603050405020304" pitchFamily="18" charset="0"/>
                        <a:ea typeface="宋体" panose="02010600030101010101" pitchFamily="2" charset="-122"/>
                      </a:rPr>
                      <m:t>d</m:t>
                    </m:r>
                    <m:r>
                      <m:rPr>
                        <m:nor/>
                      </m:rPr>
                      <a:rPr kumimoji="1" lang="en-US" altLang="zh-CN" b="1" dirty="0">
                        <a:solidFill>
                          <a:srgbClr val="000000"/>
                        </a:solidFill>
                        <a:latin typeface="Times New Roman" panose="02020603050405020304" pitchFamily="18" charset="0"/>
                        <a:ea typeface="宋体" panose="02010600030101010101" pitchFamily="2" charset="-122"/>
                      </a:rPr>
                      <m:t>(</m:t>
                    </m:r>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𝒙</m:t>
                        </m:r>
                      </m:e>
                      <m:sub>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𝒏</m:t>
                            </m:r>
                          </m:sub>
                        </m:sSub>
                      </m:sub>
                    </m:sSub>
                    <m:r>
                      <a:rPr kumimoji="1" lang="en-US" altLang="zh-CN" b="1">
                        <a:solidFill>
                          <a:srgbClr val="000000"/>
                        </a:solidFill>
                        <a:latin typeface="Cambria Math" panose="02040503050406030204" pitchFamily="18" charset="0"/>
                      </a:rPr>
                      <m:t>,</m:t>
                    </m:r>
                    <m:r>
                      <m:rPr>
                        <m:nor/>
                      </m:rPr>
                      <a:rPr kumimoji="1" lang="en-US" altLang="zh-CN" b="1" dirty="0">
                        <a:solidFill>
                          <a:srgbClr val="000000"/>
                        </a:solidFill>
                        <a:latin typeface="Times New Roman" panose="02020603050405020304" pitchFamily="18" charset="0"/>
                        <a:ea typeface="宋体" panose="02010600030101010101" pitchFamily="2" charset="-122"/>
                      </a:rPr>
                      <m:t> </m:t>
                    </m:r>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𝒙</m:t>
                        </m:r>
                      </m:e>
                      <m:sub>
                        <m:sSub>
                          <m:sSubPr>
                            <m:ctrlPr>
                              <a:rPr kumimoji="1" lang="en-US" altLang="zh-CN" b="1" i="1">
                                <a:solidFill>
                                  <a:srgbClr val="000000"/>
                                </a:solidFill>
                                <a:latin typeface="Cambria Math" panose="02040503050406030204" pitchFamily="18" charset="0"/>
                              </a:rPr>
                            </m:ctrlPr>
                          </m:sSubPr>
                          <m:e>
                            <m:r>
                              <a:rPr kumimoji="1" lang="en-US" altLang="zh-CN" b="1" i="1">
                                <a:solidFill>
                                  <a:srgbClr val="000000"/>
                                </a:solidFill>
                                <a:latin typeface="Cambria Math" panose="02040503050406030204" pitchFamily="18" charset="0"/>
                              </a:rPr>
                              <m:t>𝒌</m:t>
                            </m:r>
                          </m:e>
                          <m:sub>
                            <m:r>
                              <a:rPr kumimoji="1" lang="en-US" altLang="zh-CN" b="1" i="1">
                                <a:solidFill>
                                  <a:srgbClr val="000000"/>
                                </a:solidFill>
                                <a:latin typeface="Cambria Math" panose="02040503050406030204" pitchFamily="18" charset="0"/>
                              </a:rPr>
                              <m:t>𝟏</m:t>
                            </m:r>
                          </m:sub>
                        </m:sSub>
                      </m:sub>
                    </m:sSub>
                    <m:r>
                      <m:rPr>
                        <m:nor/>
                      </m:rPr>
                      <a:rPr kumimoji="1" lang="en-US" altLang="zh-CN" b="1" dirty="0">
                        <a:solidFill>
                          <a:srgbClr val="000000"/>
                        </a:solidFill>
                        <a:latin typeface="Times New Roman" panose="02020603050405020304" pitchFamily="18" charset="0"/>
                        <a:ea typeface="宋体" panose="02010600030101010101" pitchFamily="2" charset="-122"/>
                      </a:rPr>
                      <m:t>)</m:t>
                    </m:r>
                    <m:r>
                      <a:rPr kumimoji="1" lang="en-US" altLang="zh-CN" b="1" i="1">
                        <a:solidFill>
                          <a:srgbClr val="000000"/>
                        </a:solidFill>
                        <a:latin typeface="Cambria Math" panose="02040503050406030204" pitchFamily="18" charset="0"/>
                      </a:rPr>
                      <m:t>}</m:t>
                    </m:r>
                  </m:oMath>
                </a14:m>
                <a:endParaRPr kumimoji="1" lang="en-US" altLang="zh-CN" b="1" dirty="0">
                  <a:solidFill>
                    <a:srgbClr val="000000"/>
                  </a:solidFill>
                  <a:latin typeface="Times New Roman" panose="02020603050405020304" pitchFamily="18" charset="0"/>
                  <a:ea typeface="宋体" panose="02010600030101010101" pitchFamily="2" charset="-122"/>
                </a:endParaRPr>
              </a:p>
              <a:p>
                <a:pPr lvl="1"/>
                <a:endParaRPr lang="en-US" altLang="zh-CN" sz="2000" b="1" dirty="0" smtClean="0">
                  <a:latin typeface="Times New Roman" panose="02020603050405020304" pitchFamily="18" charset="0"/>
                  <a:cs typeface="Times New Roman" panose="02020603050405020304" pitchFamily="18" charset="0"/>
                </a:endParaRPr>
              </a:p>
              <a:p>
                <a:pPr lvl="1"/>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sp>
        <p:nvSpPr>
          <p:cNvPr id="5" name="椭圆 4"/>
          <p:cNvSpPr/>
          <p:nvPr/>
        </p:nvSpPr>
        <p:spPr>
          <a:xfrm>
            <a:off x="1976544" y="5641903"/>
            <a:ext cx="360040" cy="357914"/>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200" b="1" dirty="0">
                <a:solidFill>
                  <a:schemeClr val="tx1"/>
                </a:solidFill>
                <a:latin typeface="Times New Roman" panose="02020603050405020304" pitchFamily="18" charset="0"/>
                <a:ea typeface="宋体" panose="02010600030101010101" pitchFamily="2" charset="-122"/>
              </a:rPr>
              <a:t>1</a:t>
            </a:r>
            <a:endParaRPr kumimoji="1" lang="zh-CN" altLang="en-US" sz="2200" b="1" dirty="0">
              <a:solidFill>
                <a:schemeClr val="tx1"/>
              </a:solidFill>
              <a:latin typeface="Times New Roman" panose="02020603050405020304" pitchFamily="18" charset="0"/>
              <a:ea typeface="宋体" panose="02010600030101010101" pitchFamily="2" charset="-122"/>
            </a:endParaRPr>
          </a:p>
        </p:txBody>
      </p:sp>
      <p:sp>
        <p:nvSpPr>
          <p:cNvPr id="6" name="椭圆 5"/>
          <p:cNvSpPr/>
          <p:nvPr/>
        </p:nvSpPr>
        <p:spPr>
          <a:xfrm>
            <a:off x="3005852" y="5641903"/>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3</a:t>
            </a:r>
            <a:endParaRPr lang="zh-CN" altLang="en-US" sz="2200" b="1" dirty="0">
              <a:solidFill>
                <a:schemeClr val="tx1"/>
              </a:solidFill>
            </a:endParaRPr>
          </a:p>
        </p:txBody>
      </p:sp>
      <p:sp>
        <p:nvSpPr>
          <p:cNvPr id="7" name="椭圆 6"/>
          <p:cNvSpPr/>
          <p:nvPr/>
        </p:nvSpPr>
        <p:spPr>
          <a:xfrm>
            <a:off x="4073321" y="5636939"/>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2</a:t>
            </a:r>
            <a:endParaRPr lang="zh-CN" altLang="en-US" sz="2200" b="1" dirty="0">
              <a:solidFill>
                <a:schemeClr val="tx1"/>
              </a:solidFill>
            </a:endParaRPr>
          </a:p>
        </p:txBody>
      </p:sp>
      <p:sp>
        <p:nvSpPr>
          <p:cNvPr id="9" name="文本框 8"/>
          <p:cNvSpPr txBox="1"/>
          <p:nvPr/>
        </p:nvSpPr>
        <p:spPr>
          <a:xfrm>
            <a:off x="1628344" y="5596389"/>
            <a:ext cx="312906" cy="369332"/>
          </a:xfrm>
          <a:prstGeom prst="rect">
            <a:avLst/>
          </a:prstGeom>
          <a:noFill/>
        </p:spPr>
        <p:txBody>
          <a:bodyPr wrap="non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S</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10" name="直接箭头连接符 9"/>
          <p:cNvCxnSpPr>
            <a:stCxn id="5" idx="6"/>
            <a:endCxn id="6" idx="2"/>
          </p:cNvCxnSpPr>
          <p:nvPr/>
        </p:nvCxnSpPr>
        <p:spPr>
          <a:xfrm>
            <a:off x="2336584" y="5820860"/>
            <a:ext cx="669268" cy="0"/>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6" idx="6"/>
            <a:endCxn id="7" idx="2"/>
          </p:cNvCxnSpPr>
          <p:nvPr/>
        </p:nvCxnSpPr>
        <p:spPr>
          <a:xfrm flipV="1">
            <a:off x="3365892" y="5815896"/>
            <a:ext cx="707429" cy="4964"/>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7" idx="6"/>
            <a:endCxn id="14" idx="2"/>
          </p:cNvCxnSpPr>
          <p:nvPr/>
        </p:nvCxnSpPr>
        <p:spPr>
          <a:xfrm flipV="1">
            <a:off x="4433361" y="5803128"/>
            <a:ext cx="620450" cy="12768"/>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5053811" y="5624171"/>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4</a:t>
            </a:r>
            <a:endParaRPr lang="zh-CN" altLang="en-US" sz="2200" b="1" dirty="0">
              <a:solidFill>
                <a:schemeClr val="tx1"/>
              </a:solidFill>
            </a:endParaRPr>
          </a:p>
        </p:txBody>
      </p:sp>
      <p:sp>
        <p:nvSpPr>
          <p:cNvPr id="46" name="Oval 2"/>
          <p:cNvSpPr>
            <a:spLocks noChangeArrowheads="1"/>
          </p:cNvSpPr>
          <p:nvPr/>
        </p:nvSpPr>
        <p:spPr bwMode="auto">
          <a:xfrm>
            <a:off x="3374507" y="2337246"/>
            <a:ext cx="358775" cy="359321"/>
          </a:xfrm>
          <a:prstGeom prst="ellipse">
            <a:avLst/>
          </a:prstGeom>
          <a:solidFill>
            <a:srgbClr val="00B050"/>
          </a:solidFill>
          <a:ln w="19050">
            <a:no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dirty="0"/>
              <a:t>1</a:t>
            </a:r>
          </a:p>
        </p:txBody>
      </p:sp>
      <p:sp>
        <p:nvSpPr>
          <p:cNvPr id="47" name="Oval 4"/>
          <p:cNvSpPr>
            <a:spLocks noChangeArrowheads="1"/>
          </p:cNvSpPr>
          <p:nvPr/>
        </p:nvSpPr>
        <p:spPr bwMode="auto">
          <a:xfrm>
            <a:off x="5104882" y="2356694"/>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2</a:t>
            </a:r>
          </a:p>
        </p:txBody>
      </p:sp>
      <p:sp>
        <p:nvSpPr>
          <p:cNvPr id="48" name="Oval 5"/>
          <p:cNvSpPr>
            <a:spLocks noChangeArrowheads="1"/>
          </p:cNvSpPr>
          <p:nvPr/>
        </p:nvSpPr>
        <p:spPr bwMode="auto">
          <a:xfrm>
            <a:off x="3374507" y="3466356"/>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3</a:t>
            </a:r>
          </a:p>
        </p:txBody>
      </p:sp>
      <p:sp>
        <p:nvSpPr>
          <p:cNvPr id="49" name="Oval 6"/>
          <p:cNvSpPr>
            <a:spLocks noChangeArrowheads="1"/>
          </p:cNvSpPr>
          <p:nvPr/>
        </p:nvSpPr>
        <p:spPr bwMode="auto">
          <a:xfrm>
            <a:off x="5073132" y="3477469"/>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4</a:t>
            </a:r>
          </a:p>
        </p:txBody>
      </p:sp>
      <p:sp>
        <p:nvSpPr>
          <p:cNvPr id="50" name="Line 7"/>
          <p:cNvSpPr>
            <a:spLocks noChangeShapeType="1"/>
          </p:cNvSpPr>
          <p:nvPr/>
        </p:nvSpPr>
        <p:spPr bwMode="auto">
          <a:xfrm>
            <a:off x="3547545" y="2628156"/>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8"/>
          <p:cNvSpPr>
            <a:spLocks noChangeShapeType="1"/>
          </p:cNvSpPr>
          <p:nvPr/>
        </p:nvSpPr>
        <p:spPr bwMode="auto">
          <a:xfrm>
            <a:off x="3733282" y="2475756"/>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9"/>
          <p:cNvSpPr>
            <a:spLocks noChangeShapeType="1"/>
          </p:cNvSpPr>
          <p:nvPr/>
        </p:nvSpPr>
        <p:spPr bwMode="auto">
          <a:xfrm>
            <a:off x="3668195" y="3618756"/>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10"/>
          <p:cNvSpPr>
            <a:spLocks noChangeShapeType="1"/>
          </p:cNvSpPr>
          <p:nvPr/>
        </p:nvSpPr>
        <p:spPr bwMode="auto">
          <a:xfrm>
            <a:off x="5235057" y="2639269"/>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11"/>
          <p:cNvSpPr>
            <a:spLocks noChangeShapeType="1"/>
          </p:cNvSpPr>
          <p:nvPr/>
        </p:nvSpPr>
        <p:spPr bwMode="auto">
          <a:xfrm>
            <a:off x="3711057" y="2572594"/>
            <a:ext cx="1371600" cy="9906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12"/>
          <p:cNvSpPr>
            <a:spLocks noChangeShapeType="1"/>
          </p:cNvSpPr>
          <p:nvPr/>
        </p:nvSpPr>
        <p:spPr bwMode="auto">
          <a:xfrm flipV="1">
            <a:off x="3645971" y="2594819"/>
            <a:ext cx="1508124" cy="906462"/>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 name="Text Box 13"/>
          <p:cNvSpPr txBox="1">
            <a:spLocks noChangeArrowheads="1"/>
          </p:cNvSpPr>
          <p:nvPr/>
        </p:nvSpPr>
        <p:spPr bwMode="auto">
          <a:xfrm>
            <a:off x="4204771" y="2349549"/>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t>30</a:t>
            </a:r>
          </a:p>
        </p:txBody>
      </p:sp>
      <p:sp>
        <p:nvSpPr>
          <p:cNvPr id="57" name="Text Box 14"/>
          <p:cNvSpPr txBox="1">
            <a:spLocks noChangeArrowheads="1"/>
          </p:cNvSpPr>
          <p:nvPr/>
        </p:nvSpPr>
        <p:spPr bwMode="auto">
          <a:xfrm>
            <a:off x="5181082" y="2856756"/>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10</a:t>
            </a:r>
          </a:p>
        </p:txBody>
      </p:sp>
      <p:sp>
        <p:nvSpPr>
          <p:cNvPr id="58" name="Text Box 15"/>
          <p:cNvSpPr txBox="1">
            <a:spLocks noChangeArrowheads="1"/>
          </p:cNvSpPr>
          <p:nvPr/>
        </p:nvSpPr>
        <p:spPr bwMode="auto">
          <a:xfrm>
            <a:off x="4174271" y="334888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t>20</a:t>
            </a:r>
          </a:p>
        </p:txBody>
      </p:sp>
      <p:sp>
        <p:nvSpPr>
          <p:cNvPr id="59" name="Text Box 16"/>
          <p:cNvSpPr txBox="1">
            <a:spLocks noChangeArrowheads="1"/>
          </p:cNvSpPr>
          <p:nvPr/>
        </p:nvSpPr>
        <p:spPr bwMode="auto">
          <a:xfrm>
            <a:off x="3493294" y="284088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t>6</a:t>
            </a:r>
          </a:p>
        </p:txBody>
      </p:sp>
      <p:sp>
        <p:nvSpPr>
          <p:cNvPr id="60" name="Text Box 17"/>
          <p:cNvSpPr txBox="1">
            <a:spLocks noChangeArrowheads="1"/>
          </p:cNvSpPr>
          <p:nvPr/>
        </p:nvSpPr>
        <p:spPr bwMode="auto">
          <a:xfrm>
            <a:off x="4727848" y="272658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5</a:t>
            </a:r>
          </a:p>
        </p:txBody>
      </p:sp>
      <p:sp>
        <p:nvSpPr>
          <p:cNvPr id="61" name="Text Box 18"/>
          <p:cNvSpPr txBox="1">
            <a:spLocks noChangeArrowheads="1"/>
          </p:cNvSpPr>
          <p:nvPr/>
        </p:nvSpPr>
        <p:spPr bwMode="auto">
          <a:xfrm>
            <a:off x="3781326" y="2704356"/>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t>4</a:t>
            </a:r>
          </a:p>
        </p:txBody>
      </p:sp>
      <p:cxnSp>
        <p:nvCxnSpPr>
          <p:cNvPr id="82" name="曲线连接符 81"/>
          <p:cNvCxnSpPr>
            <a:stCxn id="5" idx="0"/>
            <a:endCxn id="14" idx="0"/>
          </p:cNvCxnSpPr>
          <p:nvPr/>
        </p:nvCxnSpPr>
        <p:spPr>
          <a:xfrm rot="5400000" flipH="1" flipV="1">
            <a:off x="3686331" y="4094404"/>
            <a:ext cx="17732" cy="3077267"/>
          </a:xfrm>
          <a:prstGeom prst="curvedConnector3">
            <a:avLst>
              <a:gd name="adj1" fmla="val 3557935"/>
            </a:avLst>
          </a:prstGeom>
          <a:ln w="38100"/>
        </p:spPr>
        <p:style>
          <a:lnRef idx="1">
            <a:schemeClr val="accent1"/>
          </a:lnRef>
          <a:fillRef idx="0">
            <a:schemeClr val="accent1"/>
          </a:fillRef>
          <a:effectRef idx="0">
            <a:schemeClr val="accent1"/>
          </a:effectRef>
          <a:fontRef idx="minor">
            <a:schemeClr val="tx1"/>
          </a:fontRef>
        </p:style>
      </p:cxnSp>
      <p:sp>
        <p:nvSpPr>
          <p:cNvPr id="86" name="椭圆 85"/>
          <p:cNvSpPr/>
          <p:nvPr/>
        </p:nvSpPr>
        <p:spPr>
          <a:xfrm>
            <a:off x="6043069" y="3079934"/>
            <a:ext cx="360040" cy="357914"/>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200" b="1" dirty="0">
                <a:solidFill>
                  <a:schemeClr val="tx1"/>
                </a:solidFill>
                <a:latin typeface="Times New Roman" panose="02020603050405020304" pitchFamily="18" charset="0"/>
                <a:ea typeface="宋体" panose="02010600030101010101" pitchFamily="2" charset="-122"/>
              </a:rPr>
              <a:t>1</a:t>
            </a:r>
            <a:endParaRPr kumimoji="1" lang="zh-CN" altLang="en-US" sz="2200" b="1" dirty="0">
              <a:solidFill>
                <a:schemeClr val="tx1"/>
              </a:solidFill>
              <a:latin typeface="Times New Roman" panose="02020603050405020304" pitchFamily="18" charset="0"/>
              <a:ea typeface="宋体" panose="02010600030101010101" pitchFamily="2" charset="-122"/>
            </a:endParaRPr>
          </a:p>
        </p:txBody>
      </p:sp>
      <p:sp>
        <p:nvSpPr>
          <p:cNvPr id="87" name="椭圆 86"/>
          <p:cNvSpPr/>
          <p:nvPr/>
        </p:nvSpPr>
        <p:spPr>
          <a:xfrm>
            <a:off x="7072377" y="3079934"/>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4</a:t>
            </a:r>
            <a:endParaRPr lang="zh-CN" altLang="en-US" sz="2200" b="1" dirty="0">
              <a:solidFill>
                <a:schemeClr val="tx1"/>
              </a:solidFill>
            </a:endParaRPr>
          </a:p>
        </p:txBody>
      </p:sp>
      <p:sp>
        <p:nvSpPr>
          <p:cNvPr id="88" name="椭圆 87"/>
          <p:cNvSpPr/>
          <p:nvPr/>
        </p:nvSpPr>
        <p:spPr>
          <a:xfrm>
            <a:off x="8139846" y="3074970"/>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3</a:t>
            </a:r>
            <a:endParaRPr lang="zh-CN" altLang="en-US" sz="2200" b="1" dirty="0">
              <a:solidFill>
                <a:schemeClr val="tx1"/>
              </a:solidFill>
            </a:endParaRPr>
          </a:p>
        </p:txBody>
      </p:sp>
      <p:sp>
        <p:nvSpPr>
          <p:cNvPr id="89" name="文本框 88"/>
          <p:cNvSpPr txBox="1"/>
          <p:nvPr/>
        </p:nvSpPr>
        <p:spPr>
          <a:xfrm>
            <a:off x="5694869" y="3034420"/>
            <a:ext cx="312906" cy="369332"/>
          </a:xfrm>
          <a:prstGeom prst="rect">
            <a:avLst/>
          </a:prstGeom>
          <a:noFill/>
        </p:spPr>
        <p:txBody>
          <a:bodyPr wrap="non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S</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90" name="直接箭头连接符 89"/>
          <p:cNvCxnSpPr>
            <a:stCxn id="86" idx="6"/>
            <a:endCxn id="87" idx="2"/>
          </p:cNvCxnSpPr>
          <p:nvPr/>
        </p:nvCxnSpPr>
        <p:spPr>
          <a:xfrm>
            <a:off x="6403109" y="3258891"/>
            <a:ext cx="669268" cy="0"/>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87" idx="6"/>
            <a:endCxn id="88" idx="2"/>
          </p:cNvCxnSpPr>
          <p:nvPr/>
        </p:nvCxnSpPr>
        <p:spPr>
          <a:xfrm flipV="1">
            <a:off x="7432417" y="3253927"/>
            <a:ext cx="707429" cy="4964"/>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88" idx="6"/>
            <a:endCxn id="93" idx="2"/>
          </p:cNvCxnSpPr>
          <p:nvPr/>
        </p:nvCxnSpPr>
        <p:spPr>
          <a:xfrm flipV="1">
            <a:off x="8499886" y="3241159"/>
            <a:ext cx="620450" cy="12768"/>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椭圆 92"/>
          <p:cNvSpPr/>
          <p:nvPr/>
        </p:nvSpPr>
        <p:spPr>
          <a:xfrm>
            <a:off x="9120336" y="3062202"/>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2</a:t>
            </a:r>
            <a:endParaRPr lang="zh-CN" altLang="en-US" sz="2200" b="1" dirty="0">
              <a:solidFill>
                <a:schemeClr val="tx1"/>
              </a:solidFill>
            </a:endParaRPr>
          </a:p>
        </p:txBody>
      </p:sp>
      <p:cxnSp>
        <p:nvCxnSpPr>
          <p:cNvPr id="94" name="曲线连接符 93"/>
          <p:cNvCxnSpPr>
            <a:stCxn id="86" idx="0"/>
            <a:endCxn id="93" idx="0"/>
          </p:cNvCxnSpPr>
          <p:nvPr/>
        </p:nvCxnSpPr>
        <p:spPr>
          <a:xfrm rot="5400000" flipH="1" flipV="1">
            <a:off x="7752856" y="1532435"/>
            <a:ext cx="17732" cy="3077267"/>
          </a:xfrm>
          <a:prstGeom prst="curvedConnector3">
            <a:avLst>
              <a:gd name="adj1" fmla="val 3557935"/>
            </a:avLst>
          </a:prstGeom>
          <a:ln w="38100"/>
        </p:spPr>
        <p:style>
          <a:lnRef idx="1">
            <a:schemeClr val="accent1"/>
          </a:lnRef>
          <a:fillRef idx="0">
            <a:schemeClr val="accent1"/>
          </a:fillRef>
          <a:effectRef idx="0">
            <a:schemeClr val="accent1"/>
          </a:effectRef>
          <a:fontRef idx="minor">
            <a:schemeClr val="tx1"/>
          </a:fontRef>
        </p:style>
      </p:cxnSp>
      <p:sp>
        <p:nvSpPr>
          <p:cNvPr id="95" name="椭圆 94"/>
          <p:cNvSpPr/>
          <p:nvPr/>
        </p:nvSpPr>
        <p:spPr>
          <a:xfrm>
            <a:off x="6610529" y="5645804"/>
            <a:ext cx="360040" cy="357914"/>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200" b="1" dirty="0">
                <a:solidFill>
                  <a:schemeClr val="tx1"/>
                </a:solidFill>
                <a:latin typeface="Times New Roman" panose="02020603050405020304" pitchFamily="18" charset="0"/>
                <a:ea typeface="宋体" panose="02010600030101010101" pitchFamily="2" charset="-122"/>
              </a:rPr>
              <a:t>1</a:t>
            </a:r>
            <a:endParaRPr kumimoji="1" lang="zh-CN" altLang="en-US" sz="2200" b="1" dirty="0">
              <a:solidFill>
                <a:schemeClr val="tx1"/>
              </a:solidFill>
              <a:latin typeface="Times New Roman" panose="02020603050405020304" pitchFamily="18" charset="0"/>
              <a:ea typeface="宋体" panose="02010600030101010101" pitchFamily="2" charset="-122"/>
            </a:endParaRPr>
          </a:p>
        </p:txBody>
      </p:sp>
      <p:sp>
        <p:nvSpPr>
          <p:cNvPr id="96" name="椭圆 95"/>
          <p:cNvSpPr/>
          <p:nvPr/>
        </p:nvSpPr>
        <p:spPr>
          <a:xfrm>
            <a:off x="7639837" y="5645804"/>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4</a:t>
            </a:r>
            <a:endParaRPr lang="zh-CN" altLang="en-US" sz="2200" b="1" dirty="0">
              <a:solidFill>
                <a:schemeClr val="tx1"/>
              </a:solidFill>
            </a:endParaRPr>
          </a:p>
        </p:txBody>
      </p:sp>
      <p:sp>
        <p:nvSpPr>
          <p:cNvPr id="97" name="椭圆 96"/>
          <p:cNvSpPr/>
          <p:nvPr/>
        </p:nvSpPr>
        <p:spPr>
          <a:xfrm>
            <a:off x="8707306" y="5640840"/>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2</a:t>
            </a:r>
            <a:endParaRPr lang="zh-CN" altLang="en-US" sz="2200" b="1" dirty="0">
              <a:solidFill>
                <a:schemeClr val="tx1"/>
              </a:solidFill>
            </a:endParaRPr>
          </a:p>
        </p:txBody>
      </p:sp>
      <p:sp>
        <p:nvSpPr>
          <p:cNvPr id="98" name="文本框 97"/>
          <p:cNvSpPr txBox="1"/>
          <p:nvPr/>
        </p:nvSpPr>
        <p:spPr>
          <a:xfrm>
            <a:off x="6262329" y="5600290"/>
            <a:ext cx="312906" cy="369332"/>
          </a:xfrm>
          <a:prstGeom prst="rect">
            <a:avLst/>
          </a:prstGeom>
          <a:noFill/>
        </p:spPr>
        <p:txBody>
          <a:bodyPr wrap="non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S</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99" name="直接箭头连接符 98"/>
          <p:cNvCxnSpPr>
            <a:stCxn id="95" idx="6"/>
            <a:endCxn id="96" idx="2"/>
          </p:cNvCxnSpPr>
          <p:nvPr/>
        </p:nvCxnSpPr>
        <p:spPr>
          <a:xfrm>
            <a:off x="6970569" y="5824761"/>
            <a:ext cx="669268" cy="0"/>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6"/>
            <a:endCxn id="97" idx="2"/>
          </p:cNvCxnSpPr>
          <p:nvPr/>
        </p:nvCxnSpPr>
        <p:spPr>
          <a:xfrm flipV="1">
            <a:off x="7999877" y="5819797"/>
            <a:ext cx="707429" cy="4964"/>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7" idx="6"/>
            <a:endCxn id="102" idx="2"/>
          </p:cNvCxnSpPr>
          <p:nvPr/>
        </p:nvCxnSpPr>
        <p:spPr>
          <a:xfrm flipV="1">
            <a:off x="9067346" y="5807029"/>
            <a:ext cx="620450" cy="12768"/>
          </a:xfrm>
          <a:prstGeom prst="straightConnector1">
            <a:avLst/>
          </a:prstGeom>
          <a:ln w="381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2" name="椭圆 101"/>
          <p:cNvSpPr/>
          <p:nvPr/>
        </p:nvSpPr>
        <p:spPr>
          <a:xfrm>
            <a:off x="9687796" y="5628072"/>
            <a:ext cx="360040" cy="35791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smtClean="0">
                <a:solidFill>
                  <a:schemeClr val="tx1"/>
                </a:solidFill>
              </a:rPr>
              <a:t>3</a:t>
            </a:r>
            <a:endParaRPr lang="zh-CN" altLang="en-US" sz="2200" b="1" dirty="0">
              <a:solidFill>
                <a:schemeClr val="tx1"/>
              </a:solidFill>
            </a:endParaRPr>
          </a:p>
        </p:txBody>
      </p:sp>
      <p:cxnSp>
        <p:nvCxnSpPr>
          <p:cNvPr id="103" name="曲线连接符 102"/>
          <p:cNvCxnSpPr>
            <a:stCxn id="95" idx="0"/>
            <a:endCxn id="102" idx="0"/>
          </p:cNvCxnSpPr>
          <p:nvPr/>
        </p:nvCxnSpPr>
        <p:spPr>
          <a:xfrm rot="5400000" flipH="1" flipV="1">
            <a:off x="8320316" y="4098305"/>
            <a:ext cx="17732" cy="3077267"/>
          </a:xfrm>
          <a:prstGeom prst="curvedConnector3">
            <a:avLst>
              <a:gd name="adj1" fmla="val 3557935"/>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788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p:bldP spid="57" grpId="0"/>
      <p:bldP spid="58" grpId="0"/>
      <p:bldP spid="59" grpId="0"/>
      <p:bldP spid="60" grpId="0"/>
      <p:bldP spid="61" grpId="0"/>
      <p:bldP spid="86" grpId="0" animBg="1"/>
      <p:bldP spid="87" grpId="0" animBg="1"/>
      <p:bldP spid="88" grpId="0" animBg="1"/>
      <p:bldP spid="89" grpId="0"/>
      <p:bldP spid="93" grpId="0" animBg="1"/>
      <p:bldP spid="95" grpId="0" animBg="1"/>
      <p:bldP spid="96" grpId="0" animBg="1"/>
      <p:bldP spid="97" grpId="0" animBg="1"/>
      <p:bldP spid="98" grpId="0"/>
      <p:bldP spid="10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29</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a:xfrm>
                <a:off x="191344" y="1196752"/>
                <a:ext cx="11089232" cy="4752975"/>
              </a:xfrm>
            </p:spPr>
            <p:txBody>
              <a:bodyPr/>
              <a:lstStyle/>
              <a:p>
                <a:r>
                  <a:rPr lang="zh-CN" altLang="en-US" b="1" dirty="0" smtClean="0"/>
                  <a:t>实例：</a:t>
                </a:r>
                <a:endParaRPr lang="en-US" altLang="zh-CN" b="1" dirty="0" smtClean="0"/>
              </a:p>
              <a:p>
                <a:pPr lvl="1"/>
                <a:r>
                  <a:rPr lang="zh-CN" altLang="en-US" b="1" dirty="0" smtClean="0"/>
                  <a:t>回溯算法</a:t>
                </a:r>
                <a:endParaRPr lang="en-US" altLang="zh-CN" b="1" dirty="0" smtClean="0"/>
              </a:p>
              <a:p>
                <a:pPr lvl="2"/>
                <a:r>
                  <a:rPr lang="zh-CN" altLang="en-US" sz="2200" b="1" dirty="0">
                    <a:latin typeface="Times New Roman" panose="02020603050405020304" pitchFamily="18" charset="0"/>
                    <a:cs typeface="Times New Roman" panose="02020603050405020304" pitchFamily="18" charset="0"/>
                  </a:rPr>
                  <a:t>定义解向量：</a:t>
                </a:r>
                <a:r>
                  <a:rPr lang="en-US" altLang="zh-CN" sz="2200" b="1" dirty="0">
                    <a:latin typeface="Times New Roman" panose="02020603050405020304" pitchFamily="18" charset="0"/>
                    <a:cs typeface="Times New Roman" panose="02020603050405020304" pitchFamily="18" charset="0"/>
                  </a:rPr>
                  <a:t> X=</a:t>
                </a:r>
                <a:r>
                  <a:rPr lang="en-US" altLang="zh-CN" sz="2200" b="1" dirty="0">
                    <a:latin typeface="Times New Roman" panose="02020603050405020304" pitchFamily="18" charset="0"/>
                    <a:ea typeface="楷体_GB2312" pitchFamily="49" charset="-122"/>
                    <a:cs typeface="Times New Roman" panose="02020603050405020304" pitchFamily="18" charset="0"/>
                  </a:rPr>
                  <a:t>&lt;</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𝟏</m:t>
                        </m:r>
                      </m:sub>
                    </m:sSub>
                    <m:r>
                      <a:rPr lang="en-US" altLang="zh-CN" sz="2200" b="1">
                        <a:latin typeface="Cambria Math" panose="02040503050406030204" pitchFamily="18" charset="0"/>
                        <a:ea typeface="楷体_GB2312" pitchFamily="49" charset="-122"/>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𝟐</m:t>
                        </m:r>
                      </m:sub>
                    </m:sSub>
                    <m:r>
                      <a:rPr lang="en-US" altLang="zh-CN" sz="2200" b="1">
                        <a:latin typeface="Cambria Math" panose="02040503050406030204" pitchFamily="18" charset="0"/>
                        <a:ea typeface="楷体_GB2312" pitchFamily="49" charset="-122"/>
                      </a:rPr>
                      <m:t>,</m:t>
                    </m:r>
                  </m:oMath>
                </a14:m>
                <a:r>
                  <a:rPr lang="en-US" altLang="zh-CN" sz="2200" b="1"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a:latin typeface="Cambria Math" panose="02040503050406030204" pitchFamily="18" charset="0"/>
                            <a:ea typeface="楷体_GB2312" pitchFamily="49" charset="-122"/>
                          </a:rPr>
                          <m:t>𝟑</m:t>
                        </m:r>
                      </m:sub>
                    </m:sSub>
                  </m:oMath>
                </a14:m>
                <a:r>
                  <a:rPr lang="en-US" altLang="zh-CN" sz="2200" b="1" dirty="0" smtClean="0">
                    <a:latin typeface="Times New Roman" panose="02020603050405020304" pitchFamily="18" charset="0"/>
                    <a:ea typeface="楷体_GB2312" pitchFamily="49" charset="-122"/>
                    <a:cs typeface="Times New Roman" panose="02020603050405020304" pitchFamily="18" charset="0"/>
                  </a:rPr>
                  <a:t>,</a:t>
                </a:r>
                <a:r>
                  <a:rPr lang="en-US" altLang="zh-CN" sz="2200" b="1" dirty="0">
                    <a:ea typeface="楷体_GB2312" pitchFamily="49" charset="-122"/>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𝟒</m:t>
                        </m:r>
                      </m:sub>
                    </m:sSub>
                  </m:oMath>
                </a14:m>
                <a:r>
                  <a:rPr lang="en-US" altLang="zh-CN" sz="2200" b="1" dirty="0" smtClean="0">
                    <a:latin typeface="Times New Roman" panose="02020603050405020304" pitchFamily="18" charset="0"/>
                    <a:ea typeface="楷体_GB2312" pitchFamily="49" charset="-122"/>
                    <a:cs typeface="Times New Roman" panose="02020603050405020304" pitchFamily="18" charset="0"/>
                  </a:rPr>
                  <a:t>,</a:t>
                </a:r>
                <a:r>
                  <a:rPr lang="en-US" altLang="zh-CN" sz="2200" b="1" dirty="0">
                    <a:ea typeface="楷体_GB2312" pitchFamily="49" charset="-122"/>
                  </a:rPr>
                  <a:t> </a:t>
                </a:r>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𝟏</m:t>
                        </m:r>
                      </m:sub>
                    </m:sSub>
                  </m:oMath>
                </a14:m>
                <a:r>
                  <a:rPr lang="en-US" altLang="zh-CN" sz="2200" b="1" dirty="0" smtClean="0">
                    <a:latin typeface="Times New Roman" panose="02020603050405020304" pitchFamily="18" charset="0"/>
                    <a:ea typeface="楷体_GB2312" pitchFamily="49" charset="-122"/>
                    <a:cs typeface="Times New Roman" panose="02020603050405020304" pitchFamily="18" charset="0"/>
                  </a:rPr>
                  <a:t>&gt;</a:t>
                </a:r>
                <a:endParaRPr lang="en-US" altLang="zh-CN" sz="2200" b="1" dirty="0">
                  <a:latin typeface="Times New Roman" panose="02020603050405020304" pitchFamily="18" charset="0"/>
                  <a:ea typeface="楷体_GB2312" pitchFamily="49" charset="-122"/>
                  <a:cs typeface="Times New Roman" panose="02020603050405020304" pitchFamily="18" charset="0"/>
                </a:endParaRP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𝟏</m:t>
                        </m:r>
                      </m:sub>
                    </m:sSub>
                  </m:oMath>
                </a14:m>
                <a:r>
                  <a:rPr lang="en-US" altLang="zh-CN" sz="2200" b="1" dirty="0" smtClean="0">
                    <a:latin typeface="Cambria Math" panose="02040503050406030204" pitchFamily="18" charset="0"/>
                    <a:ea typeface="楷体_GB2312" pitchFamily="49" charset="-122"/>
                  </a:rPr>
                  <a:t>=1</a:t>
                </a:r>
                <a:r>
                  <a:rPr lang="zh-CN" altLang="en-US" sz="2200" b="1" dirty="0" smtClean="0">
                    <a:latin typeface="Cambria Math" panose="02040503050406030204" pitchFamily="18" charset="0"/>
                    <a:ea typeface="楷体_GB2312" pitchFamily="49" charset="-122"/>
                  </a:rPr>
                  <a:t>，驻地</a:t>
                </a:r>
                <a:endParaRPr lang="en-US" altLang="zh-CN" sz="2200" b="1" dirty="0" smtClean="0">
                  <a:latin typeface="Cambria Math" panose="02040503050406030204" pitchFamily="18" charset="0"/>
                  <a:ea typeface="楷体_GB2312" pitchFamily="49" charset="-122"/>
                </a:endParaRP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𝒊</m:t>
                        </m:r>
                      </m:sub>
                    </m:sSub>
                  </m:oMath>
                </a14:m>
                <a:r>
                  <a:rPr lang="en-US" altLang="zh-CN" sz="2200" b="1" dirty="0" smtClean="0">
                    <a:latin typeface="Times New Roman" panose="02020603050405020304" pitchFamily="18" charset="0"/>
                    <a:cs typeface="Times New Roman" panose="02020603050405020304" pitchFamily="18" charset="0"/>
                  </a:rPr>
                  <a:t>=2</a:t>
                </a:r>
                <a:r>
                  <a:rPr lang="zh-CN" altLang="en-US" sz="2200" b="1" dirty="0" smtClean="0">
                    <a:latin typeface="Times New Roman" panose="02020603050405020304" pitchFamily="18" charset="0"/>
                    <a:cs typeface="Times New Roman" panose="02020603050405020304" pitchFamily="18" charset="0"/>
                  </a:rPr>
                  <a:t>或</a:t>
                </a:r>
                <a:r>
                  <a:rPr lang="en-US" altLang="zh-CN" sz="2200" b="1" dirty="0" smtClean="0">
                    <a:latin typeface="Times New Roman" panose="02020603050405020304" pitchFamily="18" charset="0"/>
                    <a:cs typeface="Times New Roman" panose="02020603050405020304" pitchFamily="18" charset="0"/>
                  </a:rPr>
                  <a:t>3</a:t>
                </a:r>
                <a:r>
                  <a:rPr lang="zh-CN" altLang="en-US" sz="2200" b="1" dirty="0" smtClean="0">
                    <a:latin typeface="Times New Roman" panose="02020603050405020304" pitchFamily="18" charset="0"/>
                    <a:cs typeface="Times New Roman" panose="02020603050405020304" pitchFamily="18" charset="0"/>
                  </a:rPr>
                  <a:t>或</a:t>
                </a:r>
                <a:r>
                  <a:rPr lang="en-US" altLang="zh-CN" sz="2200" b="1" dirty="0" smtClean="0">
                    <a:latin typeface="Times New Roman" panose="02020603050405020304" pitchFamily="18" charset="0"/>
                    <a:cs typeface="Times New Roman" panose="02020603050405020304" pitchFamily="18" charset="0"/>
                  </a:rPr>
                  <a:t>4(2&lt;=</a:t>
                </a:r>
                <a:r>
                  <a:rPr lang="en-US" altLang="zh-CN" sz="2200" b="1" dirty="0" err="1" smtClean="0">
                    <a:latin typeface="Times New Roman" panose="02020603050405020304" pitchFamily="18" charset="0"/>
                    <a:cs typeface="Times New Roman" panose="02020603050405020304" pitchFamily="18" charset="0"/>
                  </a:rPr>
                  <a:t>i</a:t>
                </a:r>
                <a:r>
                  <a:rPr lang="en-US" altLang="zh-CN" sz="2200" b="1" dirty="0" smtClean="0">
                    <a:latin typeface="Times New Roman" panose="02020603050405020304" pitchFamily="18" charset="0"/>
                    <a:cs typeface="Times New Roman" panose="02020603050405020304" pitchFamily="18" charset="0"/>
                  </a:rPr>
                  <a:t>&lt;=4)</a:t>
                </a:r>
              </a:p>
              <a:p>
                <a:pPr lvl="3"/>
                <a14:m>
                  <m:oMath xmlns:m="http://schemas.openxmlformats.org/officeDocument/2006/math">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𝒊</m:t>
                        </m:r>
                      </m:sub>
                    </m:sSub>
                    <m:r>
                      <a:rPr lang="en-US" altLang="zh-CN" sz="2200" b="1" i="1" smtClean="0">
                        <a:latin typeface="Cambria Math" panose="02040503050406030204" pitchFamily="18" charset="0"/>
                        <a:ea typeface="Cambria Math" panose="02040503050406030204" pitchFamily="18" charset="0"/>
                      </a:rPr>
                      <m:t>≠</m:t>
                    </m:r>
                    <m:sSub>
                      <m:sSubPr>
                        <m:ctrlPr>
                          <a:rPr lang="en-US" altLang="zh-CN" sz="2200" b="1" i="1">
                            <a:latin typeface="Cambria Math" panose="02040503050406030204" pitchFamily="18" charset="0"/>
                            <a:ea typeface="楷体_GB2312" pitchFamily="49" charset="-122"/>
                          </a:rPr>
                        </m:ctrlPr>
                      </m:sSubPr>
                      <m:e>
                        <m:r>
                          <a:rPr lang="en-US" altLang="zh-CN" sz="2200" b="1" i="1">
                            <a:latin typeface="Cambria Math" panose="02040503050406030204" pitchFamily="18" charset="0"/>
                            <a:ea typeface="楷体_GB2312" pitchFamily="49" charset="-122"/>
                          </a:rPr>
                          <m:t>𝒙</m:t>
                        </m:r>
                      </m:e>
                      <m:sub>
                        <m:r>
                          <a:rPr lang="en-US" altLang="zh-CN" sz="2200" b="1" i="1" smtClean="0">
                            <a:latin typeface="Cambria Math" panose="02040503050406030204" pitchFamily="18" charset="0"/>
                            <a:ea typeface="楷体_GB2312" pitchFamily="49" charset="-122"/>
                          </a:rPr>
                          <m:t>𝒋</m:t>
                        </m:r>
                      </m:sub>
                    </m:sSub>
                  </m:oMath>
                </a14:m>
                <a:r>
                  <a:rPr lang="en-US" altLang="zh-CN" sz="2200" b="1" dirty="0" smtClean="0">
                    <a:latin typeface="Times New Roman" panose="02020603050405020304" pitchFamily="18" charset="0"/>
                    <a:cs typeface="Times New Roman" panose="02020603050405020304" pitchFamily="18" charset="0"/>
                  </a:rPr>
                  <a:t>(i</a:t>
                </a:r>
                <a:r>
                  <a:rPr lang="en-US" altLang="zh-CN" sz="2200" b="1" dirty="0">
                    <a:ea typeface="Cambria Math" panose="02040503050406030204" pitchFamily="18" charset="0"/>
                  </a:rPr>
                  <a:t> </a:t>
                </a:r>
                <a14:m>
                  <m:oMath xmlns:m="http://schemas.openxmlformats.org/officeDocument/2006/math">
                    <m:r>
                      <a:rPr lang="en-US" altLang="zh-CN" sz="2200" b="1" i="1">
                        <a:latin typeface="Cambria Math" panose="02040503050406030204" pitchFamily="18" charset="0"/>
                        <a:ea typeface="Cambria Math" panose="02040503050406030204" pitchFamily="18" charset="0"/>
                      </a:rPr>
                      <m:t>≠</m:t>
                    </m:r>
                  </m:oMath>
                </a14:m>
                <a:r>
                  <a:rPr lang="en-US" altLang="zh-CN" sz="2200" b="1" dirty="0" smtClean="0">
                    <a:latin typeface="Times New Roman" panose="02020603050405020304" pitchFamily="18" charset="0"/>
                    <a:cs typeface="Times New Roman" panose="02020603050405020304" pitchFamily="18" charset="0"/>
                  </a:rPr>
                  <a:t>j,</a:t>
                </a:r>
                <a:r>
                  <a:rPr lang="en-US" altLang="zh-CN" sz="2200" b="1" dirty="0">
                    <a:latin typeface="Times New Roman" panose="02020603050405020304" pitchFamily="18" charset="0"/>
                    <a:cs typeface="Times New Roman" panose="02020603050405020304" pitchFamily="18" charset="0"/>
                  </a:rPr>
                  <a:t> 2</a:t>
                </a:r>
                <a:r>
                  <a:rPr lang="en-US" altLang="zh-CN" sz="2200" b="1" dirty="0" smtClean="0">
                    <a:latin typeface="Times New Roman" panose="02020603050405020304" pitchFamily="18" charset="0"/>
                    <a:cs typeface="Times New Roman" panose="02020603050405020304" pitchFamily="18" charset="0"/>
                  </a:rPr>
                  <a:t>&lt;=</a:t>
                </a:r>
                <a:r>
                  <a:rPr lang="en-US" altLang="zh-CN" sz="2200" b="1" dirty="0" err="1" smtClean="0">
                    <a:latin typeface="Times New Roman" panose="02020603050405020304" pitchFamily="18" charset="0"/>
                    <a:cs typeface="Times New Roman" panose="02020603050405020304" pitchFamily="18" charset="0"/>
                  </a:rPr>
                  <a:t>i,j</a:t>
                </a:r>
                <a:r>
                  <a:rPr lang="en-US" altLang="zh-CN" sz="2200" b="1" dirty="0" smtClean="0">
                    <a:latin typeface="Times New Roman" panose="02020603050405020304" pitchFamily="18" charset="0"/>
                    <a:cs typeface="Times New Roman" panose="02020603050405020304" pitchFamily="18" charset="0"/>
                  </a:rPr>
                  <a:t>&lt;=</a:t>
                </a:r>
                <a:r>
                  <a:rPr lang="en-US" altLang="zh-CN" sz="2200" b="1" dirty="0">
                    <a:latin typeface="Times New Roman" panose="02020603050405020304" pitchFamily="18" charset="0"/>
                    <a:cs typeface="Times New Roman" panose="02020603050405020304" pitchFamily="18" charset="0"/>
                  </a:rPr>
                  <a:t>4</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marL="1371600" lvl="3" indent="0">
                  <a:buNone/>
                </a:pPr>
                <a:endParaRPr lang="en-US" altLang="zh-CN" dirty="0">
                  <a:latin typeface="Times New Roman" panose="02020603050405020304" pitchFamily="18" charset="0"/>
                  <a:cs typeface="Times New Roman" panose="02020603050405020304" pitchFamily="18" charset="0"/>
                </a:endParaRPr>
              </a:p>
              <a:p>
                <a:pPr lvl="2"/>
                <a:r>
                  <a:rPr lang="zh-CN" altLang="en-US" sz="2200" b="1" dirty="0">
                    <a:latin typeface="Times New Roman" panose="02020603050405020304" pitchFamily="18" charset="0"/>
                    <a:cs typeface="Times New Roman" panose="02020603050405020304" pitchFamily="18" charset="0"/>
                  </a:rPr>
                  <a:t>搜索解空间树</a:t>
                </a:r>
                <a:endParaRPr lang="en-US" altLang="zh-CN" sz="2200" b="1" dirty="0">
                  <a:latin typeface="Times New Roman" panose="02020603050405020304" pitchFamily="18" charset="0"/>
                  <a:cs typeface="Times New Roman" panose="02020603050405020304" pitchFamily="18" charset="0"/>
                </a:endParaRPr>
              </a:p>
              <a:p>
                <a:pPr lvl="2"/>
                <a:endParaRPr lang="en-US" altLang="zh-CN" sz="2200" b="1" dirty="0">
                  <a:latin typeface="Times New Roman" panose="02020603050405020304" pitchFamily="18" charset="0"/>
                  <a:cs typeface="Times New Roman" panose="02020603050405020304" pitchFamily="18" charset="0"/>
                </a:endParaRPr>
              </a:p>
              <a:p>
                <a:pPr lvl="2"/>
                <a:endParaRPr lang="en-US" altLang="zh-CN" sz="2200" b="1" dirty="0">
                  <a:latin typeface="Times New Roman" panose="02020603050405020304" pitchFamily="18" charset="0"/>
                  <a:cs typeface="Times New Roman" panose="02020603050405020304" pitchFamily="18" charset="0"/>
                </a:endParaRPr>
              </a:p>
              <a:p>
                <a:pPr lvl="2"/>
                <a:r>
                  <a:rPr lang="zh-CN" altLang="en-US" sz="2200" b="1" dirty="0">
                    <a:latin typeface="Times New Roman" panose="02020603050405020304" pitchFamily="18" charset="0"/>
                    <a:cs typeface="Times New Roman" panose="02020603050405020304" pitchFamily="18" charset="0"/>
                  </a:rPr>
                  <a:t>最优解</a:t>
                </a:r>
                <a:r>
                  <a:rPr lang="en-US" altLang="zh-CN" sz="2200" b="1" dirty="0" smtClean="0">
                    <a:latin typeface="Times New Roman" panose="02020603050405020304" pitchFamily="18" charset="0"/>
                    <a:cs typeface="Times New Roman" panose="02020603050405020304" pitchFamily="18" charset="0"/>
                  </a:rPr>
                  <a:t>&lt;1,3,2,4,1&gt;(</a:t>
                </a:r>
                <a:r>
                  <a:rPr lang="zh-CN" altLang="en-US" sz="2200" b="1" dirty="0">
                    <a:latin typeface="Times New Roman" panose="02020603050405020304" pitchFamily="18" charset="0"/>
                    <a:cs typeface="Times New Roman" panose="02020603050405020304" pitchFamily="18" charset="0"/>
                  </a:rPr>
                  <a:t>叶子节点路径</a:t>
                </a:r>
                <a:r>
                  <a:rPr lang="en-US" altLang="zh-CN" sz="2200" b="1" dirty="0">
                    <a:latin typeface="Times New Roman" panose="02020603050405020304" pitchFamily="18" charset="0"/>
                    <a:cs typeface="Times New Roman" panose="02020603050405020304" pitchFamily="18" charset="0"/>
                  </a:rPr>
                  <a:t>)</a:t>
                </a:r>
              </a:p>
              <a:p>
                <a:pPr lvl="2"/>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xfrm>
                <a:off x="191344" y="1196752"/>
                <a:ext cx="11089232" cy="4752975"/>
              </a:xfrm>
              <a:blipFill rotWithShape="0">
                <a:blip r:embed="rId2"/>
                <a:stretch>
                  <a:fillRect l="-110" t="-1154"/>
                </a:stretch>
              </a:blipFill>
            </p:spPr>
            <p:txBody>
              <a:bodyPr/>
              <a:lstStyle/>
              <a:p>
                <a:r>
                  <a:rPr lang="zh-CN" altLang="en-US">
                    <a:noFill/>
                  </a:rPr>
                  <a:t> </a:t>
                </a:r>
              </a:p>
            </p:txBody>
          </p:sp>
        </mc:Fallback>
      </mc:AlternateContent>
      <p:sp>
        <p:nvSpPr>
          <p:cNvPr id="5" name="Oval 2"/>
          <p:cNvSpPr>
            <a:spLocks noChangeArrowheads="1"/>
          </p:cNvSpPr>
          <p:nvPr/>
        </p:nvSpPr>
        <p:spPr bwMode="auto">
          <a:xfrm>
            <a:off x="9696400" y="1004917"/>
            <a:ext cx="358775" cy="359321"/>
          </a:xfrm>
          <a:prstGeom prst="ellipse">
            <a:avLst/>
          </a:prstGeom>
          <a:solidFill>
            <a:srgbClr val="00B050"/>
          </a:solidFill>
          <a:ln w="19050">
            <a:no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dirty="0"/>
              <a:t>1</a:t>
            </a:r>
          </a:p>
        </p:txBody>
      </p:sp>
      <p:sp>
        <p:nvSpPr>
          <p:cNvPr id="6" name="Oval 4"/>
          <p:cNvSpPr>
            <a:spLocks noChangeArrowheads="1"/>
          </p:cNvSpPr>
          <p:nvPr/>
        </p:nvSpPr>
        <p:spPr bwMode="auto">
          <a:xfrm>
            <a:off x="11426775" y="1092776"/>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2</a:t>
            </a:r>
          </a:p>
        </p:txBody>
      </p:sp>
      <p:sp>
        <p:nvSpPr>
          <p:cNvPr id="7" name="Oval 5"/>
          <p:cNvSpPr>
            <a:spLocks noChangeArrowheads="1"/>
          </p:cNvSpPr>
          <p:nvPr/>
        </p:nvSpPr>
        <p:spPr bwMode="auto">
          <a:xfrm>
            <a:off x="9696400" y="2202438"/>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3</a:t>
            </a:r>
          </a:p>
        </p:txBody>
      </p:sp>
      <p:sp>
        <p:nvSpPr>
          <p:cNvPr id="8" name="Oval 6"/>
          <p:cNvSpPr>
            <a:spLocks noChangeArrowheads="1"/>
          </p:cNvSpPr>
          <p:nvPr/>
        </p:nvSpPr>
        <p:spPr bwMode="auto">
          <a:xfrm>
            <a:off x="11395025" y="2213551"/>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4</a:t>
            </a:r>
          </a:p>
        </p:txBody>
      </p:sp>
      <p:sp>
        <p:nvSpPr>
          <p:cNvPr id="9" name="Line 7"/>
          <p:cNvSpPr>
            <a:spLocks noChangeShapeType="1"/>
          </p:cNvSpPr>
          <p:nvPr/>
        </p:nvSpPr>
        <p:spPr bwMode="auto">
          <a:xfrm>
            <a:off x="9869438" y="1364238"/>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8"/>
          <p:cNvSpPr>
            <a:spLocks noChangeShapeType="1"/>
          </p:cNvSpPr>
          <p:nvPr/>
        </p:nvSpPr>
        <p:spPr bwMode="auto">
          <a:xfrm>
            <a:off x="10055175" y="1211838"/>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9"/>
          <p:cNvSpPr>
            <a:spLocks noChangeShapeType="1"/>
          </p:cNvSpPr>
          <p:nvPr/>
        </p:nvSpPr>
        <p:spPr bwMode="auto">
          <a:xfrm>
            <a:off x="9990088" y="2354838"/>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10"/>
          <p:cNvSpPr>
            <a:spLocks noChangeShapeType="1"/>
          </p:cNvSpPr>
          <p:nvPr/>
        </p:nvSpPr>
        <p:spPr bwMode="auto">
          <a:xfrm>
            <a:off x="11556950" y="1375351"/>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Line 11"/>
          <p:cNvSpPr>
            <a:spLocks noChangeShapeType="1"/>
          </p:cNvSpPr>
          <p:nvPr/>
        </p:nvSpPr>
        <p:spPr bwMode="auto">
          <a:xfrm>
            <a:off x="10032950" y="1308676"/>
            <a:ext cx="1371600" cy="9906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2"/>
          <p:cNvSpPr>
            <a:spLocks noChangeShapeType="1"/>
          </p:cNvSpPr>
          <p:nvPr/>
        </p:nvSpPr>
        <p:spPr bwMode="auto">
          <a:xfrm flipV="1">
            <a:off x="9988500" y="1375351"/>
            <a:ext cx="144780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Text Box 13"/>
          <p:cNvSpPr txBox="1">
            <a:spLocks noChangeArrowheads="1"/>
          </p:cNvSpPr>
          <p:nvPr/>
        </p:nvSpPr>
        <p:spPr bwMode="auto">
          <a:xfrm>
            <a:off x="10586988" y="868938"/>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30</a:t>
            </a:r>
          </a:p>
        </p:txBody>
      </p:sp>
      <p:sp>
        <p:nvSpPr>
          <p:cNvPr id="16" name="Text Box 14"/>
          <p:cNvSpPr txBox="1">
            <a:spLocks noChangeArrowheads="1"/>
          </p:cNvSpPr>
          <p:nvPr/>
        </p:nvSpPr>
        <p:spPr bwMode="auto">
          <a:xfrm>
            <a:off x="11502975" y="1592838"/>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10</a:t>
            </a:r>
          </a:p>
        </p:txBody>
      </p:sp>
      <p:sp>
        <p:nvSpPr>
          <p:cNvPr id="17" name="Text Box 15"/>
          <p:cNvSpPr txBox="1">
            <a:spLocks noChangeArrowheads="1"/>
          </p:cNvSpPr>
          <p:nvPr/>
        </p:nvSpPr>
        <p:spPr bwMode="auto">
          <a:xfrm>
            <a:off x="10512375" y="2323088"/>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20</a:t>
            </a:r>
          </a:p>
        </p:txBody>
      </p:sp>
      <p:sp>
        <p:nvSpPr>
          <p:cNvPr id="18" name="Text Box 16"/>
          <p:cNvSpPr txBox="1">
            <a:spLocks noChangeArrowheads="1"/>
          </p:cNvSpPr>
          <p:nvPr/>
        </p:nvSpPr>
        <p:spPr bwMode="auto">
          <a:xfrm>
            <a:off x="9815463" y="157696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6</a:t>
            </a:r>
          </a:p>
        </p:txBody>
      </p:sp>
      <p:sp>
        <p:nvSpPr>
          <p:cNvPr id="19" name="Text Box 17"/>
          <p:cNvSpPr txBox="1">
            <a:spLocks noChangeArrowheads="1"/>
          </p:cNvSpPr>
          <p:nvPr/>
        </p:nvSpPr>
        <p:spPr bwMode="auto">
          <a:xfrm>
            <a:off x="11091813" y="146266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5</a:t>
            </a:r>
          </a:p>
        </p:txBody>
      </p:sp>
      <p:sp>
        <p:nvSpPr>
          <p:cNvPr id="20" name="Text Box 18"/>
          <p:cNvSpPr txBox="1">
            <a:spLocks noChangeArrowheads="1"/>
          </p:cNvSpPr>
          <p:nvPr/>
        </p:nvSpPr>
        <p:spPr bwMode="auto">
          <a:xfrm>
            <a:off x="10055175" y="144043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4</a:t>
            </a:r>
          </a:p>
        </p:txBody>
      </p:sp>
      <p:sp>
        <p:nvSpPr>
          <p:cNvPr id="21" name="Oval 54"/>
          <p:cNvSpPr>
            <a:spLocks noChangeArrowheads="1"/>
          </p:cNvSpPr>
          <p:nvPr/>
        </p:nvSpPr>
        <p:spPr bwMode="auto">
          <a:xfrm>
            <a:off x="7590804" y="1506836"/>
            <a:ext cx="457200" cy="457200"/>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000" b="1" dirty="0">
                <a:latin typeface="Times New Roman" panose="02020603050405020304" pitchFamily="18" charset="0"/>
                <a:ea typeface="宋体" panose="02010600030101010101" pitchFamily="2" charset="-122"/>
              </a:rPr>
              <a:t>1</a:t>
            </a:r>
          </a:p>
        </p:txBody>
      </p:sp>
      <p:sp>
        <p:nvSpPr>
          <p:cNvPr id="22" name="Oval 55"/>
          <p:cNvSpPr>
            <a:spLocks noChangeArrowheads="1"/>
          </p:cNvSpPr>
          <p:nvPr/>
        </p:nvSpPr>
        <p:spPr bwMode="auto">
          <a:xfrm>
            <a:off x="6100498" y="242036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3" name="Oval 57"/>
          <p:cNvSpPr>
            <a:spLocks noChangeArrowheads="1"/>
          </p:cNvSpPr>
          <p:nvPr/>
        </p:nvSpPr>
        <p:spPr bwMode="auto">
          <a:xfrm>
            <a:off x="5716034" y="306473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24" name="Oval 61"/>
          <p:cNvSpPr>
            <a:spLocks noChangeArrowheads="1"/>
          </p:cNvSpPr>
          <p:nvPr/>
        </p:nvSpPr>
        <p:spPr bwMode="auto">
          <a:xfrm>
            <a:off x="5718924" y="3804256"/>
            <a:ext cx="457200" cy="457200"/>
          </a:xfrm>
          <a:prstGeom prst="ellipse">
            <a:avLst/>
          </a:prstGeom>
          <a:solidFill>
            <a:schemeClr val="accent1"/>
          </a:solidFill>
          <a:ln w="28575">
            <a:solidFill>
              <a:schemeClr val="accent2"/>
            </a:solidFill>
            <a:miter lim="800000"/>
            <a:headEnd/>
            <a:tailEnd/>
          </a:ln>
        </p:spPr>
        <p:txBody>
          <a:bodyPr wrap="none" anchor="ctr"/>
          <a:lstStyle/>
          <a:p>
            <a:pPr algn="ctr">
              <a:spcBef>
                <a:spcPct val="0"/>
              </a:spcBef>
            </a:pPr>
            <a:r>
              <a:rPr kumimoji="1" lang="en-US" altLang="zh-CN" sz="2400" b="1" dirty="0" smtClean="0">
                <a:latin typeface="Times New Roman" panose="02020603050405020304" pitchFamily="18" charset="0"/>
                <a:ea typeface="宋体" panose="02010600030101010101" pitchFamily="2" charset="-122"/>
              </a:rPr>
              <a:t>4</a:t>
            </a:r>
            <a:endParaRPr kumimoji="1" lang="en-US" altLang="zh-CN" sz="2400" b="1" dirty="0">
              <a:latin typeface="Times New Roman" panose="02020603050405020304" pitchFamily="18" charset="0"/>
              <a:ea typeface="宋体" panose="02010600030101010101" pitchFamily="2" charset="-122"/>
            </a:endParaRPr>
          </a:p>
        </p:txBody>
      </p:sp>
      <p:sp>
        <p:nvSpPr>
          <p:cNvPr id="25" name="Text Box 83"/>
          <p:cNvSpPr txBox="1">
            <a:spLocks noChangeArrowheads="1"/>
          </p:cNvSpPr>
          <p:nvPr/>
        </p:nvSpPr>
        <p:spPr bwMode="auto">
          <a:xfrm>
            <a:off x="5047404" y="2382918"/>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26" name="Text Box 84"/>
          <p:cNvSpPr txBox="1">
            <a:spLocks noChangeArrowheads="1"/>
          </p:cNvSpPr>
          <p:nvPr/>
        </p:nvSpPr>
        <p:spPr bwMode="auto">
          <a:xfrm>
            <a:off x="6245240" y="201416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=2</a:t>
            </a:r>
            <a:endParaRPr lang="zh-CN" altLang="en-US" sz="1600" b="1" dirty="0"/>
          </a:p>
        </p:txBody>
      </p:sp>
      <p:sp>
        <p:nvSpPr>
          <p:cNvPr id="27" name="Text Box 85"/>
          <p:cNvSpPr txBox="1">
            <a:spLocks noChangeArrowheads="1"/>
          </p:cNvSpPr>
          <p:nvPr/>
        </p:nvSpPr>
        <p:spPr bwMode="auto">
          <a:xfrm>
            <a:off x="5047404" y="2993313"/>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sp>
        <p:nvSpPr>
          <p:cNvPr id="29" name="Text Box 87"/>
          <p:cNvSpPr txBox="1">
            <a:spLocks noChangeArrowheads="1"/>
          </p:cNvSpPr>
          <p:nvPr/>
        </p:nvSpPr>
        <p:spPr bwMode="auto">
          <a:xfrm>
            <a:off x="5015880" y="3808204"/>
            <a:ext cx="467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4</a:t>
            </a:r>
            <a:endParaRPr lang="en-US" altLang="zh-CN" sz="2400" b="1" dirty="0">
              <a:solidFill>
                <a:schemeClr val="accent6">
                  <a:lumMod val="75000"/>
                </a:schemeClr>
              </a:solidFill>
            </a:endParaRPr>
          </a:p>
        </p:txBody>
      </p:sp>
      <p:cxnSp>
        <p:nvCxnSpPr>
          <p:cNvPr id="30" name="直接箭头连接符 29"/>
          <p:cNvCxnSpPr>
            <a:stCxn id="21" idx="3"/>
            <a:endCxn id="22" idx="7"/>
          </p:cNvCxnSpPr>
          <p:nvPr/>
        </p:nvCxnSpPr>
        <p:spPr>
          <a:xfrm flipH="1">
            <a:off x="6490743" y="1897081"/>
            <a:ext cx="1167016" cy="5902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3" idx="4"/>
            <a:endCxn id="24" idx="0"/>
          </p:cNvCxnSpPr>
          <p:nvPr/>
        </p:nvCxnSpPr>
        <p:spPr>
          <a:xfrm>
            <a:off x="5944634" y="3521934"/>
            <a:ext cx="2890" cy="28232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2" idx="3"/>
            <a:endCxn id="23" idx="0"/>
          </p:cNvCxnSpPr>
          <p:nvPr/>
        </p:nvCxnSpPr>
        <p:spPr>
          <a:xfrm flipH="1">
            <a:off x="5944634" y="2810614"/>
            <a:ext cx="222819" cy="25412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 name="Text Box 84"/>
          <p:cNvSpPr txBox="1">
            <a:spLocks noChangeArrowheads="1"/>
          </p:cNvSpPr>
          <p:nvPr/>
        </p:nvSpPr>
        <p:spPr bwMode="auto">
          <a:xfrm>
            <a:off x="5560558" y="260844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35" name="Text Box 84"/>
          <p:cNvSpPr txBox="1">
            <a:spLocks noChangeArrowheads="1"/>
          </p:cNvSpPr>
          <p:nvPr/>
        </p:nvSpPr>
        <p:spPr bwMode="auto">
          <a:xfrm>
            <a:off x="5422892" y="345965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39" name="Oval 62"/>
          <p:cNvSpPr>
            <a:spLocks noChangeArrowheads="1"/>
          </p:cNvSpPr>
          <p:nvPr/>
        </p:nvSpPr>
        <p:spPr bwMode="auto">
          <a:xfrm>
            <a:off x="6435429" y="3064746"/>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cxnSp>
        <p:nvCxnSpPr>
          <p:cNvPr id="43" name="直接箭头连接符 42"/>
          <p:cNvCxnSpPr>
            <a:stCxn id="39" idx="4"/>
            <a:endCxn id="46" idx="0"/>
          </p:cNvCxnSpPr>
          <p:nvPr/>
        </p:nvCxnSpPr>
        <p:spPr>
          <a:xfrm>
            <a:off x="6664029" y="3521946"/>
            <a:ext cx="3504" cy="2882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 name="Oval 62"/>
          <p:cNvSpPr>
            <a:spLocks noChangeArrowheads="1"/>
          </p:cNvSpPr>
          <p:nvPr/>
        </p:nvSpPr>
        <p:spPr bwMode="auto">
          <a:xfrm>
            <a:off x="6438933" y="381016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47" name="Text Box 84"/>
          <p:cNvSpPr txBox="1">
            <a:spLocks noChangeArrowheads="1"/>
          </p:cNvSpPr>
          <p:nvPr/>
        </p:nvSpPr>
        <p:spPr bwMode="auto">
          <a:xfrm>
            <a:off x="6160917" y="345452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68" name="Text Box 83"/>
          <p:cNvSpPr txBox="1">
            <a:spLocks noChangeArrowheads="1"/>
          </p:cNvSpPr>
          <p:nvPr/>
        </p:nvSpPr>
        <p:spPr bwMode="auto">
          <a:xfrm>
            <a:off x="5056717" y="1484784"/>
            <a:ext cx="1556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1</a:t>
            </a:r>
            <a:r>
              <a:rPr lang="en-US" altLang="zh-CN" sz="2400" b="1" dirty="0" smtClean="0">
                <a:solidFill>
                  <a:schemeClr val="accent6">
                    <a:lumMod val="75000"/>
                  </a:schemeClr>
                </a:solidFill>
              </a:rPr>
              <a:t>=1,t=1</a:t>
            </a:r>
            <a:endParaRPr lang="en-US" altLang="zh-CN" sz="2400" b="1" dirty="0">
              <a:solidFill>
                <a:schemeClr val="accent6">
                  <a:lumMod val="75000"/>
                </a:schemeClr>
              </a:solidFill>
            </a:endParaRPr>
          </a:p>
        </p:txBody>
      </p:sp>
      <p:sp>
        <p:nvSpPr>
          <p:cNvPr id="69" name="Text Box 99"/>
          <p:cNvSpPr txBox="1">
            <a:spLocks noChangeArrowheads="1"/>
          </p:cNvSpPr>
          <p:nvPr/>
        </p:nvSpPr>
        <p:spPr bwMode="auto">
          <a:xfrm>
            <a:off x="5908195" y="2301862"/>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30</a:t>
            </a:r>
            <a:endParaRPr lang="zh-CN" altLang="en-US" sz="1400" b="1" dirty="0">
              <a:solidFill>
                <a:srgbClr val="FFFF00"/>
              </a:solidFill>
            </a:endParaRPr>
          </a:p>
        </p:txBody>
      </p:sp>
      <p:sp>
        <p:nvSpPr>
          <p:cNvPr id="70" name="Text Box 99"/>
          <p:cNvSpPr txBox="1">
            <a:spLocks noChangeArrowheads="1"/>
          </p:cNvSpPr>
          <p:nvPr/>
        </p:nvSpPr>
        <p:spPr bwMode="auto">
          <a:xfrm>
            <a:off x="5574314" y="290613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35</a:t>
            </a:r>
            <a:endParaRPr lang="zh-CN" altLang="en-US" sz="1400" b="1" dirty="0">
              <a:solidFill>
                <a:srgbClr val="FFFF00"/>
              </a:solidFill>
            </a:endParaRPr>
          </a:p>
        </p:txBody>
      </p:sp>
      <p:sp>
        <p:nvSpPr>
          <p:cNvPr id="71" name="Text Box 99"/>
          <p:cNvSpPr txBox="1">
            <a:spLocks noChangeArrowheads="1"/>
          </p:cNvSpPr>
          <p:nvPr/>
        </p:nvSpPr>
        <p:spPr bwMode="auto">
          <a:xfrm>
            <a:off x="5560380" y="379866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a:solidFill>
                  <a:srgbClr val="FFFF00"/>
                </a:solidFill>
              </a:rPr>
              <a:t>5</a:t>
            </a:r>
            <a:r>
              <a:rPr lang="en-US" altLang="zh-CN" sz="1400" b="1" dirty="0" smtClean="0">
                <a:solidFill>
                  <a:srgbClr val="FFFF00"/>
                </a:solidFill>
              </a:rPr>
              <a:t>5</a:t>
            </a:r>
            <a:endParaRPr lang="zh-CN" altLang="en-US" sz="1400" b="1" dirty="0">
              <a:solidFill>
                <a:srgbClr val="FFFF00"/>
              </a:solidFill>
            </a:endParaRPr>
          </a:p>
        </p:txBody>
      </p:sp>
      <p:sp>
        <p:nvSpPr>
          <p:cNvPr id="72" name="Text Box 127"/>
          <p:cNvSpPr txBox="1">
            <a:spLocks noChangeArrowheads="1"/>
          </p:cNvSpPr>
          <p:nvPr/>
        </p:nvSpPr>
        <p:spPr bwMode="auto">
          <a:xfrm>
            <a:off x="5861718" y="5020692"/>
            <a:ext cx="269131" cy="234950"/>
          </a:xfrm>
          <a:prstGeom prst="rect">
            <a:avLst/>
          </a:prstGeom>
          <a:solidFill>
            <a:srgbClr val="00B050"/>
          </a:solidFill>
          <a:ln>
            <a:noFill/>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73" name="Text Box 128"/>
          <p:cNvSpPr txBox="1">
            <a:spLocks noChangeArrowheads="1"/>
          </p:cNvSpPr>
          <p:nvPr/>
        </p:nvSpPr>
        <p:spPr bwMode="auto">
          <a:xfrm>
            <a:off x="6057056" y="4956547"/>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当前最优解</a:t>
            </a:r>
          </a:p>
        </p:txBody>
      </p:sp>
      <p:sp>
        <p:nvSpPr>
          <p:cNvPr id="74" name="Text Box 127"/>
          <p:cNvSpPr txBox="1">
            <a:spLocks noChangeArrowheads="1"/>
          </p:cNvSpPr>
          <p:nvPr/>
        </p:nvSpPr>
        <p:spPr bwMode="auto">
          <a:xfrm>
            <a:off x="5763842" y="4624224"/>
            <a:ext cx="361583" cy="237255"/>
          </a:xfrm>
          <a:prstGeom prst="rect">
            <a:avLst/>
          </a:prstGeom>
          <a:solidFill>
            <a:srgbClr val="00B050"/>
          </a:solidFill>
          <a:ln>
            <a:noFill/>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t>59</a:t>
            </a:r>
            <a:endParaRPr lang="zh-CN" altLang="en-US" sz="1400" b="1" dirty="0"/>
          </a:p>
        </p:txBody>
      </p:sp>
      <p:cxnSp>
        <p:nvCxnSpPr>
          <p:cNvPr id="75" name="直接箭头连接符 74"/>
          <p:cNvCxnSpPr>
            <a:stCxn id="24" idx="4"/>
            <a:endCxn id="74" idx="0"/>
          </p:cNvCxnSpPr>
          <p:nvPr/>
        </p:nvCxnSpPr>
        <p:spPr>
          <a:xfrm flipH="1">
            <a:off x="5944634" y="4261456"/>
            <a:ext cx="2890" cy="36276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2" name="Text Box 84"/>
          <p:cNvSpPr txBox="1">
            <a:spLocks noChangeArrowheads="1"/>
          </p:cNvSpPr>
          <p:nvPr/>
        </p:nvSpPr>
        <p:spPr bwMode="auto">
          <a:xfrm>
            <a:off x="5459292" y="4251497"/>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86" name="直接箭头连接符 85"/>
          <p:cNvCxnSpPr>
            <a:stCxn id="21" idx="4"/>
            <a:endCxn id="167" idx="0"/>
          </p:cNvCxnSpPr>
          <p:nvPr/>
        </p:nvCxnSpPr>
        <p:spPr>
          <a:xfrm flipH="1">
            <a:off x="7814922" y="1964036"/>
            <a:ext cx="4482" cy="429910"/>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21" idx="5"/>
            <a:endCxn id="265" idx="1"/>
          </p:cNvCxnSpPr>
          <p:nvPr/>
        </p:nvCxnSpPr>
        <p:spPr>
          <a:xfrm>
            <a:off x="7981049" y="1897081"/>
            <a:ext cx="1149078" cy="555024"/>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22" idx="5"/>
            <a:endCxn id="39" idx="0"/>
          </p:cNvCxnSpPr>
          <p:nvPr/>
        </p:nvCxnSpPr>
        <p:spPr>
          <a:xfrm>
            <a:off x="6490743" y="2810614"/>
            <a:ext cx="173286" cy="25413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1" name="曲线连接符 100"/>
          <p:cNvCxnSpPr/>
          <p:nvPr/>
        </p:nvCxnSpPr>
        <p:spPr>
          <a:xfrm rot="10800000">
            <a:off x="5668541" y="3293334"/>
            <a:ext cx="2890" cy="739522"/>
          </a:xfrm>
          <a:prstGeom prst="curvedConnector3">
            <a:avLst>
              <a:gd name="adj1" fmla="val 80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a:stCxn id="22" idx="5"/>
            <a:endCxn id="39" idx="0"/>
          </p:cNvCxnSpPr>
          <p:nvPr/>
        </p:nvCxnSpPr>
        <p:spPr>
          <a:xfrm>
            <a:off x="6490743" y="2810614"/>
            <a:ext cx="173286" cy="2541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5" name="Text Box 84"/>
          <p:cNvSpPr txBox="1">
            <a:spLocks noChangeArrowheads="1"/>
          </p:cNvSpPr>
          <p:nvPr/>
        </p:nvSpPr>
        <p:spPr bwMode="auto">
          <a:xfrm>
            <a:off x="6447904" y="266821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127" name="Text Box 99"/>
          <p:cNvSpPr txBox="1">
            <a:spLocks noChangeArrowheads="1"/>
          </p:cNvSpPr>
          <p:nvPr/>
        </p:nvSpPr>
        <p:spPr bwMode="auto">
          <a:xfrm>
            <a:off x="6259271" y="299073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40</a:t>
            </a:r>
            <a:endParaRPr lang="zh-CN" altLang="en-US" sz="1400" b="1" dirty="0">
              <a:solidFill>
                <a:srgbClr val="FFFF00"/>
              </a:solidFill>
            </a:endParaRPr>
          </a:p>
        </p:txBody>
      </p:sp>
      <p:sp>
        <p:nvSpPr>
          <p:cNvPr id="138" name="Text Box 99"/>
          <p:cNvSpPr txBox="1">
            <a:spLocks noChangeArrowheads="1"/>
          </p:cNvSpPr>
          <p:nvPr/>
        </p:nvSpPr>
        <p:spPr bwMode="auto">
          <a:xfrm>
            <a:off x="6829776" y="371661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a:solidFill>
                  <a:srgbClr val="FFFF00"/>
                </a:solidFill>
              </a:rPr>
              <a:t>6</a:t>
            </a:r>
            <a:r>
              <a:rPr lang="en-US" altLang="zh-CN" sz="1400" b="1" dirty="0" smtClean="0">
                <a:solidFill>
                  <a:srgbClr val="FFFF00"/>
                </a:solidFill>
              </a:rPr>
              <a:t>0</a:t>
            </a:r>
            <a:endParaRPr lang="zh-CN" altLang="en-US" sz="1400" b="1" dirty="0">
              <a:solidFill>
                <a:srgbClr val="FFFF00"/>
              </a:solidFill>
            </a:endParaRPr>
          </a:p>
        </p:txBody>
      </p:sp>
      <p:sp>
        <p:nvSpPr>
          <p:cNvPr id="139" name="Text Box 127"/>
          <p:cNvSpPr txBox="1">
            <a:spLocks noChangeArrowheads="1"/>
          </p:cNvSpPr>
          <p:nvPr/>
        </p:nvSpPr>
        <p:spPr bwMode="auto">
          <a:xfrm>
            <a:off x="6484989" y="4624224"/>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140" name="直接箭头连接符 139"/>
          <p:cNvCxnSpPr>
            <a:stCxn id="46" idx="4"/>
            <a:endCxn id="139" idx="0"/>
          </p:cNvCxnSpPr>
          <p:nvPr/>
        </p:nvCxnSpPr>
        <p:spPr>
          <a:xfrm flipH="1">
            <a:off x="6665781" y="4267363"/>
            <a:ext cx="1752" cy="3568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1" name="Text Box 84"/>
          <p:cNvSpPr txBox="1">
            <a:spLocks noChangeArrowheads="1"/>
          </p:cNvSpPr>
          <p:nvPr/>
        </p:nvSpPr>
        <p:spPr bwMode="auto">
          <a:xfrm>
            <a:off x="6205071" y="4251497"/>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44" name="Text Box 129"/>
          <p:cNvSpPr txBox="1">
            <a:spLocks noChangeArrowheads="1"/>
          </p:cNvSpPr>
          <p:nvPr/>
        </p:nvSpPr>
        <p:spPr bwMode="auto">
          <a:xfrm>
            <a:off x="9120336" y="5038166"/>
            <a:ext cx="210798" cy="234950"/>
          </a:xfrm>
          <a:prstGeom prst="rect">
            <a:avLst/>
          </a:prstGeom>
          <a:solidFill>
            <a:srgbClr val="00B0F0"/>
          </a:solidFill>
          <a:ln w="9525">
            <a:noFill/>
            <a:miter lim="800000"/>
            <a:headEnd/>
            <a:tailEnd/>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145" name="Text Box 130"/>
          <p:cNvSpPr txBox="1">
            <a:spLocks noChangeArrowheads="1"/>
          </p:cNvSpPr>
          <p:nvPr/>
        </p:nvSpPr>
        <p:spPr bwMode="auto">
          <a:xfrm>
            <a:off x="9227740" y="4956548"/>
            <a:ext cx="874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可行解</a:t>
            </a:r>
          </a:p>
        </p:txBody>
      </p:sp>
      <p:sp>
        <p:nvSpPr>
          <p:cNvPr id="146" name="Text Box 131"/>
          <p:cNvSpPr txBox="1">
            <a:spLocks noChangeArrowheads="1"/>
          </p:cNvSpPr>
          <p:nvPr/>
        </p:nvSpPr>
        <p:spPr bwMode="auto">
          <a:xfrm>
            <a:off x="7415500" y="5035228"/>
            <a:ext cx="235075" cy="2349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147" name="Text Box 132"/>
          <p:cNvSpPr txBox="1">
            <a:spLocks noChangeArrowheads="1"/>
          </p:cNvSpPr>
          <p:nvPr/>
        </p:nvSpPr>
        <p:spPr bwMode="auto">
          <a:xfrm>
            <a:off x="7576782" y="4962897"/>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中间计算结果</a:t>
            </a:r>
          </a:p>
        </p:txBody>
      </p:sp>
      <p:cxnSp>
        <p:nvCxnSpPr>
          <p:cNvPr id="148" name="曲线连接符 147"/>
          <p:cNvCxnSpPr/>
          <p:nvPr/>
        </p:nvCxnSpPr>
        <p:spPr>
          <a:xfrm rot="10800000">
            <a:off x="6418337" y="3293347"/>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曲线连接符 152"/>
          <p:cNvCxnSpPr/>
          <p:nvPr/>
        </p:nvCxnSpPr>
        <p:spPr>
          <a:xfrm flipH="1" flipV="1">
            <a:off x="6924338" y="2540010"/>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p:cNvCxnSpPr>
            <a:stCxn id="21" idx="4"/>
            <a:endCxn id="167" idx="0"/>
          </p:cNvCxnSpPr>
          <p:nvPr/>
        </p:nvCxnSpPr>
        <p:spPr>
          <a:xfrm flipH="1">
            <a:off x="7814922" y="1964036"/>
            <a:ext cx="4482" cy="42991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3" name="Text Box 84"/>
          <p:cNvSpPr txBox="1">
            <a:spLocks noChangeArrowheads="1"/>
          </p:cNvSpPr>
          <p:nvPr/>
        </p:nvSpPr>
        <p:spPr bwMode="auto">
          <a:xfrm>
            <a:off x="7288098" y="198943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=3</a:t>
            </a:r>
            <a:endParaRPr lang="zh-CN" altLang="en-US" sz="1600" b="1" dirty="0"/>
          </a:p>
        </p:txBody>
      </p:sp>
      <p:sp>
        <p:nvSpPr>
          <p:cNvPr id="167" name="Oval 57"/>
          <p:cNvSpPr>
            <a:spLocks noChangeArrowheads="1"/>
          </p:cNvSpPr>
          <p:nvPr/>
        </p:nvSpPr>
        <p:spPr bwMode="auto">
          <a:xfrm>
            <a:off x="7586322" y="2393946"/>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172" name="Text Box 99"/>
          <p:cNvSpPr txBox="1">
            <a:spLocks noChangeArrowheads="1"/>
          </p:cNvSpPr>
          <p:nvPr/>
        </p:nvSpPr>
        <p:spPr bwMode="auto">
          <a:xfrm>
            <a:off x="7420853" y="2269706"/>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6</a:t>
            </a:r>
            <a:endParaRPr lang="zh-CN" altLang="en-US" sz="1400" b="1" dirty="0">
              <a:solidFill>
                <a:srgbClr val="FFFF00"/>
              </a:solidFill>
            </a:endParaRPr>
          </a:p>
        </p:txBody>
      </p:sp>
      <p:cxnSp>
        <p:nvCxnSpPr>
          <p:cNvPr id="173" name="直接箭头连接符 172"/>
          <p:cNvCxnSpPr>
            <a:stCxn id="167" idx="3"/>
            <a:endCxn id="184" idx="0"/>
          </p:cNvCxnSpPr>
          <p:nvPr/>
        </p:nvCxnSpPr>
        <p:spPr>
          <a:xfrm flipH="1">
            <a:off x="7534002" y="2784191"/>
            <a:ext cx="119275" cy="25449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9" name="Text Box 84"/>
          <p:cNvSpPr txBox="1">
            <a:spLocks noChangeArrowheads="1"/>
          </p:cNvSpPr>
          <p:nvPr/>
        </p:nvSpPr>
        <p:spPr bwMode="auto">
          <a:xfrm>
            <a:off x="7139121" y="267562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184" name="Oval 55"/>
          <p:cNvSpPr>
            <a:spLocks noChangeArrowheads="1"/>
          </p:cNvSpPr>
          <p:nvPr/>
        </p:nvSpPr>
        <p:spPr bwMode="auto">
          <a:xfrm>
            <a:off x="7305402" y="303868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cxnSp>
        <p:nvCxnSpPr>
          <p:cNvPr id="187" name="直接箭头连接符 186"/>
          <p:cNvCxnSpPr>
            <a:stCxn id="167" idx="5"/>
            <a:endCxn id="220" idx="0"/>
          </p:cNvCxnSpPr>
          <p:nvPr/>
        </p:nvCxnSpPr>
        <p:spPr>
          <a:xfrm>
            <a:off x="7976567" y="2784191"/>
            <a:ext cx="236731" cy="23569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0" name="Text Box 99"/>
          <p:cNvSpPr txBox="1">
            <a:spLocks noChangeArrowheads="1"/>
          </p:cNvSpPr>
          <p:nvPr/>
        </p:nvSpPr>
        <p:spPr bwMode="auto">
          <a:xfrm>
            <a:off x="7653401" y="297115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11</a:t>
            </a:r>
            <a:endParaRPr lang="zh-CN" altLang="en-US" sz="1400" b="1" dirty="0">
              <a:solidFill>
                <a:srgbClr val="FFFF00"/>
              </a:solidFill>
            </a:endParaRPr>
          </a:p>
        </p:txBody>
      </p:sp>
      <p:cxnSp>
        <p:nvCxnSpPr>
          <p:cNvPr id="195" name="直接箭头连接符 194"/>
          <p:cNvCxnSpPr>
            <a:stCxn id="184" idx="4"/>
            <a:endCxn id="202" idx="0"/>
          </p:cNvCxnSpPr>
          <p:nvPr/>
        </p:nvCxnSpPr>
        <p:spPr>
          <a:xfrm>
            <a:off x="7534002" y="3495882"/>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8" name="Text Box 84"/>
          <p:cNvSpPr txBox="1">
            <a:spLocks noChangeArrowheads="1"/>
          </p:cNvSpPr>
          <p:nvPr/>
        </p:nvSpPr>
        <p:spPr bwMode="auto">
          <a:xfrm>
            <a:off x="7018720" y="345921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202" name="Oval 62"/>
          <p:cNvSpPr>
            <a:spLocks noChangeArrowheads="1"/>
          </p:cNvSpPr>
          <p:nvPr/>
        </p:nvSpPr>
        <p:spPr bwMode="auto">
          <a:xfrm>
            <a:off x="7305597" y="380594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207" name="Text Box 99"/>
          <p:cNvSpPr txBox="1">
            <a:spLocks noChangeArrowheads="1"/>
          </p:cNvSpPr>
          <p:nvPr/>
        </p:nvSpPr>
        <p:spPr bwMode="auto">
          <a:xfrm>
            <a:off x="7652713" y="3666676"/>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1</a:t>
            </a:r>
            <a:endParaRPr lang="zh-CN" altLang="en-US" sz="1400" b="1" dirty="0">
              <a:solidFill>
                <a:srgbClr val="FFFF00"/>
              </a:solidFill>
            </a:endParaRPr>
          </a:p>
        </p:txBody>
      </p:sp>
      <p:sp>
        <p:nvSpPr>
          <p:cNvPr id="208" name="Text Box 127"/>
          <p:cNvSpPr txBox="1">
            <a:spLocks noChangeArrowheads="1"/>
          </p:cNvSpPr>
          <p:nvPr/>
        </p:nvSpPr>
        <p:spPr bwMode="auto">
          <a:xfrm>
            <a:off x="7353338" y="4618680"/>
            <a:ext cx="361583" cy="237255"/>
          </a:xfrm>
          <a:prstGeom prst="rect">
            <a:avLst/>
          </a:prstGeom>
          <a:solidFill>
            <a:srgbClr val="00B050"/>
          </a:solidFill>
          <a:ln>
            <a:noFill/>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25</a:t>
            </a:r>
            <a:endParaRPr lang="zh-CN" altLang="en-US" dirty="0">
              <a:solidFill>
                <a:schemeClr val="tx1"/>
              </a:solidFill>
            </a:endParaRPr>
          </a:p>
        </p:txBody>
      </p:sp>
      <p:cxnSp>
        <p:nvCxnSpPr>
          <p:cNvPr id="209" name="直接箭头连接符 208"/>
          <p:cNvCxnSpPr>
            <a:stCxn id="202" idx="4"/>
            <a:endCxn id="208" idx="0"/>
          </p:cNvCxnSpPr>
          <p:nvPr/>
        </p:nvCxnSpPr>
        <p:spPr>
          <a:xfrm flipH="1">
            <a:off x="7534130" y="4263140"/>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0" name="Text Box 84"/>
          <p:cNvSpPr txBox="1">
            <a:spLocks noChangeArrowheads="1"/>
          </p:cNvSpPr>
          <p:nvPr/>
        </p:nvSpPr>
        <p:spPr bwMode="auto">
          <a:xfrm>
            <a:off x="7073420" y="4245953"/>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212" name="曲线连接符 211"/>
          <p:cNvCxnSpPr/>
          <p:nvPr/>
        </p:nvCxnSpPr>
        <p:spPr>
          <a:xfrm rot="10800000">
            <a:off x="7257517" y="3279532"/>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a:stCxn id="216" idx="1"/>
            <a:endCxn id="220" idx="0"/>
          </p:cNvCxnSpPr>
          <p:nvPr/>
        </p:nvCxnSpPr>
        <p:spPr>
          <a:xfrm>
            <a:off x="7958312" y="2808564"/>
            <a:ext cx="254986" cy="21131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6" name="Text Box 84"/>
          <p:cNvSpPr txBox="1">
            <a:spLocks noChangeArrowheads="1"/>
          </p:cNvSpPr>
          <p:nvPr/>
        </p:nvSpPr>
        <p:spPr bwMode="auto">
          <a:xfrm>
            <a:off x="7958312" y="2639287"/>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220" name="Oval 62"/>
          <p:cNvSpPr>
            <a:spLocks noChangeArrowheads="1"/>
          </p:cNvSpPr>
          <p:nvPr/>
        </p:nvSpPr>
        <p:spPr bwMode="auto">
          <a:xfrm>
            <a:off x="7984698" y="301988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237" name="Text Box 99"/>
          <p:cNvSpPr txBox="1">
            <a:spLocks noChangeArrowheads="1"/>
          </p:cNvSpPr>
          <p:nvPr/>
        </p:nvSpPr>
        <p:spPr bwMode="auto">
          <a:xfrm>
            <a:off x="8388668" y="297205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6</a:t>
            </a:r>
            <a:endParaRPr lang="zh-CN" altLang="en-US" sz="1400" b="1" dirty="0">
              <a:solidFill>
                <a:srgbClr val="FFFF00"/>
              </a:solidFill>
            </a:endParaRPr>
          </a:p>
        </p:txBody>
      </p:sp>
      <p:cxnSp>
        <p:nvCxnSpPr>
          <p:cNvPr id="238" name="直接箭头连接符 237"/>
          <p:cNvCxnSpPr>
            <a:stCxn id="220" idx="4"/>
            <a:endCxn id="245" idx="0"/>
          </p:cNvCxnSpPr>
          <p:nvPr/>
        </p:nvCxnSpPr>
        <p:spPr>
          <a:xfrm flipH="1">
            <a:off x="8212431" y="3477083"/>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2" name="Text Box 84"/>
          <p:cNvSpPr txBox="1">
            <a:spLocks noChangeArrowheads="1"/>
          </p:cNvSpPr>
          <p:nvPr/>
        </p:nvSpPr>
        <p:spPr bwMode="auto">
          <a:xfrm>
            <a:off x="7865079" y="340248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245" name="Oval 55"/>
          <p:cNvSpPr>
            <a:spLocks noChangeArrowheads="1"/>
          </p:cNvSpPr>
          <p:nvPr/>
        </p:nvSpPr>
        <p:spPr bwMode="auto">
          <a:xfrm>
            <a:off x="7983831" y="381304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49" name="Text Box 99"/>
          <p:cNvSpPr txBox="1">
            <a:spLocks noChangeArrowheads="1"/>
          </p:cNvSpPr>
          <p:nvPr/>
        </p:nvSpPr>
        <p:spPr bwMode="auto">
          <a:xfrm>
            <a:off x="8343685" y="367937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36</a:t>
            </a:r>
            <a:endParaRPr lang="zh-CN" altLang="en-US" sz="1400" b="1" dirty="0">
              <a:solidFill>
                <a:srgbClr val="FFFF00"/>
              </a:solidFill>
            </a:endParaRPr>
          </a:p>
        </p:txBody>
      </p:sp>
      <p:sp>
        <p:nvSpPr>
          <p:cNvPr id="252" name="Text Box 127"/>
          <p:cNvSpPr txBox="1">
            <a:spLocks noChangeArrowheads="1"/>
          </p:cNvSpPr>
          <p:nvPr/>
        </p:nvSpPr>
        <p:spPr bwMode="auto">
          <a:xfrm>
            <a:off x="8035149" y="4618680"/>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253" name="直接箭头连接符 252"/>
          <p:cNvCxnSpPr>
            <a:stCxn id="245" idx="4"/>
            <a:endCxn id="252" idx="0"/>
          </p:cNvCxnSpPr>
          <p:nvPr/>
        </p:nvCxnSpPr>
        <p:spPr>
          <a:xfrm>
            <a:off x="8212431" y="4270248"/>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4" name="Text Box 84"/>
          <p:cNvSpPr txBox="1">
            <a:spLocks noChangeArrowheads="1"/>
          </p:cNvSpPr>
          <p:nvPr/>
        </p:nvSpPr>
        <p:spPr bwMode="auto">
          <a:xfrm>
            <a:off x="7755231" y="4245953"/>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256" name="直接箭头连接符 255"/>
          <p:cNvCxnSpPr>
            <a:stCxn id="21" idx="5"/>
            <a:endCxn id="265" idx="1"/>
          </p:cNvCxnSpPr>
          <p:nvPr/>
        </p:nvCxnSpPr>
        <p:spPr>
          <a:xfrm>
            <a:off x="7981049" y="1897081"/>
            <a:ext cx="1149078" cy="5550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1" name="Text Box 84"/>
          <p:cNvSpPr txBox="1">
            <a:spLocks noChangeArrowheads="1"/>
          </p:cNvSpPr>
          <p:nvPr/>
        </p:nvSpPr>
        <p:spPr bwMode="auto">
          <a:xfrm>
            <a:off x="8212431" y="197919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=4</a:t>
            </a:r>
            <a:endParaRPr lang="zh-CN" altLang="en-US" sz="1600" b="1" dirty="0"/>
          </a:p>
        </p:txBody>
      </p:sp>
      <p:sp>
        <p:nvSpPr>
          <p:cNvPr id="265" name="Oval 62"/>
          <p:cNvSpPr>
            <a:spLocks noChangeArrowheads="1"/>
          </p:cNvSpPr>
          <p:nvPr/>
        </p:nvSpPr>
        <p:spPr bwMode="auto">
          <a:xfrm>
            <a:off x="9063172" y="238515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270" name="Text Box 99"/>
          <p:cNvSpPr txBox="1">
            <a:spLocks noChangeArrowheads="1"/>
          </p:cNvSpPr>
          <p:nvPr/>
        </p:nvSpPr>
        <p:spPr bwMode="auto">
          <a:xfrm>
            <a:off x="8818721" y="2455955"/>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4</a:t>
            </a:r>
            <a:endParaRPr lang="zh-CN" altLang="en-US" sz="1400" b="1" dirty="0">
              <a:solidFill>
                <a:srgbClr val="FFFF00"/>
              </a:solidFill>
            </a:endParaRPr>
          </a:p>
        </p:txBody>
      </p:sp>
      <p:cxnSp>
        <p:nvCxnSpPr>
          <p:cNvPr id="273" name="曲线连接符 272"/>
          <p:cNvCxnSpPr/>
          <p:nvPr/>
        </p:nvCxnSpPr>
        <p:spPr>
          <a:xfrm flipH="1" flipV="1">
            <a:off x="8456424" y="2564428"/>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4" name="曲线连接符 273"/>
          <p:cNvCxnSpPr/>
          <p:nvPr/>
        </p:nvCxnSpPr>
        <p:spPr>
          <a:xfrm rot="10800000">
            <a:off x="7974722" y="3304370"/>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直接箭头连接符 276"/>
          <p:cNvCxnSpPr>
            <a:endCxn id="279" idx="0"/>
          </p:cNvCxnSpPr>
          <p:nvPr/>
        </p:nvCxnSpPr>
        <p:spPr>
          <a:xfrm flipH="1">
            <a:off x="9007813" y="2787120"/>
            <a:ext cx="119275" cy="25449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8" name="Text Box 84"/>
          <p:cNvSpPr txBox="1">
            <a:spLocks noChangeArrowheads="1"/>
          </p:cNvSpPr>
          <p:nvPr/>
        </p:nvSpPr>
        <p:spPr bwMode="auto">
          <a:xfrm>
            <a:off x="8612932" y="2678554"/>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279" name="Oval 55"/>
          <p:cNvSpPr>
            <a:spLocks noChangeArrowheads="1"/>
          </p:cNvSpPr>
          <p:nvPr/>
        </p:nvSpPr>
        <p:spPr bwMode="auto">
          <a:xfrm>
            <a:off x="8779213" y="304161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3</a:t>
            </a:r>
          </a:p>
        </p:txBody>
      </p:sp>
      <p:cxnSp>
        <p:nvCxnSpPr>
          <p:cNvPr id="280" name="直接箭头连接符 279"/>
          <p:cNvCxnSpPr>
            <a:endCxn id="292" idx="0"/>
          </p:cNvCxnSpPr>
          <p:nvPr/>
        </p:nvCxnSpPr>
        <p:spPr>
          <a:xfrm>
            <a:off x="9450378" y="2787120"/>
            <a:ext cx="236731" cy="23569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1" name="Text Box 99"/>
          <p:cNvSpPr txBox="1">
            <a:spLocks noChangeArrowheads="1"/>
          </p:cNvSpPr>
          <p:nvPr/>
        </p:nvSpPr>
        <p:spPr bwMode="auto">
          <a:xfrm>
            <a:off x="9127212" y="2974080"/>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24</a:t>
            </a:r>
            <a:endParaRPr lang="zh-CN" altLang="en-US" sz="1400" b="1" dirty="0">
              <a:solidFill>
                <a:srgbClr val="FFFF00"/>
              </a:solidFill>
            </a:endParaRPr>
          </a:p>
        </p:txBody>
      </p:sp>
      <p:cxnSp>
        <p:nvCxnSpPr>
          <p:cNvPr id="282" name="直接箭头连接符 281"/>
          <p:cNvCxnSpPr>
            <a:stCxn id="279" idx="4"/>
            <a:endCxn id="284" idx="0"/>
          </p:cNvCxnSpPr>
          <p:nvPr/>
        </p:nvCxnSpPr>
        <p:spPr>
          <a:xfrm>
            <a:off x="9007813" y="3498811"/>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3" name="Text Box 84"/>
          <p:cNvSpPr txBox="1">
            <a:spLocks noChangeArrowheads="1"/>
          </p:cNvSpPr>
          <p:nvPr/>
        </p:nvSpPr>
        <p:spPr bwMode="auto">
          <a:xfrm>
            <a:off x="8492531" y="346214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284" name="Oval 62"/>
          <p:cNvSpPr>
            <a:spLocks noChangeArrowheads="1"/>
          </p:cNvSpPr>
          <p:nvPr/>
        </p:nvSpPr>
        <p:spPr bwMode="auto">
          <a:xfrm>
            <a:off x="8779408" y="380886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85" name="Text Box 99"/>
          <p:cNvSpPr txBox="1">
            <a:spLocks noChangeArrowheads="1"/>
          </p:cNvSpPr>
          <p:nvPr/>
        </p:nvSpPr>
        <p:spPr bwMode="auto">
          <a:xfrm>
            <a:off x="9126524" y="3669605"/>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29</a:t>
            </a:r>
            <a:endParaRPr lang="zh-CN" altLang="en-US" sz="1400" b="1" dirty="0">
              <a:solidFill>
                <a:srgbClr val="FFFF00"/>
              </a:solidFill>
            </a:endParaRPr>
          </a:p>
        </p:txBody>
      </p:sp>
      <p:sp>
        <p:nvSpPr>
          <p:cNvPr id="286" name="Text Box 127"/>
          <p:cNvSpPr txBox="1">
            <a:spLocks noChangeArrowheads="1"/>
          </p:cNvSpPr>
          <p:nvPr/>
        </p:nvSpPr>
        <p:spPr bwMode="auto">
          <a:xfrm>
            <a:off x="8827149" y="4621609"/>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lgn="ctr">
              <a:spcBef>
                <a:spcPct val="0"/>
              </a:spcBef>
              <a:buFontTx/>
              <a:buNone/>
              <a:defRPr kumimoji="1" sz="1400" b="1">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69</a:t>
            </a:r>
            <a:endParaRPr lang="zh-CN" altLang="en-US" dirty="0"/>
          </a:p>
        </p:txBody>
      </p:sp>
      <p:cxnSp>
        <p:nvCxnSpPr>
          <p:cNvPr id="287" name="直接箭头连接符 286"/>
          <p:cNvCxnSpPr>
            <a:stCxn id="284" idx="4"/>
            <a:endCxn id="286" idx="0"/>
          </p:cNvCxnSpPr>
          <p:nvPr/>
        </p:nvCxnSpPr>
        <p:spPr>
          <a:xfrm flipH="1">
            <a:off x="9007941" y="4266069"/>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8" name="Text Box 84"/>
          <p:cNvSpPr txBox="1">
            <a:spLocks noChangeArrowheads="1"/>
          </p:cNvSpPr>
          <p:nvPr/>
        </p:nvSpPr>
        <p:spPr bwMode="auto">
          <a:xfrm>
            <a:off x="8547231" y="4248882"/>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289" name="曲线连接符 288"/>
          <p:cNvCxnSpPr/>
          <p:nvPr/>
        </p:nvCxnSpPr>
        <p:spPr>
          <a:xfrm rot="10800000">
            <a:off x="8731328" y="3282461"/>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直接箭头连接符 289"/>
          <p:cNvCxnSpPr>
            <a:stCxn id="291" idx="1"/>
            <a:endCxn id="292" idx="0"/>
          </p:cNvCxnSpPr>
          <p:nvPr/>
        </p:nvCxnSpPr>
        <p:spPr>
          <a:xfrm>
            <a:off x="9432123" y="2811493"/>
            <a:ext cx="254986" cy="21131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1" name="Text Box 84"/>
          <p:cNvSpPr txBox="1">
            <a:spLocks noChangeArrowheads="1"/>
          </p:cNvSpPr>
          <p:nvPr/>
        </p:nvSpPr>
        <p:spPr bwMode="auto">
          <a:xfrm>
            <a:off x="9432123" y="264221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292" name="Oval 62"/>
          <p:cNvSpPr>
            <a:spLocks noChangeArrowheads="1"/>
          </p:cNvSpPr>
          <p:nvPr/>
        </p:nvSpPr>
        <p:spPr bwMode="auto">
          <a:xfrm>
            <a:off x="9458509" y="302281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93" name="Text Box 99"/>
          <p:cNvSpPr txBox="1">
            <a:spLocks noChangeArrowheads="1"/>
          </p:cNvSpPr>
          <p:nvPr/>
        </p:nvSpPr>
        <p:spPr bwMode="auto">
          <a:xfrm>
            <a:off x="9862479" y="297498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14</a:t>
            </a:r>
            <a:endParaRPr lang="zh-CN" altLang="en-US" sz="1400" b="1" dirty="0">
              <a:solidFill>
                <a:srgbClr val="FFFF00"/>
              </a:solidFill>
            </a:endParaRPr>
          </a:p>
        </p:txBody>
      </p:sp>
      <p:cxnSp>
        <p:nvCxnSpPr>
          <p:cNvPr id="294" name="直接箭头连接符 293"/>
          <p:cNvCxnSpPr>
            <a:stCxn id="292" idx="4"/>
            <a:endCxn id="296" idx="0"/>
          </p:cNvCxnSpPr>
          <p:nvPr/>
        </p:nvCxnSpPr>
        <p:spPr>
          <a:xfrm flipH="1">
            <a:off x="9686242" y="3480012"/>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5" name="Text Box 84"/>
          <p:cNvSpPr txBox="1">
            <a:spLocks noChangeArrowheads="1"/>
          </p:cNvSpPr>
          <p:nvPr/>
        </p:nvSpPr>
        <p:spPr bwMode="auto">
          <a:xfrm>
            <a:off x="9338890" y="340541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296" name="Oval 55"/>
          <p:cNvSpPr>
            <a:spLocks noChangeArrowheads="1"/>
          </p:cNvSpPr>
          <p:nvPr/>
        </p:nvSpPr>
        <p:spPr bwMode="auto">
          <a:xfrm>
            <a:off x="9457642" y="381597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297" name="Text Box 99"/>
          <p:cNvSpPr txBox="1">
            <a:spLocks noChangeArrowheads="1"/>
          </p:cNvSpPr>
          <p:nvPr/>
        </p:nvSpPr>
        <p:spPr bwMode="auto">
          <a:xfrm>
            <a:off x="9817496" y="3682306"/>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19</a:t>
            </a:r>
            <a:endParaRPr lang="zh-CN" altLang="en-US" sz="1400" b="1" dirty="0">
              <a:solidFill>
                <a:srgbClr val="FFFF00"/>
              </a:solidFill>
            </a:endParaRPr>
          </a:p>
        </p:txBody>
      </p:sp>
      <p:sp>
        <p:nvSpPr>
          <p:cNvPr id="298" name="Text Box 127"/>
          <p:cNvSpPr txBox="1">
            <a:spLocks noChangeArrowheads="1"/>
          </p:cNvSpPr>
          <p:nvPr/>
        </p:nvSpPr>
        <p:spPr bwMode="auto">
          <a:xfrm>
            <a:off x="9508960" y="4621609"/>
            <a:ext cx="361583" cy="237255"/>
          </a:xfrm>
          <a:prstGeom prst="rect">
            <a:avLst/>
          </a:prstGeom>
          <a:solidFill>
            <a:srgbClr val="00B050"/>
          </a:solidFill>
          <a:ln>
            <a:noFill/>
          </a:ln>
          <a:extLst/>
        </p:spPr>
        <p:txBody>
          <a:bodyPr lIns="18000" tIns="10800" rIns="18000" bIns="10800">
            <a:spAutoFit/>
          </a:bodyPr>
          <a:lstStyle>
            <a:defPPr>
              <a:defRPr lang="en-US"/>
            </a:defPPr>
            <a:lvl1pPr algn="ctr">
              <a:spcBef>
                <a:spcPct val="0"/>
              </a:spcBef>
              <a:buFontTx/>
              <a:buNone/>
              <a:defRPr kumimoji="1" sz="1400" b="1">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25</a:t>
            </a:r>
            <a:endParaRPr lang="zh-CN" altLang="en-US" dirty="0"/>
          </a:p>
        </p:txBody>
      </p:sp>
      <p:cxnSp>
        <p:nvCxnSpPr>
          <p:cNvPr id="299" name="直接箭头连接符 298"/>
          <p:cNvCxnSpPr>
            <a:stCxn id="296" idx="4"/>
            <a:endCxn id="298" idx="0"/>
          </p:cNvCxnSpPr>
          <p:nvPr/>
        </p:nvCxnSpPr>
        <p:spPr>
          <a:xfrm>
            <a:off x="9686242" y="4273177"/>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0" name="Text Box 84"/>
          <p:cNvSpPr txBox="1">
            <a:spLocks noChangeArrowheads="1"/>
          </p:cNvSpPr>
          <p:nvPr/>
        </p:nvSpPr>
        <p:spPr bwMode="auto">
          <a:xfrm>
            <a:off x="9229042" y="4248882"/>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301" name="曲线连接符 300"/>
          <p:cNvCxnSpPr>
            <a:stCxn id="292" idx="6"/>
            <a:endCxn id="265" idx="6"/>
          </p:cNvCxnSpPr>
          <p:nvPr/>
        </p:nvCxnSpPr>
        <p:spPr>
          <a:xfrm flipH="1" flipV="1">
            <a:off x="9520372" y="2613750"/>
            <a:ext cx="395337" cy="637662"/>
          </a:xfrm>
          <a:prstGeom prst="curvedConnector3">
            <a:avLst>
              <a:gd name="adj1" fmla="val -57824"/>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2" name="曲线连接符 301"/>
          <p:cNvCxnSpPr/>
          <p:nvPr/>
        </p:nvCxnSpPr>
        <p:spPr>
          <a:xfrm flipV="1">
            <a:off x="9952942" y="3251412"/>
            <a:ext cx="867" cy="793165"/>
          </a:xfrm>
          <a:prstGeom prst="curvedConnector3">
            <a:avLst>
              <a:gd name="adj1" fmla="val 2646678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曲线连接符 307"/>
          <p:cNvCxnSpPr>
            <a:stCxn id="265" idx="6"/>
            <a:endCxn id="21" idx="6"/>
          </p:cNvCxnSpPr>
          <p:nvPr/>
        </p:nvCxnSpPr>
        <p:spPr>
          <a:xfrm flipH="1" flipV="1">
            <a:off x="8048004" y="1735436"/>
            <a:ext cx="1472368" cy="878314"/>
          </a:xfrm>
          <a:prstGeom prst="curvedConnector3">
            <a:avLst>
              <a:gd name="adj1" fmla="val -388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3648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4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4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4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4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0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nodeType="clickEffect">
                                  <p:stCondLst>
                                    <p:cond delay="0"/>
                                  </p:stCondLst>
                                  <p:childTnLst>
                                    <p:animEffect transition="out" filter="fade">
                                      <p:cBhvr>
                                        <p:cTn id="140" dur="500"/>
                                        <p:tgtEl>
                                          <p:spTgt spid="91"/>
                                        </p:tgtEl>
                                      </p:cBhvr>
                                    </p:animEffect>
                                    <p:set>
                                      <p:cBhvr>
                                        <p:cTn id="141" dur="1" fill="hold">
                                          <p:stCondLst>
                                            <p:cond delay="499"/>
                                          </p:stCondLst>
                                        </p:cTn>
                                        <p:tgtEl>
                                          <p:spTgt spid="91"/>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114"/>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125"/>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39"/>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127"/>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43"/>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47"/>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4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138"/>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nodeType="clickEffect">
                                  <p:stCondLst>
                                    <p:cond delay="0"/>
                                  </p:stCondLst>
                                  <p:childTnLst>
                                    <p:set>
                                      <p:cBhvr>
                                        <p:cTn id="177" dur="1" fill="hold">
                                          <p:stCondLst>
                                            <p:cond delay="0"/>
                                          </p:stCondLst>
                                        </p:cTn>
                                        <p:tgtEl>
                                          <p:spTgt spid="140"/>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141"/>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139"/>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nodeType="clickEffect">
                                  <p:stCondLst>
                                    <p:cond delay="0"/>
                                  </p:stCondLst>
                                  <p:childTnLst>
                                    <p:set>
                                      <p:cBhvr>
                                        <p:cTn id="189" dur="1" fill="hold">
                                          <p:stCondLst>
                                            <p:cond delay="0"/>
                                          </p:stCondLst>
                                        </p:cTn>
                                        <p:tgtEl>
                                          <p:spTgt spid="148"/>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nodeType="clickEffect">
                                  <p:stCondLst>
                                    <p:cond delay="0"/>
                                  </p:stCondLst>
                                  <p:childTnLst>
                                    <p:set>
                                      <p:cBhvr>
                                        <p:cTn id="193" dur="1" fill="hold">
                                          <p:stCondLst>
                                            <p:cond delay="0"/>
                                          </p:stCondLst>
                                        </p:cTn>
                                        <p:tgtEl>
                                          <p:spTgt spid="153"/>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ntr" presetSubtype="0" fill="hold" nodeType="clickEffect">
                                  <p:stCondLst>
                                    <p:cond delay="0"/>
                                  </p:stCondLst>
                                  <p:childTnLst>
                                    <p:set>
                                      <p:cBhvr>
                                        <p:cTn id="197" dur="1" fill="hold">
                                          <p:stCondLst>
                                            <p:cond delay="0"/>
                                          </p:stCondLst>
                                        </p:cTn>
                                        <p:tgtEl>
                                          <p:spTgt spid="157"/>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grpId="0" nodeType="clickEffect">
                                  <p:stCondLst>
                                    <p:cond delay="0"/>
                                  </p:stCondLst>
                                  <p:childTnLst>
                                    <p:set>
                                      <p:cBhvr>
                                        <p:cTn id="201" dur="1" fill="hold">
                                          <p:stCondLst>
                                            <p:cond delay="0"/>
                                          </p:stCondLst>
                                        </p:cTn>
                                        <p:tgtEl>
                                          <p:spTgt spid="163"/>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 presetClass="entr" presetSubtype="0" fill="hold" grpId="0" nodeType="clickEffect">
                                  <p:stCondLst>
                                    <p:cond delay="0"/>
                                  </p:stCondLst>
                                  <p:childTnLst>
                                    <p:set>
                                      <p:cBhvr>
                                        <p:cTn id="205" dur="1" fill="hold">
                                          <p:stCondLst>
                                            <p:cond delay="0"/>
                                          </p:stCondLst>
                                        </p:cTn>
                                        <p:tgtEl>
                                          <p:spTgt spid="167"/>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172"/>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nodeType="clickEffect">
                                  <p:stCondLst>
                                    <p:cond delay="0"/>
                                  </p:stCondLst>
                                  <p:childTnLst>
                                    <p:set>
                                      <p:cBhvr>
                                        <p:cTn id="213" dur="1" fill="hold">
                                          <p:stCondLst>
                                            <p:cond delay="0"/>
                                          </p:stCondLst>
                                        </p:cTn>
                                        <p:tgtEl>
                                          <p:spTgt spid="173"/>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nodeType="clickEffect">
                                  <p:stCondLst>
                                    <p:cond delay="0"/>
                                  </p:stCondLst>
                                  <p:childTnLst>
                                    <p:set>
                                      <p:cBhvr>
                                        <p:cTn id="217" dur="1" fill="hold">
                                          <p:stCondLst>
                                            <p:cond delay="0"/>
                                          </p:stCondLst>
                                        </p:cTn>
                                        <p:tgtEl>
                                          <p:spTgt spid="187"/>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179"/>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1" presetClass="entr" presetSubtype="0" fill="hold" grpId="0" nodeType="clickEffect">
                                  <p:stCondLst>
                                    <p:cond delay="0"/>
                                  </p:stCondLst>
                                  <p:childTnLst>
                                    <p:set>
                                      <p:cBhvr>
                                        <p:cTn id="225" dur="1" fill="hold">
                                          <p:stCondLst>
                                            <p:cond delay="0"/>
                                          </p:stCondLst>
                                        </p:cTn>
                                        <p:tgtEl>
                                          <p:spTgt spid="184"/>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90"/>
                                        </p:tgtEl>
                                        <p:attrNameLst>
                                          <p:attrName>style.visibility</p:attrName>
                                        </p:attrNameLst>
                                      </p:cBhvr>
                                      <p:to>
                                        <p:strVal val="visible"/>
                                      </p:to>
                                    </p:set>
                                  </p:childTnLst>
                                </p:cTn>
                              </p:par>
                            </p:childTnLst>
                          </p:cTn>
                        </p:par>
                      </p:childTnLst>
                    </p:cTn>
                  </p:par>
                  <p:par>
                    <p:cTn id="230" fill="hold">
                      <p:stCondLst>
                        <p:cond delay="indefinite"/>
                      </p:stCondLst>
                      <p:childTnLst>
                        <p:par>
                          <p:cTn id="231" fill="hold">
                            <p:stCondLst>
                              <p:cond delay="0"/>
                            </p:stCondLst>
                            <p:childTnLst>
                              <p:par>
                                <p:cTn id="232" presetID="1" presetClass="entr" presetSubtype="0" fill="hold" nodeType="clickEffect">
                                  <p:stCondLst>
                                    <p:cond delay="0"/>
                                  </p:stCondLst>
                                  <p:childTnLst>
                                    <p:set>
                                      <p:cBhvr>
                                        <p:cTn id="233" dur="1" fill="hold">
                                          <p:stCondLst>
                                            <p:cond delay="0"/>
                                          </p:stCondLst>
                                        </p:cTn>
                                        <p:tgtEl>
                                          <p:spTgt spid="195"/>
                                        </p:tgtEl>
                                        <p:attrNameLst>
                                          <p:attrName>style.visibility</p:attrName>
                                        </p:attrNameLst>
                                      </p:cBhvr>
                                      <p:to>
                                        <p:strVal val="visible"/>
                                      </p:to>
                                    </p:set>
                                  </p:childTnLst>
                                </p:cTn>
                              </p:par>
                            </p:childTnLst>
                          </p:cTn>
                        </p:par>
                      </p:childTnLst>
                    </p:cTn>
                  </p:par>
                  <p:par>
                    <p:cTn id="234" fill="hold">
                      <p:stCondLst>
                        <p:cond delay="indefinite"/>
                      </p:stCondLst>
                      <p:childTnLst>
                        <p:par>
                          <p:cTn id="235" fill="hold">
                            <p:stCondLst>
                              <p:cond delay="0"/>
                            </p:stCondLst>
                            <p:childTnLst>
                              <p:par>
                                <p:cTn id="236" presetID="1" presetClass="entr" presetSubtype="0" fill="hold" grpId="0" nodeType="clickEffect">
                                  <p:stCondLst>
                                    <p:cond delay="0"/>
                                  </p:stCondLst>
                                  <p:childTnLst>
                                    <p:set>
                                      <p:cBhvr>
                                        <p:cTn id="237" dur="1" fill="hold">
                                          <p:stCondLst>
                                            <p:cond delay="0"/>
                                          </p:stCondLst>
                                        </p:cTn>
                                        <p:tgtEl>
                                          <p:spTgt spid="198"/>
                                        </p:tgtEl>
                                        <p:attrNameLst>
                                          <p:attrName>style.visibility</p:attrName>
                                        </p:attrNameLst>
                                      </p:cBhvr>
                                      <p:to>
                                        <p:strVal val="visible"/>
                                      </p:to>
                                    </p:set>
                                  </p:childTnLst>
                                </p:cTn>
                              </p:par>
                            </p:childTnLst>
                          </p:cTn>
                        </p:par>
                      </p:childTnLst>
                    </p:cTn>
                  </p:par>
                  <p:par>
                    <p:cTn id="238" fill="hold">
                      <p:stCondLst>
                        <p:cond delay="indefinite"/>
                      </p:stCondLst>
                      <p:childTnLst>
                        <p:par>
                          <p:cTn id="239" fill="hold">
                            <p:stCondLst>
                              <p:cond delay="0"/>
                            </p:stCondLst>
                            <p:childTnLst>
                              <p:par>
                                <p:cTn id="240" presetID="1" presetClass="entr" presetSubtype="0" fill="hold" grpId="0" nodeType="clickEffect">
                                  <p:stCondLst>
                                    <p:cond delay="0"/>
                                  </p:stCondLst>
                                  <p:childTnLst>
                                    <p:set>
                                      <p:cBhvr>
                                        <p:cTn id="241" dur="1" fill="hold">
                                          <p:stCondLst>
                                            <p:cond delay="0"/>
                                          </p:stCondLst>
                                        </p:cTn>
                                        <p:tgtEl>
                                          <p:spTgt spid="202"/>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1" presetClass="entr" presetSubtype="0" fill="hold" grpId="0" nodeType="clickEffect">
                                  <p:stCondLst>
                                    <p:cond delay="0"/>
                                  </p:stCondLst>
                                  <p:childTnLst>
                                    <p:set>
                                      <p:cBhvr>
                                        <p:cTn id="245" dur="1" fill="hold">
                                          <p:stCondLst>
                                            <p:cond delay="0"/>
                                          </p:stCondLst>
                                        </p:cTn>
                                        <p:tgtEl>
                                          <p:spTgt spid="207"/>
                                        </p:tgtEl>
                                        <p:attrNameLst>
                                          <p:attrName>style.visibility</p:attrName>
                                        </p:attrNameLst>
                                      </p:cBhvr>
                                      <p:to>
                                        <p:strVal val="visible"/>
                                      </p:to>
                                    </p:set>
                                  </p:childTnLst>
                                </p:cTn>
                              </p:par>
                            </p:childTnLst>
                          </p:cTn>
                        </p:par>
                      </p:childTnLst>
                    </p:cTn>
                  </p:par>
                  <p:par>
                    <p:cTn id="246" fill="hold">
                      <p:stCondLst>
                        <p:cond delay="indefinite"/>
                      </p:stCondLst>
                      <p:childTnLst>
                        <p:par>
                          <p:cTn id="247" fill="hold">
                            <p:stCondLst>
                              <p:cond delay="0"/>
                            </p:stCondLst>
                            <p:childTnLst>
                              <p:par>
                                <p:cTn id="248" presetID="1" presetClass="entr" presetSubtype="0" fill="hold" nodeType="clickEffect">
                                  <p:stCondLst>
                                    <p:cond delay="0"/>
                                  </p:stCondLst>
                                  <p:childTnLst>
                                    <p:set>
                                      <p:cBhvr>
                                        <p:cTn id="249" dur="1" fill="hold">
                                          <p:stCondLst>
                                            <p:cond delay="0"/>
                                          </p:stCondLst>
                                        </p:cTn>
                                        <p:tgtEl>
                                          <p:spTgt spid="209"/>
                                        </p:tgtEl>
                                        <p:attrNameLst>
                                          <p:attrName>style.visibility</p:attrName>
                                        </p:attrNameLst>
                                      </p:cBhvr>
                                      <p:to>
                                        <p:strVal val="visible"/>
                                      </p:to>
                                    </p:set>
                                  </p:childTnLst>
                                </p:cTn>
                              </p:par>
                            </p:childTnLst>
                          </p:cTn>
                        </p:par>
                      </p:childTnLst>
                    </p:cTn>
                  </p:par>
                  <p:par>
                    <p:cTn id="250" fill="hold">
                      <p:stCondLst>
                        <p:cond delay="indefinite"/>
                      </p:stCondLst>
                      <p:childTnLst>
                        <p:par>
                          <p:cTn id="251" fill="hold">
                            <p:stCondLst>
                              <p:cond delay="0"/>
                            </p:stCondLst>
                            <p:childTnLst>
                              <p:par>
                                <p:cTn id="252" presetID="1" presetClass="entr" presetSubtype="0" fill="hold" grpId="0" nodeType="clickEffect">
                                  <p:stCondLst>
                                    <p:cond delay="0"/>
                                  </p:stCondLst>
                                  <p:childTnLst>
                                    <p:set>
                                      <p:cBhvr>
                                        <p:cTn id="253" dur="1" fill="hold">
                                          <p:stCondLst>
                                            <p:cond delay="0"/>
                                          </p:stCondLst>
                                        </p:cTn>
                                        <p:tgtEl>
                                          <p:spTgt spid="210"/>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presetID="1" presetClass="entr" presetSubtype="0" fill="hold" grpId="0" nodeType="clickEffect">
                                  <p:stCondLst>
                                    <p:cond delay="0"/>
                                  </p:stCondLst>
                                  <p:childTnLst>
                                    <p:set>
                                      <p:cBhvr>
                                        <p:cTn id="257" dur="1" fill="hold">
                                          <p:stCondLst>
                                            <p:cond delay="0"/>
                                          </p:stCondLst>
                                        </p:cTn>
                                        <p:tgtEl>
                                          <p:spTgt spid="208"/>
                                        </p:tgtEl>
                                        <p:attrNameLst>
                                          <p:attrName>style.visibility</p:attrName>
                                        </p:attrNameLst>
                                      </p:cBhvr>
                                      <p:to>
                                        <p:strVal val="visible"/>
                                      </p:to>
                                    </p:set>
                                  </p:childTnLst>
                                </p:cTn>
                              </p:par>
                            </p:childTnLst>
                          </p:cTn>
                        </p:par>
                      </p:childTnLst>
                    </p:cTn>
                  </p:par>
                  <p:par>
                    <p:cTn id="258" fill="hold">
                      <p:stCondLst>
                        <p:cond delay="indefinite"/>
                      </p:stCondLst>
                      <p:childTnLst>
                        <p:par>
                          <p:cTn id="259" fill="hold">
                            <p:stCondLst>
                              <p:cond delay="0"/>
                            </p:stCondLst>
                            <p:childTnLst>
                              <p:par>
                                <p:cTn id="260" presetID="1" presetClass="emph" presetSubtype="2" fill="hold" grpId="1" nodeType="clickEffect">
                                  <p:stCondLst>
                                    <p:cond delay="0"/>
                                  </p:stCondLst>
                                  <p:childTnLst>
                                    <p:animClr clrSpc="rgb" dir="cw">
                                      <p:cBhvr>
                                        <p:cTn id="261" dur="750" fill="hold"/>
                                        <p:tgtEl>
                                          <p:spTgt spid="74"/>
                                        </p:tgtEl>
                                        <p:attrNameLst>
                                          <p:attrName>fillcolor</p:attrName>
                                        </p:attrNameLst>
                                      </p:cBhvr>
                                      <p:to>
                                        <a:srgbClr val="00B0F0"/>
                                      </p:to>
                                    </p:animClr>
                                    <p:set>
                                      <p:cBhvr>
                                        <p:cTn id="262" dur="750" fill="hold"/>
                                        <p:tgtEl>
                                          <p:spTgt spid="74"/>
                                        </p:tgtEl>
                                        <p:attrNameLst>
                                          <p:attrName>fill.type</p:attrName>
                                        </p:attrNameLst>
                                      </p:cBhvr>
                                      <p:to>
                                        <p:strVal val="solid"/>
                                      </p:to>
                                    </p:set>
                                    <p:set>
                                      <p:cBhvr>
                                        <p:cTn id="263" dur="750" fill="hold"/>
                                        <p:tgtEl>
                                          <p:spTgt spid="74"/>
                                        </p:tgtEl>
                                        <p:attrNameLst>
                                          <p:attrName>fill.on</p:attrName>
                                        </p:attrNameLst>
                                      </p:cBhvr>
                                      <p:to>
                                        <p:strVal val="true"/>
                                      </p:to>
                                    </p:set>
                                  </p:childTnLst>
                                </p:cTn>
                              </p:par>
                            </p:childTnLst>
                          </p:cTn>
                        </p:par>
                      </p:childTnLst>
                    </p:cTn>
                  </p:par>
                  <p:par>
                    <p:cTn id="264" fill="hold">
                      <p:stCondLst>
                        <p:cond delay="indefinite"/>
                      </p:stCondLst>
                      <p:childTnLst>
                        <p:par>
                          <p:cTn id="265" fill="hold">
                            <p:stCondLst>
                              <p:cond delay="0"/>
                            </p:stCondLst>
                            <p:childTnLst>
                              <p:par>
                                <p:cTn id="266" presetID="1" presetClass="entr" presetSubtype="0" fill="hold" nodeType="clickEffect">
                                  <p:stCondLst>
                                    <p:cond delay="0"/>
                                  </p:stCondLst>
                                  <p:childTnLst>
                                    <p:set>
                                      <p:cBhvr>
                                        <p:cTn id="267" dur="1" fill="hold">
                                          <p:stCondLst>
                                            <p:cond delay="0"/>
                                          </p:stCondLst>
                                        </p:cTn>
                                        <p:tgtEl>
                                          <p:spTgt spid="212"/>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nodeType="clickEffect">
                                  <p:stCondLst>
                                    <p:cond delay="0"/>
                                  </p:stCondLst>
                                  <p:childTnLst>
                                    <p:set>
                                      <p:cBhvr>
                                        <p:cTn id="271" dur="1" fill="hold">
                                          <p:stCondLst>
                                            <p:cond delay="0"/>
                                          </p:stCondLst>
                                        </p:cTn>
                                        <p:tgtEl>
                                          <p:spTgt spid="213"/>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ntr" presetSubtype="0" fill="hold" grpId="0" nodeType="clickEffect">
                                  <p:stCondLst>
                                    <p:cond delay="0"/>
                                  </p:stCondLst>
                                  <p:childTnLst>
                                    <p:set>
                                      <p:cBhvr>
                                        <p:cTn id="275" dur="1" fill="hold">
                                          <p:stCondLst>
                                            <p:cond delay="0"/>
                                          </p:stCondLst>
                                        </p:cTn>
                                        <p:tgtEl>
                                          <p:spTgt spid="216"/>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presetID="1" presetClass="entr" presetSubtype="0" fill="hold" grpId="0" nodeType="clickEffect">
                                  <p:stCondLst>
                                    <p:cond delay="0"/>
                                  </p:stCondLst>
                                  <p:childTnLst>
                                    <p:set>
                                      <p:cBhvr>
                                        <p:cTn id="279" dur="1" fill="hold">
                                          <p:stCondLst>
                                            <p:cond delay="0"/>
                                          </p:stCondLst>
                                        </p:cTn>
                                        <p:tgtEl>
                                          <p:spTgt spid="220"/>
                                        </p:tgtEl>
                                        <p:attrNameLst>
                                          <p:attrName>style.visibility</p:attrName>
                                        </p:attrNameLst>
                                      </p:cBhvr>
                                      <p:to>
                                        <p:strVal val="visible"/>
                                      </p:to>
                                    </p:set>
                                  </p:childTnLst>
                                </p:cTn>
                              </p:par>
                            </p:childTnLst>
                          </p:cTn>
                        </p:par>
                      </p:childTnLst>
                    </p:cTn>
                  </p:par>
                  <p:par>
                    <p:cTn id="280" fill="hold">
                      <p:stCondLst>
                        <p:cond delay="indefinite"/>
                      </p:stCondLst>
                      <p:childTnLst>
                        <p:par>
                          <p:cTn id="281" fill="hold">
                            <p:stCondLst>
                              <p:cond delay="0"/>
                            </p:stCondLst>
                            <p:childTnLst>
                              <p:par>
                                <p:cTn id="282" presetID="1" presetClass="entr" presetSubtype="0" fill="hold" grpId="0" nodeType="clickEffect">
                                  <p:stCondLst>
                                    <p:cond delay="0"/>
                                  </p:stCondLst>
                                  <p:childTnLst>
                                    <p:set>
                                      <p:cBhvr>
                                        <p:cTn id="283" dur="1" fill="hold">
                                          <p:stCondLst>
                                            <p:cond delay="0"/>
                                          </p:stCondLst>
                                        </p:cTn>
                                        <p:tgtEl>
                                          <p:spTgt spid="237"/>
                                        </p:tgtEl>
                                        <p:attrNameLst>
                                          <p:attrName>style.visibility</p:attrName>
                                        </p:attrNameLst>
                                      </p:cBhvr>
                                      <p:to>
                                        <p:strVal val="visible"/>
                                      </p:to>
                                    </p:set>
                                  </p:childTnLst>
                                </p:cTn>
                              </p:par>
                            </p:childTnLst>
                          </p:cTn>
                        </p:par>
                      </p:childTnLst>
                    </p:cTn>
                  </p:par>
                  <p:par>
                    <p:cTn id="284" fill="hold">
                      <p:stCondLst>
                        <p:cond delay="indefinite"/>
                      </p:stCondLst>
                      <p:childTnLst>
                        <p:par>
                          <p:cTn id="285" fill="hold">
                            <p:stCondLst>
                              <p:cond delay="0"/>
                            </p:stCondLst>
                            <p:childTnLst>
                              <p:par>
                                <p:cTn id="286" presetID="1" presetClass="entr" presetSubtype="0" fill="hold" nodeType="clickEffect">
                                  <p:stCondLst>
                                    <p:cond delay="0"/>
                                  </p:stCondLst>
                                  <p:childTnLst>
                                    <p:set>
                                      <p:cBhvr>
                                        <p:cTn id="287" dur="1" fill="hold">
                                          <p:stCondLst>
                                            <p:cond delay="0"/>
                                          </p:stCondLst>
                                        </p:cTn>
                                        <p:tgtEl>
                                          <p:spTgt spid="238"/>
                                        </p:tgtEl>
                                        <p:attrNameLst>
                                          <p:attrName>style.visibility</p:attrName>
                                        </p:attrNameLst>
                                      </p:cBhvr>
                                      <p:to>
                                        <p:strVal val="visible"/>
                                      </p:to>
                                    </p:set>
                                  </p:childTnLst>
                                </p:cTn>
                              </p:par>
                            </p:childTnLst>
                          </p:cTn>
                        </p:par>
                      </p:childTnLst>
                    </p:cTn>
                  </p:par>
                  <p:par>
                    <p:cTn id="288" fill="hold">
                      <p:stCondLst>
                        <p:cond delay="indefinite"/>
                      </p:stCondLst>
                      <p:childTnLst>
                        <p:par>
                          <p:cTn id="289" fill="hold">
                            <p:stCondLst>
                              <p:cond delay="0"/>
                            </p:stCondLst>
                            <p:childTnLst>
                              <p:par>
                                <p:cTn id="290" presetID="1" presetClass="entr" presetSubtype="0" fill="hold" grpId="0" nodeType="clickEffect">
                                  <p:stCondLst>
                                    <p:cond delay="0"/>
                                  </p:stCondLst>
                                  <p:childTnLst>
                                    <p:set>
                                      <p:cBhvr>
                                        <p:cTn id="291" dur="1" fill="hold">
                                          <p:stCondLst>
                                            <p:cond delay="0"/>
                                          </p:stCondLst>
                                        </p:cTn>
                                        <p:tgtEl>
                                          <p:spTgt spid="242"/>
                                        </p:tgtEl>
                                        <p:attrNameLst>
                                          <p:attrName>style.visibility</p:attrName>
                                        </p:attrNameLst>
                                      </p:cBhvr>
                                      <p:to>
                                        <p:strVal val="visible"/>
                                      </p:to>
                                    </p:se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grpId="0" nodeType="clickEffect">
                                  <p:stCondLst>
                                    <p:cond delay="0"/>
                                  </p:stCondLst>
                                  <p:childTnLst>
                                    <p:set>
                                      <p:cBhvr>
                                        <p:cTn id="295" dur="1" fill="hold">
                                          <p:stCondLst>
                                            <p:cond delay="0"/>
                                          </p:stCondLst>
                                        </p:cTn>
                                        <p:tgtEl>
                                          <p:spTgt spid="245"/>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 presetClass="entr" presetSubtype="0" fill="hold" grpId="0" nodeType="clickEffect">
                                  <p:stCondLst>
                                    <p:cond delay="0"/>
                                  </p:stCondLst>
                                  <p:childTnLst>
                                    <p:set>
                                      <p:cBhvr>
                                        <p:cTn id="299" dur="1" fill="hold">
                                          <p:stCondLst>
                                            <p:cond delay="0"/>
                                          </p:stCondLst>
                                        </p:cTn>
                                        <p:tgtEl>
                                          <p:spTgt spid="249"/>
                                        </p:tgtEl>
                                        <p:attrNameLst>
                                          <p:attrName>style.visibility</p:attrName>
                                        </p:attrNameLst>
                                      </p:cBhvr>
                                      <p:to>
                                        <p:strVal val="visible"/>
                                      </p:to>
                                    </p:set>
                                  </p:childTnLst>
                                </p:cTn>
                              </p:par>
                            </p:childTnLst>
                          </p:cTn>
                        </p:par>
                      </p:childTnLst>
                    </p:cTn>
                  </p:par>
                  <p:par>
                    <p:cTn id="300" fill="hold">
                      <p:stCondLst>
                        <p:cond delay="indefinite"/>
                      </p:stCondLst>
                      <p:childTnLst>
                        <p:par>
                          <p:cTn id="301" fill="hold">
                            <p:stCondLst>
                              <p:cond delay="0"/>
                            </p:stCondLst>
                            <p:childTnLst>
                              <p:par>
                                <p:cTn id="302" presetID="1" presetClass="entr" presetSubtype="0" fill="hold" nodeType="clickEffect">
                                  <p:stCondLst>
                                    <p:cond delay="0"/>
                                  </p:stCondLst>
                                  <p:childTnLst>
                                    <p:set>
                                      <p:cBhvr>
                                        <p:cTn id="303" dur="1" fill="hold">
                                          <p:stCondLst>
                                            <p:cond delay="0"/>
                                          </p:stCondLst>
                                        </p:cTn>
                                        <p:tgtEl>
                                          <p:spTgt spid="253"/>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1" presetClass="entr" presetSubtype="0" fill="hold" grpId="0" nodeType="clickEffect">
                                  <p:stCondLst>
                                    <p:cond delay="0"/>
                                  </p:stCondLst>
                                  <p:childTnLst>
                                    <p:set>
                                      <p:cBhvr>
                                        <p:cTn id="307" dur="1" fill="hold">
                                          <p:stCondLst>
                                            <p:cond delay="0"/>
                                          </p:stCondLst>
                                        </p:cTn>
                                        <p:tgtEl>
                                          <p:spTgt spid="254"/>
                                        </p:tgtEl>
                                        <p:attrNameLst>
                                          <p:attrName>style.visibility</p:attrName>
                                        </p:attrNameLst>
                                      </p:cBhvr>
                                      <p:to>
                                        <p:strVal val="visible"/>
                                      </p:to>
                                    </p:set>
                                  </p:childTnLst>
                                </p:cTn>
                              </p:par>
                            </p:childTnLst>
                          </p:cTn>
                        </p:par>
                      </p:childTnLst>
                    </p:cTn>
                  </p:par>
                  <p:par>
                    <p:cTn id="308" fill="hold">
                      <p:stCondLst>
                        <p:cond delay="indefinite"/>
                      </p:stCondLst>
                      <p:childTnLst>
                        <p:par>
                          <p:cTn id="309" fill="hold">
                            <p:stCondLst>
                              <p:cond delay="0"/>
                            </p:stCondLst>
                            <p:childTnLst>
                              <p:par>
                                <p:cTn id="310" presetID="1" presetClass="entr" presetSubtype="0" fill="hold" grpId="0" nodeType="clickEffect">
                                  <p:stCondLst>
                                    <p:cond delay="0"/>
                                  </p:stCondLst>
                                  <p:childTnLst>
                                    <p:set>
                                      <p:cBhvr>
                                        <p:cTn id="311" dur="1" fill="hold">
                                          <p:stCondLst>
                                            <p:cond delay="0"/>
                                          </p:stCondLst>
                                        </p:cTn>
                                        <p:tgtEl>
                                          <p:spTgt spid="252"/>
                                        </p:tgtEl>
                                        <p:attrNameLst>
                                          <p:attrName>style.visibility</p:attrName>
                                        </p:attrNameLst>
                                      </p:cBhvr>
                                      <p:to>
                                        <p:strVal val="visible"/>
                                      </p:to>
                                    </p:set>
                                  </p:childTnLst>
                                </p:cTn>
                              </p:par>
                            </p:childTnLst>
                          </p:cTn>
                        </p:par>
                      </p:childTnLst>
                    </p:cTn>
                  </p:par>
                  <p:par>
                    <p:cTn id="312" fill="hold">
                      <p:stCondLst>
                        <p:cond delay="indefinite"/>
                      </p:stCondLst>
                      <p:childTnLst>
                        <p:par>
                          <p:cTn id="313" fill="hold">
                            <p:stCondLst>
                              <p:cond delay="0"/>
                            </p:stCondLst>
                            <p:childTnLst>
                              <p:par>
                                <p:cTn id="314" presetID="1" presetClass="entr" presetSubtype="0" fill="hold" nodeType="clickEffect">
                                  <p:stCondLst>
                                    <p:cond delay="0"/>
                                  </p:stCondLst>
                                  <p:childTnLst>
                                    <p:set>
                                      <p:cBhvr>
                                        <p:cTn id="315" dur="1" fill="hold">
                                          <p:stCondLst>
                                            <p:cond delay="0"/>
                                          </p:stCondLst>
                                        </p:cTn>
                                        <p:tgtEl>
                                          <p:spTgt spid="274"/>
                                        </p:tgtEl>
                                        <p:attrNameLst>
                                          <p:attrName>style.visibility</p:attrName>
                                        </p:attrNameLst>
                                      </p:cBhvr>
                                      <p:to>
                                        <p:strVal val="visible"/>
                                      </p:to>
                                    </p:set>
                                  </p:childTnLst>
                                </p:cTn>
                              </p:par>
                            </p:childTnLst>
                          </p:cTn>
                        </p:par>
                      </p:childTnLst>
                    </p:cTn>
                  </p:par>
                  <p:par>
                    <p:cTn id="316" fill="hold">
                      <p:stCondLst>
                        <p:cond delay="indefinite"/>
                      </p:stCondLst>
                      <p:childTnLst>
                        <p:par>
                          <p:cTn id="317" fill="hold">
                            <p:stCondLst>
                              <p:cond delay="0"/>
                            </p:stCondLst>
                            <p:childTnLst>
                              <p:par>
                                <p:cTn id="318" presetID="1" presetClass="entr" presetSubtype="0" fill="hold" nodeType="clickEffect">
                                  <p:stCondLst>
                                    <p:cond delay="0"/>
                                  </p:stCondLst>
                                  <p:childTnLst>
                                    <p:set>
                                      <p:cBhvr>
                                        <p:cTn id="319" dur="1" fill="hold">
                                          <p:stCondLst>
                                            <p:cond delay="0"/>
                                          </p:stCondLst>
                                        </p:cTn>
                                        <p:tgtEl>
                                          <p:spTgt spid="273"/>
                                        </p:tgtEl>
                                        <p:attrNameLst>
                                          <p:attrName>style.visibility</p:attrName>
                                        </p:attrNameLst>
                                      </p:cBhvr>
                                      <p:to>
                                        <p:strVal val="visible"/>
                                      </p:to>
                                    </p:set>
                                  </p:childTnLst>
                                </p:cTn>
                              </p:par>
                            </p:childTnLst>
                          </p:cTn>
                        </p:par>
                      </p:childTnLst>
                    </p:cTn>
                  </p:par>
                  <p:par>
                    <p:cTn id="320" fill="hold">
                      <p:stCondLst>
                        <p:cond delay="indefinite"/>
                      </p:stCondLst>
                      <p:childTnLst>
                        <p:par>
                          <p:cTn id="321" fill="hold">
                            <p:stCondLst>
                              <p:cond delay="0"/>
                            </p:stCondLst>
                            <p:childTnLst>
                              <p:par>
                                <p:cTn id="322" presetID="1" presetClass="entr" presetSubtype="0" fill="hold" nodeType="clickEffect">
                                  <p:stCondLst>
                                    <p:cond delay="0"/>
                                  </p:stCondLst>
                                  <p:childTnLst>
                                    <p:set>
                                      <p:cBhvr>
                                        <p:cTn id="323" dur="1" fill="hold">
                                          <p:stCondLst>
                                            <p:cond delay="0"/>
                                          </p:stCondLst>
                                        </p:cTn>
                                        <p:tgtEl>
                                          <p:spTgt spid="256"/>
                                        </p:tgtEl>
                                        <p:attrNameLst>
                                          <p:attrName>style.visibility</p:attrName>
                                        </p:attrNameLst>
                                      </p:cBhvr>
                                      <p:to>
                                        <p:strVal val="visible"/>
                                      </p:to>
                                    </p:set>
                                  </p:childTnLst>
                                </p:cTn>
                              </p:par>
                            </p:childTnLst>
                          </p:cTn>
                        </p:par>
                      </p:childTnLst>
                    </p:cTn>
                  </p:par>
                  <p:par>
                    <p:cTn id="324" fill="hold">
                      <p:stCondLst>
                        <p:cond delay="indefinite"/>
                      </p:stCondLst>
                      <p:childTnLst>
                        <p:par>
                          <p:cTn id="325" fill="hold">
                            <p:stCondLst>
                              <p:cond delay="0"/>
                            </p:stCondLst>
                            <p:childTnLst>
                              <p:par>
                                <p:cTn id="326" presetID="1" presetClass="entr" presetSubtype="0" fill="hold" grpId="0" nodeType="clickEffect">
                                  <p:stCondLst>
                                    <p:cond delay="0"/>
                                  </p:stCondLst>
                                  <p:childTnLst>
                                    <p:set>
                                      <p:cBhvr>
                                        <p:cTn id="327" dur="1" fill="hold">
                                          <p:stCondLst>
                                            <p:cond delay="0"/>
                                          </p:stCondLst>
                                        </p:cTn>
                                        <p:tgtEl>
                                          <p:spTgt spid="261"/>
                                        </p:tgtEl>
                                        <p:attrNameLst>
                                          <p:attrName>style.visibility</p:attrName>
                                        </p:attrNameLst>
                                      </p:cBhvr>
                                      <p:to>
                                        <p:strVal val="visible"/>
                                      </p:to>
                                    </p:set>
                                  </p:childTnLst>
                                </p:cTn>
                              </p:par>
                            </p:childTnLst>
                          </p:cTn>
                        </p:par>
                      </p:childTnLst>
                    </p:cTn>
                  </p:par>
                  <p:par>
                    <p:cTn id="328" fill="hold">
                      <p:stCondLst>
                        <p:cond delay="indefinite"/>
                      </p:stCondLst>
                      <p:childTnLst>
                        <p:par>
                          <p:cTn id="329" fill="hold">
                            <p:stCondLst>
                              <p:cond delay="0"/>
                            </p:stCondLst>
                            <p:childTnLst>
                              <p:par>
                                <p:cTn id="330" presetID="1" presetClass="entr" presetSubtype="0" fill="hold" grpId="0" nodeType="clickEffect">
                                  <p:stCondLst>
                                    <p:cond delay="0"/>
                                  </p:stCondLst>
                                  <p:childTnLst>
                                    <p:set>
                                      <p:cBhvr>
                                        <p:cTn id="331" dur="1" fill="hold">
                                          <p:stCondLst>
                                            <p:cond delay="0"/>
                                          </p:stCondLst>
                                        </p:cTn>
                                        <p:tgtEl>
                                          <p:spTgt spid="265"/>
                                        </p:tgtEl>
                                        <p:attrNameLst>
                                          <p:attrName>style.visibility</p:attrName>
                                        </p:attrNameLst>
                                      </p:cBhvr>
                                      <p:to>
                                        <p:strVal val="visible"/>
                                      </p:to>
                                    </p:set>
                                  </p:childTnLst>
                                </p:cTn>
                              </p:par>
                            </p:childTnLst>
                          </p:cTn>
                        </p:par>
                      </p:childTnLst>
                    </p:cTn>
                  </p:par>
                  <p:par>
                    <p:cTn id="332" fill="hold">
                      <p:stCondLst>
                        <p:cond delay="indefinite"/>
                      </p:stCondLst>
                      <p:childTnLst>
                        <p:par>
                          <p:cTn id="333" fill="hold">
                            <p:stCondLst>
                              <p:cond delay="0"/>
                            </p:stCondLst>
                            <p:childTnLst>
                              <p:par>
                                <p:cTn id="334" presetID="1" presetClass="entr" presetSubtype="0" fill="hold" grpId="0" nodeType="clickEffect">
                                  <p:stCondLst>
                                    <p:cond delay="0"/>
                                  </p:stCondLst>
                                  <p:childTnLst>
                                    <p:set>
                                      <p:cBhvr>
                                        <p:cTn id="335" dur="1" fill="hold">
                                          <p:stCondLst>
                                            <p:cond delay="0"/>
                                          </p:stCondLst>
                                        </p:cTn>
                                        <p:tgtEl>
                                          <p:spTgt spid="270"/>
                                        </p:tgtEl>
                                        <p:attrNameLst>
                                          <p:attrName>style.visibility</p:attrName>
                                        </p:attrNameLst>
                                      </p:cBhvr>
                                      <p:to>
                                        <p:strVal val="visible"/>
                                      </p:to>
                                    </p:set>
                                  </p:childTnLst>
                                </p:cTn>
                              </p:par>
                            </p:childTnLst>
                          </p:cTn>
                        </p:par>
                      </p:childTnLst>
                    </p:cTn>
                  </p:par>
                  <p:par>
                    <p:cTn id="336" fill="hold">
                      <p:stCondLst>
                        <p:cond delay="indefinite"/>
                      </p:stCondLst>
                      <p:childTnLst>
                        <p:par>
                          <p:cTn id="337" fill="hold">
                            <p:stCondLst>
                              <p:cond delay="0"/>
                            </p:stCondLst>
                            <p:childTnLst>
                              <p:par>
                                <p:cTn id="338" presetID="1" presetClass="entr" presetSubtype="0" fill="hold" nodeType="clickEffect">
                                  <p:stCondLst>
                                    <p:cond delay="0"/>
                                  </p:stCondLst>
                                  <p:childTnLst>
                                    <p:set>
                                      <p:cBhvr>
                                        <p:cTn id="339" dur="1" fill="hold">
                                          <p:stCondLst>
                                            <p:cond delay="0"/>
                                          </p:stCondLst>
                                        </p:cTn>
                                        <p:tgtEl>
                                          <p:spTgt spid="277"/>
                                        </p:tgtEl>
                                        <p:attrNameLst>
                                          <p:attrName>style.visibility</p:attrName>
                                        </p:attrNameLst>
                                      </p:cBhvr>
                                      <p:to>
                                        <p:strVal val="visible"/>
                                      </p:to>
                                    </p:set>
                                  </p:childTnLst>
                                </p:cTn>
                              </p:par>
                            </p:childTnLst>
                          </p:cTn>
                        </p:par>
                      </p:childTnLst>
                    </p:cTn>
                  </p:par>
                  <p:par>
                    <p:cTn id="340" fill="hold">
                      <p:stCondLst>
                        <p:cond delay="indefinite"/>
                      </p:stCondLst>
                      <p:childTnLst>
                        <p:par>
                          <p:cTn id="341" fill="hold">
                            <p:stCondLst>
                              <p:cond delay="0"/>
                            </p:stCondLst>
                            <p:childTnLst>
                              <p:par>
                                <p:cTn id="342" presetID="1" presetClass="entr" presetSubtype="0" fill="hold" nodeType="clickEffect">
                                  <p:stCondLst>
                                    <p:cond delay="0"/>
                                  </p:stCondLst>
                                  <p:childTnLst>
                                    <p:set>
                                      <p:cBhvr>
                                        <p:cTn id="343" dur="1" fill="hold">
                                          <p:stCondLst>
                                            <p:cond delay="0"/>
                                          </p:stCondLst>
                                        </p:cTn>
                                        <p:tgtEl>
                                          <p:spTgt spid="280"/>
                                        </p:tgtEl>
                                        <p:attrNameLst>
                                          <p:attrName>style.visibility</p:attrName>
                                        </p:attrNameLst>
                                      </p:cBhvr>
                                      <p:to>
                                        <p:strVal val="visible"/>
                                      </p:to>
                                    </p:set>
                                  </p:childTnLst>
                                </p:cTn>
                              </p:par>
                            </p:childTnLst>
                          </p:cTn>
                        </p:par>
                      </p:childTnLst>
                    </p:cTn>
                  </p:par>
                  <p:par>
                    <p:cTn id="344" fill="hold">
                      <p:stCondLst>
                        <p:cond delay="indefinite"/>
                      </p:stCondLst>
                      <p:childTnLst>
                        <p:par>
                          <p:cTn id="345" fill="hold">
                            <p:stCondLst>
                              <p:cond delay="0"/>
                            </p:stCondLst>
                            <p:childTnLst>
                              <p:par>
                                <p:cTn id="346" presetID="1" presetClass="entr" presetSubtype="0" fill="hold" grpId="0" nodeType="clickEffect">
                                  <p:stCondLst>
                                    <p:cond delay="0"/>
                                  </p:stCondLst>
                                  <p:childTnLst>
                                    <p:set>
                                      <p:cBhvr>
                                        <p:cTn id="347" dur="1" fill="hold">
                                          <p:stCondLst>
                                            <p:cond delay="0"/>
                                          </p:stCondLst>
                                        </p:cTn>
                                        <p:tgtEl>
                                          <p:spTgt spid="278"/>
                                        </p:tgtEl>
                                        <p:attrNameLst>
                                          <p:attrName>style.visibility</p:attrName>
                                        </p:attrNameLst>
                                      </p:cBhvr>
                                      <p:to>
                                        <p:strVal val="visible"/>
                                      </p:to>
                                    </p:set>
                                  </p:childTnLst>
                                </p:cTn>
                              </p:par>
                            </p:childTnLst>
                          </p:cTn>
                        </p:par>
                      </p:childTnLst>
                    </p:cTn>
                  </p:par>
                  <p:par>
                    <p:cTn id="348" fill="hold">
                      <p:stCondLst>
                        <p:cond delay="indefinite"/>
                      </p:stCondLst>
                      <p:childTnLst>
                        <p:par>
                          <p:cTn id="349" fill="hold">
                            <p:stCondLst>
                              <p:cond delay="0"/>
                            </p:stCondLst>
                            <p:childTnLst>
                              <p:par>
                                <p:cTn id="350" presetID="1" presetClass="entr" presetSubtype="0" fill="hold" grpId="0" nodeType="clickEffect">
                                  <p:stCondLst>
                                    <p:cond delay="0"/>
                                  </p:stCondLst>
                                  <p:childTnLst>
                                    <p:set>
                                      <p:cBhvr>
                                        <p:cTn id="351" dur="1" fill="hold">
                                          <p:stCondLst>
                                            <p:cond delay="0"/>
                                          </p:stCondLst>
                                        </p:cTn>
                                        <p:tgtEl>
                                          <p:spTgt spid="279"/>
                                        </p:tgtEl>
                                        <p:attrNameLst>
                                          <p:attrName>style.visibility</p:attrName>
                                        </p:attrNameLst>
                                      </p:cBhvr>
                                      <p:to>
                                        <p:strVal val="visible"/>
                                      </p:to>
                                    </p:set>
                                  </p:childTnLst>
                                </p:cTn>
                              </p:par>
                            </p:childTnLst>
                          </p:cTn>
                        </p:par>
                      </p:childTnLst>
                    </p:cTn>
                  </p:par>
                  <p:par>
                    <p:cTn id="352" fill="hold">
                      <p:stCondLst>
                        <p:cond delay="indefinite"/>
                      </p:stCondLst>
                      <p:childTnLst>
                        <p:par>
                          <p:cTn id="353" fill="hold">
                            <p:stCondLst>
                              <p:cond delay="0"/>
                            </p:stCondLst>
                            <p:childTnLst>
                              <p:par>
                                <p:cTn id="354" presetID="1" presetClass="entr" presetSubtype="0" fill="hold" grpId="0" nodeType="clickEffect">
                                  <p:stCondLst>
                                    <p:cond delay="0"/>
                                  </p:stCondLst>
                                  <p:childTnLst>
                                    <p:set>
                                      <p:cBhvr>
                                        <p:cTn id="355" dur="1" fill="hold">
                                          <p:stCondLst>
                                            <p:cond delay="0"/>
                                          </p:stCondLst>
                                        </p:cTn>
                                        <p:tgtEl>
                                          <p:spTgt spid="281"/>
                                        </p:tgtEl>
                                        <p:attrNameLst>
                                          <p:attrName>style.visibility</p:attrName>
                                        </p:attrNameLst>
                                      </p:cBhvr>
                                      <p:to>
                                        <p:strVal val="visible"/>
                                      </p:to>
                                    </p:set>
                                  </p:childTnLst>
                                </p:cTn>
                              </p:par>
                            </p:childTnLst>
                          </p:cTn>
                        </p:par>
                      </p:childTnLst>
                    </p:cTn>
                  </p:par>
                  <p:par>
                    <p:cTn id="356" fill="hold">
                      <p:stCondLst>
                        <p:cond delay="indefinite"/>
                      </p:stCondLst>
                      <p:childTnLst>
                        <p:par>
                          <p:cTn id="357" fill="hold">
                            <p:stCondLst>
                              <p:cond delay="0"/>
                            </p:stCondLst>
                            <p:childTnLst>
                              <p:par>
                                <p:cTn id="358" presetID="1" presetClass="entr" presetSubtype="0" fill="hold" nodeType="clickEffect">
                                  <p:stCondLst>
                                    <p:cond delay="0"/>
                                  </p:stCondLst>
                                  <p:childTnLst>
                                    <p:set>
                                      <p:cBhvr>
                                        <p:cTn id="359" dur="1" fill="hold">
                                          <p:stCondLst>
                                            <p:cond delay="0"/>
                                          </p:stCondLst>
                                        </p:cTn>
                                        <p:tgtEl>
                                          <p:spTgt spid="282"/>
                                        </p:tgtEl>
                                        <p:attrNameLst>
                                          <p:attrName>style.visibility</p:attrName>
                                        </p:attrNameLst>
                                      </p:cBhvr>
                                      <p:to>
                                        <p:strVal val="visible"/>
                                      </p:to>
                                    </p:set>
                                  </p:childTnLst>
                                </p:cTn>
                              </p:par>
                            </p:childTnLst>
                          </p:cTn>
                        </p:par>
                      </p:childTnLst>
                    </p:cTn>
                  </p:par>
                  <p:par>
                    <p:cTn id="360" fill="hold">
                      <p:stCondLst>
                        <p:cond delay="indefinite"/>
                      </p:stCondLst>
                      <p:childTnLst>
                        <p:par>
                          <p:cTn id="361" fill="hold">
                            <p:stCondLst>
                              <p:cond delay="0"/>
                            </p:stCondLst>
                            <p:childTnLst>
                              <p:par>
                                <p:cTn id="362" presetID="1" presetClass="entr" presetSubtype="0" fill="hold" grpId="0" nodeType="clickEffect">
                                  <p:stCondLst>
                                    <p:cond delay="0"/>
                                  </p:stCondLst>
                                  <p:childTnLst>
                                    <p:set>
                                      <p:cBhvr>
                                        <p:cTn id="363" dur="1" fill="hold">
                                          <p:stCondLst>
                                            <p:cond delay="0"/>
                                          </p:stCondLst>
                                        </p:cTn>
                                        <p:tgtEl>
                                          <p:spTgt spid="283"/>
                                        </p:tgtEl>
                                        <p:attrNameLst>
                                          <p:attrName>style.visibility</p:attrName>
                                        </p:attrNameLst>
                                      </p:cBhvr>
                                      <p:to>
                                        <p:strVal val="visible"/>
                                      </p:to>
                                    </p:set>
                                  </p:childTnLst>
                                </p:cTn>
                              </p:par>
                            </p:childTnLst>
                          </p:cTn>
                        </p:par>
                      </p:childTnLst>
                    </p:cTn>
                  </p:par>
                  <p:par>
                    <p:cTn id="364" fill="hold">
                      <p:stCondLst>
                        <p:cond delay="indefinite"/>
                      </p:stCondLst>
                      <p:childTnLst>
                        <p:par>
                          <p:cTn id="365" fill="hold">
                            <p:stCondLst>
                              <p:cond delay="0"/>
                            </p:stCondLst>
                            <p:childTnLst>
                              <p:par>
                                <p:cTn id="366" presetID="1" presetClass="entr" presetSubtype="0" fill="hold" grpId="0" nodeType="clickEffect">
                                  <p:stCondLst>
                                    <p:cond delay="0"/>
                                  </p:stCondLst>
                                  <p:childTnLst>
                                    <p:set>
                                      <p:cBhvr>
                                        <p:cTn id="367" dur="1" fill="hold">
                                          <p:stCondLst>
                                            <p:cond delay="0"/>
                                          </p:stCondLst>
                                        </p:cTn>
                                        <p:tgtEl>
                                          <p:spTgt spid="284"/>
                                        </p:tgtEl>
                                        <p:attrNameLst>
                                          <p:attrName>style.visibility</p:attrName>
                                        </p:attrNameLst>
                                      </p:cBhvr>
                                      <p:to>
                                        <p:strVal val="visible"/>
                                      </p:to>
                                    </p:set>
                                  </p:childTnLst>
                                </p:cTn>
                              </p:par>
                            </p:childTnLst>
                          </p:cTn>
                        </p:par>
                      </p:childTnLst>
                    </p:cTn>
                  </p:par>
                  <p:par>
                    <p:cTn id="368" fill="hold">
                      <p:stCondLst>
                        <p:cond delay="indefinite"/>
                      </p:stCondLst>
                      <p:childTnLst>
                        <p:par>
                          <p:cTn id="369" fill="hold">
                            <p:stCondLst>
                              <p:cond delay="0"/>
                            </p:stCondLst>
                            <p:childTnLst>
                              <p:par>
                                <p:cTn id="370" presetID="1" presetClass="entr" presetSubtype="0" fill="hold" grpId="0" nodeType="clickEffect">
                                  <p:stCondLst>
                                    <p:cond delay="0"/>
                                  </p:stCondLst>
                                  <p:childTnLst>
                                    <p:set>
                                      <p:cBhvr>
                                        <p:cTn id="371" dur="1" fill="hold">
                                          <p:stCondLst>
                                            <p:cond delay="0"/>
                                          </p:stCondLst>
                                        </p:cTn>
                                        <p:tgtEl>
                                          <p:spTgt spid="285"/>
                                        </p:tgtEl>
                                        <p:attrNameLst>
                                          <p:attrName>style.visibility</p:attrName>
                                        </p:attrNameLst>
                                      </p:cBhvr>
                                      <p:to>
                                        <p:strVal val="visible"/>
                                      </p:to>
                                    </p:set>
                                  </p:childTnLst>
                                </p:cTn>
                              </p:par>
                            </p:childTnLst>
                          </p:cTn>
                        </p:par>
                      </p:childTnLst>
                    </p:cTn>
                  </p:par>
                  <p:par>
                    <p:cTn id="372" fill="hold">
                      <p:stCondLst>
                        <p:cond delay="indefinite"/>
                      </p:stCondLst>
                      <p:childTnLst>
                        <p:par>
                          <p:cTn id="373" fill="hold">
                            <p:stCondLst>
                              <p:cond delay="0"/>
                            </p:stCondLst>
                            <p:childTnLst>
                              <p:par>
                                <p:cTn id="374" presetID="1" presetClass="entr" presetSubtype="0" fill="hold" nodeType="clickEffect">
                                  <p:stCondLst>
                                    <p:cond delay="0"/>
                                  </p:stCondLst>
                                  <p:childTnLst>
                                    <p:set>
                                      <p:cBhvr>
                                        <p:cTn id="375" dur="1" fill="hold">
                                          <p:stCondLst>
                                            <p:cond delay="0"/>
                                          </p:stCondLst>
                                        </p:cTn>
                                        <p:tgtEl>
                                          <p:spTgt spid="287"/>
                                        </p:tgtEl>
                                        <p:attrNameLst>
                                          <p:attrName>style.visibility</p:attrName>
                                        </p:attrNameLst>
                                      </p:cBhvr>
                                      <p:to>
                                        <p:strVal val="visible"/>
                                      </p:to>
                                    </p:set>
                                  </p:childTnLst>
                                </p:cTn>
                              </p:par>
                            </p:childTnLst>
                          </p:cTn>
                        </p:par>
                      </p:childTnLst>
                    </p:cTn>
                  </p:par>
                  <p:par>
                    <p:cTn id="376" fill="hold">
                      <p:stCondLst>
                        <p:cond delay="indefinite"/>
                      </p:stCondLst>
                      <p:childTnLst>
                        <p:par>
                          <p:cTn id="377" fill="hold">
                            <p:stCondLst>
                              <p:cond delay="0"/>
                            </p:stCondLst>
                            <p:childTnLst>
                              <p:par>
                                <p:cTn id="378" presetID="1" presetClass="entr" presetSubtype="0" fill="hold" grpId="0" nodeType="clickEffect">
                                  <p:stCondLst>
                                    <p:cond delay="0"/>
                                  </p:stCondLst>
                                  <p:childTnLst>
                                    <p:set>
                                      <p:cBhvr>
                                        <p:cTn id="379" dur="1" fill="hold">
                                          <p:stCondLst>
                                            <p:cond delay="0"/>
                                          </p:stCondLst>
                                        </p:cTn>
                                        <p:tgtEl>
                                          <p:spTgt spid="288"/>
                                        </p:tgtEl>
                                        <p:attrNameLst>
                                          <p:attrName>style.visibility</p:attrName>
                                        </p:attrNameLst>
                                      </p:cBhvr>
                                      <p:to>
                                        <p:strVal val="visible"/>
                                      </p:to>
                                    </p:set>
                                  </p:childTnLst>
                                </p:cTn>
                              </p:par>
                            </p:childTnLst>
                          </p:cTn>
                        </p:par>
                      </p:childTnLst>
                    </p:cTn>
                  </p:par>
                  <p:par>
                    <p:cTn id="380" fill="hold">
                      <p:stCondLst>
                        <p:cond delay="indefinite"/>
                      </p:stCondLst>
                      <p:childTnLst>
                        <p:par>
                          <p:cTn id="381" fill="hold">
                            <p:stCondLst>
                              <p:cond delay="0"/>
                            </p:stCondLst>
                            <p:childTnLst>
                              <p:par>
                                <p:cTn id="382" presetID="1" presetClass="entr" presetSubtype="0" fill="hold" grpId="0" nodeType="clickEffect">
                                  <p:stCondLst>
                                    <p:cond delay="0"/>
                                  </p:stCondLst>
                                  <p:childTnLst>
                                    <p:set>
                                      <p:cBhvr>
                                        <p:cTn id="383" dur="1" fill="hold">
                                          <p:stCondLst>
                                            <p:cond delay="0"/>
                                          </p:stCondLst>
                                        </p:cTn>
                                        <p:tgtEl>
                                          <p:spTgt spid="286"/>
                                        </p:tgtEl>
                                        <p:attrNameLst>
                                          <p:attrName>style.visibility</p:attrName>
                                        </p:attrNameLst>
                                      </p:cBhvr>
                                      <p:to>
                                        <p:strVal val="visible"/>
                                      </p:to>
                                    </p:set>
                                  </p:childTnLst>
                                </p:cTn>
                              </p:par>
                            </p:childTnLst>
                          </p:cTn>
                        </p:par>
                      </p:childTnLst>
                    </p:cTn>
                  </p:par>
                  <p:par>
                    <p:cTn id="384" fill="hold">
                      <p:stCondLst>
                        <p:cond delay="indefinite"/>
                      </p:stCondLst>
                      <p:childTnLst>
                        <p:par>
                          <p:cTn id="385" fill="hold">
                            <p:stCondLst>
                              <p:cond delay="0"/>
                            </p:stCondLst>
                            <p:childTnLst>
                              <p:par>
                                <p:cTn id="386" presetID="1" presetClass="entr" presetSubtype="0" fill="hold" nodeType="clickEffect">
                                  <p:stCondLst>
                                    <p:cond delay="0"/>
                                  </p:stCondLst>
                                  <p:childTnLst>
                                    <p:set>
                                      <p:cBhvr>
                                        <p:cTn id="387" dur="1" fill="hold">
                                          <p:stCondLst>
                                            <p:cond delay="0"/>
                                          </p:stCondLst>
                                        </p:cTn>
                                        <p:tgtEl>
                                          <p:spTgt spid="289"/>
                                        </p:tgtEl>
                                        <p:attrNameLst>
                                          <p:attrName>style.visibility</p:attrName>
                                        </p:attrNameLst>
                                      </p:cBhvr>
                                      <p:to>
                                        <p:strVal val="visible"/>
                                      </p:to>
                                    </p:set>
                                  </p:childTnLst>
                                </p:cTn>
                              </p:par>
                            </p:childTnLst>
                          </p:cTn>
                        </p:par>
                      </p:childTnLst>
                    </p:cTn>
                  </p:par>
                  <p:par>
                    <p:cTn id="388" fill="hold">
                      <p:stCondLst>
                        <p:cond delay="indefinite"/>
                      </p:stCondLst>
                      <p:childTnLst>
                        <p:par>
                          <p:cTn id="389" fill="hold">
                            <p:stCondLst>
                              <p:cond delay="0"/>
                            </p:stCondLst>
                            <p:childTnLst>
                              <p:par>
                                <p:cTn id="390" presetID="1" presetClass="entr" presetSubtype="0" fill="hold" nodeType="clickEffect">
                                  <p:stCondLst>
                                    <p:cond delay="0"/>
                                  </p:stCondLst>
                                  <p:childTnLst>
                                    <p:set>
                                      <p:cBhvr>
                                        <p:cTn id="391" dur="1" fill="hold">
                                          <p:stCondLst>
                                            <p:cond delay="0"/>
                                          </p:stCondLst>
                                        </p:cTn>
                                        <p:tgtEl>
                                          <p:spTgt spid="290"/>
                                        </p:tgtEl>
                                        <p:attrNameLst>
                                          <p:attrName>style.visibility</p:attrName>
                                        </p:attrNameLst>
                                      </p:cBhvr>
                                      <p:to>
                                        <p:strVal val="visible"/>
                                      </p:to>
                                    </p:set>
                                  </p:childTnLst>
                                </p:cTn>
                              </p:par>
                            </p:childTnLst>
                          </p:cTn>
                        </p:par>
                      </p:childTnLst>
                    </p:cTn>
                  </p:par>
                  <p:par>
                    <p:cTn id="392" fill="hold">
                      <p:stCondLst>
                        <p:cond delay="indefinite"/>
                      </p:stCondLst>
                      <p:childTnLst>
                        <p:par>
                          <p:cTn id="393" fill="hold">
                            <p:stCondLst>
                              <p:cond delay="0"/>
                            </p:stCondLst>
                            <p:childTnLst>
                              <p:par>
                                <p:cTn id="394" presetID="1" presetClass="entr" presetSubtype="0" fill="hold" grpId="0" nodeType="clickEffect">
                                  <p:stCondLst>
                                    <p:cond delay="0"/>
                                  </p:stCondLst>
                                  <p:childTnLst>
                                    <p:set>
                                      <p:cBhvr>
                                        <p:cTn id="395" dur="1" fill="hold">
                                          <p:stCondLst>
                                            <p:cond delay="0"/>
                                          </p:stCondLst>
                                        </p:cTn>
                                        <p:tgtEl>
                                          <p:spTgt spid="291"/>
                                        </p:tgtEl>
                                        <p:attrNameLst>
                                          <p:attrName>style.visibility</p:attrName>
                                        </p:attrNameLst>
                                      </p:cBhvr>
                                      <p:to>
                                        <p:strVal val="visible"/>
                                      </p:to>
                                    </p:set>
                                  </p:childTnLst>
                                </p:cTn>
                              </p:par>
                            </p:childTnLst>
                          </p:cTn>
                        </p:par>
                      </p:childTnLst>
                    </p:cTn>
                  </p:par>
                  <p:par>
                    <p:cTn id="396" fill="hold">
                      <p:stCondLst>
                        <p:cond delay="indefinite"/>
                      </p:stCondLst>
                      <p:childTnLst>
                        <p:par>
                          <p:cTn id="397" fill="hold">
                            <p:stCondLst>
                              <p:cond delay="0"/>
                            </p:stCondLst>
                            <p:childTnLst>
                              <p:par>
                                <p:cTn id="398" presetID="1" presetClass="entr" presetSubtype="0" fill="hold" grpId="0" nodeType="clickEffect">
                                  <p:stCondLst>
                                    <p:cond delay="0"/>
                                  </p:stCondLst>
                                  <p:childTnLst>
                                    <p:set>
                                      <p:cBhvr>
                                        <p:cTn id="399" dur="1" fill="hold">
                                          <p:stCondLst>
                                            <p:cond delay="0"/>
                                          </p:stCondLst>
                                        </p:cTn>
                                        <p:tgtEl>
                                          <p:spTgt spid="292"/>
                                        </p:tgtEl>
                                        <p:attrNameLst>
                                          <p:attrName>style.visibility</p:attrName>
                                        </p:attrNameLst>
                                      </p:cBhvr>
                                      <p:to>
                                        <p:strVal val="visible"/>
                                      </p:to>
                                    </p:set>
                                  </p:childTnLst>
                                </p:cTn>
                              </p:par>
                            </p:childTnLst>
                          </p:cTn>
                        </p:par>
                      </p:childTnLst>
                    </p:cTn>
                  </p:par>
                  <p:par>
                    <p:cTn id="400" fill="hold">
                      <p:stCondLst>
                        <p:cond delay="indefinite"/>
                      </p:stCondLst>
                      <p:childTnLst>
                        <p:par>
                          <p:cTn id="401" fill="hold">
                            <p:stCondLst>
                              <p:cond delay="0"/>
                            </p:stCondLst>
                            <p:childTnLst>
                              <p:par>
                                <p:cTn id="402" presetID="1" presetClass="entr" presetSubtype="0" fill="hold" grpId="0" nodeType="clickEffect">
                                  <p:stCondLst>
                                    <p:cond delay="0"/>
                                  </p:stCondLst>
                                  <p:childTnLst>
                                    <p:set>
                                      <p:cBhvr>
                                        <p:cTn id="403" dur="1" fill="hold">
                                          <p:stCondLst>
                                            <p:cond delay="0"/>
                                          </p:stCondLst>
                                        </p:cTn>
                                        <p:tgtEl>
                                          <p:spTgt spid="293"/>
                                        </p:tgtEl>
                                        <p:attrNameLst>
                                          <p:attrName>style.visibility</p:attrName>
                                        </p:attrNameLst>
                                      </p:cBhvr>
                                      <p:to>
                                        <p:strVal val="visible"/>
                                      </p:to>
                                    </p:set>
                                  </p:childTnLst>
                                </p:cTn>
                              </p:par>
                            </p:childTnLst>
                          </p:cTn>
                        </p:par>
                      </p:childTnLst>
                    </p:cTn>
                  </p:par>
                  <p:par>
                    <p:cTn id="404" fill="hold">
                      <p:stCondLst>
                        <p:cond delay="indefinite"/>
                      </p:stCondLst>
                      <p:childTnLst>
                        <p:par>
                          <p:cTn id="405" fill="hold">
                            <p:stCondLst>
                              <p:cond delay="0"/>
                            </p:stCondLst>
                            <p:childTnLst>
                              <p:par>
                                <p:cTn id="406" presetID="1" presetClass="entr" presetSubtype="0" fill="hold" nodeType="clickEffect">
                                  <p:stCondLst>
                                    <p:cond delay="0"/>
                                  </p:stCondLst>
                                  <p:childTnLst>
                                    <p:set>
                                      <p:cBhvr>
                                        <p:cTn id="407" dur="1" fill="hold">
                                          <p:stCondLst>
                                            <p:cond delay="0"/>
                                          </p:stCondLst>
                                        </p:cTn>
                                        <p:tgtEl>
                                          <p:spTgt spid="294"/>
                                        </p:tgtEl>
                                        <p:attrNameLst>
                                          <p:attrName>style.visibility</p:attrName>
                                        </p:attrNameLst>
                                      </p:cBhvr>
                                      <p:to>
                                        <p:strVal val="visible"/>
                                      </p:to>
                                    </p:set>
                                  </p:childTnLst>
                                </p:cTn>
                              </p:par>
                            </p:childTnLst>
                          </p:cTn>
                        </p:par>
                      </p:childTnLst>
                    </p:cTn>
                  </p:par>
                  <p:par>
                    <p:cTn id="408" fill="hold">
                      <p:stCondLst>
                        <p:cond delay="indefinite"/>
                      </p:stCondLst>
                      <p:childTnLst>
                        <p:par>
                          <p:cTn id="409" fill="hold">
                            <p:stCondLst>
                              <p:cond delay="0"/>
                            </p:stCondLst>
                            <p:childTnLst>
                              <p:par>
                                <p:cTn id="410" presetID="1" presetClass="entr" presetSubtype="0" fill="hold" grpId="0" nodeType="clickEffect">
                                  <p:stCondLst>
                                    <p:cond delay="0"/>
                                  </p:stCondLst>
                                  <p:childTnLst>
                                    <p:set>
                                      <p:cBhvr>
                                        <p:cTn id="411" dur="1" fill="hold">
                                          <p:stCondLst>
                                            <p:cond delay="0"/>
                                          </p:stCondLst>
                                        </p:cTn>
                                        <p:tgtEl>
                                          <p:spTgt spid="295"/>
                                        </p:tgtEl>
                                        <p:attrNameLst>
                                          <p:attrName>style.visibility</p:attrName>
                                        </p:attrNameLst>
                                      </p:cBhvr>
                                      <p:to>
                                        <p:strVal val="visible"/>
                                      </p:to>
                                    </p:set>
                                  </p:childTnLst>
                                </p:cTn>
                              </p:par>
                            </p:childTnLst>
                          </p:cTn>
                        </p:par>
                      </p:childTnLst>
                    </p:cTn>
                  </p:par>
                  <p:par>
                    <p:cTn id="412" fill="hold">
                      <p:stCondLst>
                        <p:cond delay="indefinite"/>
                      </p:stCondLst>
                      <p:childTnLst>
                        <p:par>
                          <p:cTn id="413" fill="hold">
                            <p:stCondLst>
                              <p:cond delay="0"/>
                            </p:stCondLst>
                            <p:childTnLst>
                              <p:par>
                                <p:cTn id="414" presetID="1" presetClass="entr" presetSubtype="0" fill="hold" grpId="0" nodeType="clickEffect">
                                  <p:stCondLst>
                                    <p:cond delay="0"/>
                                  </p:stCondLst>
                                  <p:childTnLst>
                                    <p:set>
                                      <p:cBhvr>
                                        <p:cTn id="415" dur="1" fill="hold">
                                          <p:stCondLst>
                                            <p:cond delay="0"/>
                                          </p:stCondLst>
                                        </p:cTn>
                                        <p:tgtEl>
                                          <p:spTgt spid="296"/>
                                        </p:tgtEl>
                                        <p:attrNameLst>
                                          <p:attrName>style.visibility</p:attrName>
                                        </p:attrNameLst>
                                      </p:cBhvr>
                                      <p:to>
                                        <p:strVal val="visible"/>
                                      </p:to>
                                    </p:set>
                                  </p:childTnLst>
                                </p:cTn>
                              </p:par>
                            </p:childTnLst>
                          </p:cTn>
                        </p:par>
                      </p:childTnLst>
                    </p:cTn>
                  </p:par>
                  <p:par>
                    <p:cTn id="416" fill="hold">
                      <p:stCondLst>
                        <p:cond delay="indefinite"/>
                      </p:stCondLst>
                      <p:childTnLst>
                        <p:par>
                          <p:cTn id="417" fill="hold">
                            <p:stCondLst>
                              <p:cond delay="0"/>
                            </p:stCondLst>
                            <p:childTnLst>
                              <p:par>
                                <p:cTn id="418" presetID="1" presetClass="entr" presetSubtype="0" fill="hold" grpId="0" nodeType="clickEffect">
                                  <p:stCondLst>
                                    <p:cond delay="0"/>
                                  </p:stCondLst>
                                  <p:childTnLst>
                                    <p:set>
                                      <p:cBhvr>
                                        <p:cTn id="419" dur="1" fill="hold">
                                          <p:stCondLst>
                                            <p:cond delay="0"/>
                                          </p:stCondLst>
                                        </p:cTn>
                                        <p:tgtEl>
                                          <p:spTgt spid="297"/>
                                        </p:tgtEl>
                                        <p:attrNameLst>
                                          <p:attrName>style.visibility</p:attrName>
                                        </p:attrNameLst>
                                      </p:cBhvr>
                                      <p:to>
                                        <p:strVal val="visible"/>
                                      </p:to>
                                    </p:set>
                                  </p:childTnLst>
                                </p:cTn>
                              </p:par>
                            </p:childTnLst>
                          </p:cTn>
                        </p:par>
                      </p:childTnLst>
                    </p:cTn>
                  </p:par>
                  <p:par>
                    <p:cTn id="420" fill="hold">
                      <p:stCondLst>
                        <p:cond delay="indefinite"/>
                      </p:stCondLst>
                      <p:childTnLst>
                        <p:par>
                          <p:cTn id="421" fill="hold">
                            <p:stCondLst>
                              <p:cond delay="0"/>
                            </p:stCondLst>
                            <p:childTnLst>
                              <p:par>
                                <p:cTn id="422" presetID="1" presetClass="entr" presetSubtype="0" fill="hold" nodeType="clickEffect">
                                  <p:stCondLst>
                                    <p:cond delay="0"/>
                                  </p:stCondLst>
                                  <p:childTnLst>
                                    <p:set>
                                      <p:cBhvr>
                                        <p:cTn id="423" dur="1" fill="hold">
                                          <p:stCondLst>
                                            <p:cond delay="0"/>
                                          </p:stCondLst>
                                        </p:cTn>
                                        <p:tgtEl>
                                          <p:spTgt spid="299"/>
                                        </p:tgtEl>
                                        <p:attrNameLst>
                                          <p:attrName>style.visibility</p:attrName>
                                        </p:attrNameLst>
                                      </p:cBhvr>
                                      <p:to>
                                        <p:strVal val="visible"/>
                                      </p:to>
                                    </p:set>
                                  </p:childTnLst>
                                </p:cTn>
                              </p:par>
                            </p:childTnLst>
                          </p:cTn>
                        </p:par>
                      </p:childTnLst>
                    </p:cTn>
                  </p:par>
                  <p:par>
                    <p:cTn id="424" fill="hold">
                      <p:stCondLst>
                        <p:cond delay="indefinite"/>
                      </p:stCondLst>
                      <p:childTnLst>
                        <p:par>
                          <p:cTn id="425" fill="hold">
                            <p:stCondLst>
                              <p:cond delay="0"/>
                            </p:stCondLst>
                            <p:childTnLst>
                              <p:par>
                                <p:cTn id="426" presetID="1" presetClass="entr" presetSubtype="0" fill="hold" grpId="0" nodeType="clickEffect">
                                  <p:stCondLst>
                                    <p:cond delay="0"/>
                                  </p:stCondLst>
                                  <p:childTnLst>
                                    <p:set>
                                      <p:cBhvr>
                                        <p:cTn id="427" dur="1" fill="hold">
                                          <p:stCondLst>
                                            <p:cond delay="0"/>
                                          </p:stCondLst>
                                        </p:cTn>
                                        <p:tgtEl>
                                          <p:spTgt spid="300"/>
                                        </p:tgtEl>
                                        <p:attrNameLst>
                                          <p:attrName>style.visibility</p:attrName>
                                        </p:attrNameLst>
                                      </p:cBhvr>
                                      <p:to>
                                        <p:strVal val="visible"/>
                                      </p:to>
                                    </p:set>
                                  </p:childTnLst>
                                </p:cTn>
                              </p:par>
                            </p:childTnLst>
                          </p:cTn>
                        </p:par>
                      </p:childTnLst>
                    </p:cTn>
                  </p:par>
                  <p:par>
                    <p:cTn id="428" fill="hold">
                      <p:stCondLst>
                        <p:cond delay="indefinite"/>
                      </p:stCondLst>
                      <p:childTnLst>
                        <p:par>
                          <p:cTn id="429" fill="hold">
                            <p:stCondLst>
                              <p:cond delay="0"/>
                            </p:stCondLst>
                            <p:childTnLst>
                              <p:par>
                                <p:cTn id="430" presetID="1" presetClass="entr" presetSubtype="0" fill="hold" grpId="0" nodeType="clickEffect">
                                  <p:stCondLst>
                                    <p:cond delay="0"/>
                                  </p:stCondLst>
                                  <p:childTnLst>
                                    <p:set>
                                      <p:cBhvr>
                                        <p:cTn id="431" dur="1" fill="hold">
                                          <p:stCondLst>
                                            <p:cond delay="0"/>
                                          </p:stCondLst>
                                        </p:cTn>
                                        <p:tgtEl>
                                          <p:spTgt spid="298"/>
                                        </p:tgtEl>
                                        <p:attrNameLst>
                                          <p:attrName>style.visibility</p:attrName>
                                        </p:attrNameLst>
                                      </p:cBhvr>
                                      <p:to>
                                        <p:strVal val="visible"/>
                                      </p:to>
                                    </p:set>
                                  </p:childTnLst>
                                </p:cTn>
                              </p:par>
                            </p:childTnLst>
                          </p:cTn>
                        </p:par>
                      </p:childTnLst>
                    </p:cTn>
                  </p:par>
                  <p:par>
                    <p:cTn id="432" fill="hold">
                      <p:stCondLst>
                        <p:cond delay="indefinite"/>
                      </p:stCondLst>
                      <p:childTnLst>
                        <p:par>
                          <p:cTn id="433" fill="hold">
                            <p:stCondLst>
                              <p:cond delay="0"/>
                            </p:stCondLst>
                            <p:childTnLst>
                              <p:par>
                                <p:cTn id="434" presetID="1" presetClass="entr" presetSubtype="0" fill="hold" nodeType="clickEffect">
                                  <p:stCondLst>
                                    <p:cond delay="0"/>
                                  </p:stCondLst>
                                  <p:childTnLst>
                                    <p:set>
                                      <p:cBhvr>
                                        <p:cTn id="435" dur="1" fill="hold">
                                          <p:stCondLst>
                                            <p:cond delay="0"/>
                                          </p:stCondLst>
                                        </p:cTn>
                                        <p:tgtEl>
                                          <p:spTgt spid="302"/>
                                        </p:tgtEl>
                                        <p:attrNameLst>
                                          <p:attrName>style.visibility</p:attrName>
                                        </p:attrNameLst>
                                      </p:cBhvr>
                                      <p:to>
                                        <p:strVal val="visible"/>
                                      </p:to>
                                    </p:set>
                                  </p:childTnLst>
                                </p:cTn>
                              </p:par>
                            </p:childTnLst>
                          </p:cTn>
                        </p:par>
                      </p:childTnLst>
                    </p:cTn>
                  </p:par>
                  <p:par>
                    <p:cTn id="436" fill="hold">
                      <p:stCondLst>
                        <p:cond delay="indefinite"/>
                      </p:stCondLst>
                      <p:childTnLst>
                        <p:par>
                          <p:cTn id="437" fill="hold">
                            <p:stCondLst>
                              <p:cond delay="0"/>
                            </p:stCondLst>
                            <p:childTnLst>
                              <p:par>
                                <p:cTn id="438" presetID="1" presetClass="entr" presetSubtype="0" fill="hold" nodeType="clickEffect">
                                  <p:stCondLst>
                                    <p:cond delay="0"/>
                                  </p:stCondLst>
                                  <p:childTnLst>
                                    <p:set>
                                      <p:cBhvr>
                                        <p:cTn id="439" dur="1" fill="hold">
                                          <p:stCondLst>
                                            <p:cond delay="0"/>
                                          </p:stCondLst>
                                        </p:cTn>
                                        <p:tgtEl>
                                          <p:spTgt spid="301"/>
                                        </p:tgtEl>
                                        <p:attrNameLst>
                                          <p:attrName>style.visibility</p:attrName>
                                        </p:attrNameLst>
                                      </p:cBhvr>
                                      <p:to>
                                        <p:strVal val="visible"/>
                                      </p:to>
                                    </p:set>
                                  </p:childTnLst>
                                </p:cTn>
                              </p:par>
                            </p:childTnLst>
                          </p:cTn>
                        </p:par>
                      </p:childTnLst>
                    </p:cTn>
                  </p:par>
                  <p:par>
                    <p:cTn id="440" fill="hold">
                      <p:stCondLst>
                        <p:cond delay="indefinite"/>
                      </p:stCondLst>
                      <p:childTnLst>
                        <p:par>
                          <p:cTn id="441" fill="hold">
                            <p:stCondLst>
                              <p:cond delay="0"/>
                            </p:stCondLst>
                            <p:childTnLst>
                              <p:par>
                                <p:cTn id="442" presetID="1" presetClass="entr" presetSubtype="0" fill="hold" nodeType="clickEffect">
                                  <p:stCondLst>
                                    <p:cond delay="0"/>
                                  </p:stCondLst>
                                  <p:childTnLst>
                                    <p:set>
                                      <p:cBhvr>
                                        <p:cTn id="443" dur="1" fill="hold">
                                          <p:stCondLst>
                                            <p:cond delay="0"/>
                                          </p:stCondLst>
                                        </p:cTn>
                                        <p:tgtEl>
                                          <p:spTgt spid="308"/>
                                        </p:tgtEl>
                                        <p:attrNameLst>
                                          <p:attrName>style.visibility</p:attrName>
                                        </p:attrNameLst>
                                      </p:cBhvr>
                                      <p:to>
                                        <p:strVal val="visible"/>
                                      </p:to>
                                    </p:set>
                                  </p:childTnLst>
                                </p:cTn>
                              </p:par>
                            </p:childTnLst>
                          </p:cTn>
                        </p:par>
                      </p:childTnLst>
                    </p:cTn>
                  </p:par>
                  <p:par>
                    <p:cTn id="444" fill="hold">
                      <p:stCondLst>
                        <p:cond delay="indefinite"/>
                      </p:stCondLst>
                      <p:childTnLst>
                        <p:par>
                          <p:cTn id="445" fill="hold">
                            <p:stCondLst>
                              <p:cond delay="0"/>
                            </p:stCondLst>
                            <p:childTnLst>
                              <p:par>
                                <p:cTn id="446" presetID="1" presetClass="entr" presetSubtype="0" fill="hold" nodeType="clickEffect">
                                  <p:stCondLst>
                                    <p:cond delay="0"/>
                                  </p:stCondLst>
                                  <p:childTnLst>
                                    <p:set>
                                      <p:cBhvr>
                                        <p:cTn id="447"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p:bldP spid="26" grpId="0"/>
      <p:bldP spid="27" grpId="0"/>
      <p:bldP spid="29" grpId="0"/>
      <p:bldP spid="34" grpId="0"/>
      <p:bldP spid="35" grpId="0"/>
      <p:bldP spid="39" grpId="0" animBg="1"/>
      <p:bldP spid="46" grpId="0" animBg="1"/>
      <p:bldP spid="47" grpId="0"/>
      <p:bldP spid="68" grpId="0"/>
      <p:bldP spid="69" grpId="0" animBg="1"/>
      <p:bldP spid="70" grpId="0" animBg="1"/>
      <p:bldP spid="71" grpId="0" animBg="1"/>
      <p:bldP spid="72" grpId="0" animBg="1"/>
      <p:bldP spid="73" grpId="0"/>
      <p:bldP spid="74" grpId="0" animBg="1"/>
      <p:bldP spid="74" grpId="1" animBg="1"/>
      <p:bldP spid="82" grpId="0"/>
      <p:bldP spid="125" grpId="0"/>
      <p:bldP spid="127" grpId="0" animBg="1"/>
      <p:bldP spid="138" grpId="0" animBg="1"/>
      <p:bldP spid="139" grpId="0" animBg="1"/>
      <p:bldP spid="141" grpId="0"/>
      <p:bldP spid="144" grpId="0" animBg="1"/>
      <p:bldP spid="145" grpId="0"/>
      <p:bldP spid="146" grpId="0" animBg="1"/>
      <p:bldP spid="147" grpId="0"/>
      <p:bldP spid="163" grpId="0"/>
      <p:bldP spid="167" grpId="0" animBg="1"/>
      <p:bldP spid="172" grpId="0" animBg="1"/>
      <p:bldP spid="179" grpId="0"/>
      <p:bldP spid="184" grpId="0" animBg="1"/>
      <p:bldP spid="190" grpId="0" animBg="1"/>
      <p:bldP spid="198" grpId="0"/>
      <p:bldP spid="202" grpId="0" animBg="1"/>
      <p:bldP spid="207" grpId="0" animBg="1"/>
      <p:bldP spid="208" grpId="0" animBg="1"/>
      <p:bldP spid="210" grpId="0"/>
      <p:bldP spid="216" grpId="0"/>
      <p:bldP spid="220" grpId="0" animBg="1"/>
      <p:bldP spid="237" grpId="0" animBg="1"/>
      <p:bldP spid="242" grpId="0"/>
      <p:bldP spid="245" grpId="0" animBg="1"/>
      <p:bldP spid="249" grpId="0" animBg="1"/>
      <p:bldP spid="252" grpId="0" animBg="1"/>
      <p:bldP spid="254" grpId="0"/>
      <p:bldP spid="261" grpId="0"/>
      <p:bldP spid="265" grpId="0" animBg="1"/>
      <p:bldP spid="270" grpId="0" animBg="1"/>
      <p:bldP spid="278" grpId="0"/>
      <p:bldP spid="279" grpId="0" animBg="1"/>
      <p:bldP spid="281" grpId="0" animBg="1"/>
      <p:bldP spid="283" grpId="0"/>
      <p:bldP spid="284" grpId="0" animBg="1"/>
      <p:bldP spid="285" grpId="0" animBg="1"/>
      <p:bldP spid="286" grpId="0" animBg="1"/>
      <p:bldP spid="288" grpId="0"/>
      <p:bldP spid="291" grpId="0"/>
      <p:bldP spid="292" grpId="0" animBg="1"/>
      <p:bldP spid="293" grpId="0" animBg="1"/>
      <p:bldP spid="295" grpId="0"/>
      <p:bldP spid="296" grpId="0" animBg="1"/>
      <p:bldP spid="297" grpId="0" animBg="1"/>
      <p:bldP spid="298" grpId="0" animBg="1"/>
      <p:bldP spid="30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30</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smtClean="0"/>
              <a:t/>
            </a:r>
            <a:br>
              <a:rPr lang="en-US" altLang="zh-CN" dirty="0" smtClean="0"/>
            </a:br>
            <a:endParaRPr lang="zh-CN" altLang="en-US" dirty="0"/>
          </a:p>
        </p:txBody>
      </p:sp>
      <p:sp>
        <p:nvSpPr>
          <p:cNvPr id="4" name="文本占位符 3"/>
          <p:cNvSpPr>
            <a:spLocks noGrp="1"/>
          </p:cNvSpPr>
          <p:nvPr>
            <p:ph type="body" sz="quarter" idx="14"/>
          </p:nvPr>
        </p:nvSpPr>
        <p:spPr/>
        <p:txBody>
          <a:bodyPr/>
          <a:lstStyle/>
          <a:p>
            <a:r>
              <a:rPr lang="zh-CN" altLang="en-US" dirty="0" smtClean="0"/>
              <a:t>算法</a:t>
            </a:r>
            <a:r>
              <a:rPr lang="zh-CN" altLang="en-US" dirty="0"/>
              <a:t>（递归</a:t>
            </a:r>
            <a:r>
              <a:rPr lang="zh-CN" altLang="en-US" dirty="0" smtClean="0"/>
              <a:t>）</a:t>
            </a:r>
            <a:endParaRPr lang="en-US" altLang="zh-CN" dirty="0" smtClean="0"/>
          </a:p>
          <a:p>
            <a:pPr lvl="1"/>
            <a:r>
              <a:rPr lang="en-US" altLang="zh-CN" b="1" dirty="0" err="1" smtClean="0">
                <a:latin typeface="Times New Roman" panose="02020603050405020304" pitchFamily="18" charset="0"/>
                <a:cs typeface="Times New Roman" panose="02020603050405020304" pitchFamily="18" charset="0"/>
              </a:rPr>
              <a:t>Bttsp</a:t>
            </a:r>
            <a:r>
              <a:rPr lang="en-US" altLang="zh-CN" b="1" dirty="0" smtClean="0">
                <a:latin typeface="Times New Roman" panose="02020603050405020304" pitchFamily="18" charset="0"/>
                <a:cs typeface="Times New Roman" panose="02020603050405020304" pitchFamily="18" charset="0"/>
              </a:rPr>
              <a:t>(</a:t>
            </a:r>
            <a:r>
              <a:rPr lang="en-US" altLang="zh-CN" b="1" dirty="0" err="1" smtClean="0">
                <a:latin typeface="Times New Roman" panose="02020603050405020304" pitchFamily="18" charset="0"/>
                <a:cs typeface="Times New Roman" panose="02020603050405020304" pitchFamily="18" charset="0"/>
              </a:rPr>
              <a:t>n,a</a:t>
            </a:r>
            <a:r>
              <a:rPr lang="en-US" altLang="zh-CN" b="1" dirty="0" smtClean="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663" y="-1"/>
            <a:ext cx="9120337" cy="6850217"/>
          </a:xfrm>
          <a:prstGeom prst="rect">
            <a:avLst/>
          </a:prstGeom>
        </p:spPr>
      </p:pic>
      <p:sp>
        <p:nvSpPr>
          <p:cNvPr id="7" name="矩形标注 6"/>
          <p:cNvSpPr/>
          <p:nvPr/>
        </p:nvSpPr>
        <p:spPr>
          <a:xfrm>
            <a:off x="6066170" y="3425107"/>
            <a:ext cx="6023992" cy="1121898"/>
          </a:xfrm>
          <a:prstGeom prst="wedgeRectCallout">
            <a:avLst>
              <a:gd name="adj1" fmla="val -59266"/>
              <a:gd name="adj2" fmla="val 15988"/>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just"/>
            <a:r>
              <a:rPr lang="zh-CN" altLang="en-US" sz="2100" dirty="0" smtClean="0"/>
              <a:t>初值</a:t>
            </a:r>
            <a:r>
              <a:rPr lang="en-US" altLang="zh-CN" sz="2100" dirty="0" smtClean="0"/>
              <a:t>:x[1,..,n+1]={1,2,…i,..,n,1};</a:t>
            </a:r>
            <a:r>
              <a:rPr lang="en-US" altLang="zh-CN" sz="2100" dirty="0" err="1" smtClean="0"/>
              <a:t>i</a:t>
            </a:r>
            <a:r>
              <a:rPr lang="zh-CN" altLang="en-US" sz="2100" dirty="0" smtClean="0"/>
              <a:t>城市编号</a:t>
            </a:r>
            <a:r>
              <a:rPr lang="en-US" altLang="zh-CN" sz="2100" dirty="0" smtClean="0"/>
              <a:t>,</a:t>
            </a:r>
            <a:r>
              <a:rPr lang="zh-CN" altLang="en-US" sz="2100" dirty="0" smtClean="0"/>
              <a:t>初始顺序。</a:t>
            </a:r>
            <a:endParaRPr lang="en-US" altLang="zh-CN" sz="2100" dirty="0" smtClean="0"/>
          </a:p>
          <a:p>
            <a:pPr algn="just"/>
            <a:r>
              <a:rPr lang="zh-CN" altLang="en-US" sz="2100" dirty="0" smtClean="0"/>
              <a:t>之后回溯枚举</a:t>
            </a:r>
            <a:r>
              <a:rPr lang="en-US" altLang="zh-CN" sz="2100" dirty="0" smtClean="0">
                <a:solidFill>
                  <a:srgbClr val="FF0000"/>
                </a:solidFill>
              </a:rPr>
              <a:t>(</a:t>
            </a:r>
            <a:r>
              <a:rPr lang="zh-CN" altLang="en-US" sz="2100" dirty="0" smtClean="0">
                <a:solidFill>
                  <a:srgbClr val="FF0000"/>
                </a:solidFill>
              </a:rPr>
              <a:t>交换</a:t>
            </a:r>
            <a:r>
              <a:rPr lang="en-US" altLang="zh-CN" sz="2100" dirty="0" smtClean="0">
                <a:solidFill>
                  <a:srgbClr val="FF0000"/>
                </a:solidFill>
              </a:rPr>
              <a:t>2—n</a:t>
            </a:r>
            <a:r>
              <a:rPr lang="zh-CN" altLang="en-US" sz="2100" dirty="0" smtClean="0">
                <a:solidFill>
                  <a:srgbClr val="FF0000"/>
                </a:solidFill>
              </a:rPr>
              <a:t>的值</a:t>
            </a:r>
            <a:r>
              <a:rPr lang="en-US" altLang="zh-CN" sz="2100" dirty="0" smtClean="0">
                <a:solidFill>
                  <a:srgbClr val="FF0000"/>
                </a:solidFill>
              </a:rPr>
              <a:t>)</a:t>
            </a:r>
            <a:r>
              <a:rPr lang="zh-CN" altLang="en-US" sz="2100" dirty="0" smtClean="0"/>
              <a:t>找</a:t>
            </a:r>
            <a:r>
              <a:rPr lang="en-US" altLang="zh-CN" sz="2100" dirty="0" smtClean="0"/>
              <a:t>x[]</a:t>
            </a:r>
            <a:r>
              <a:rPr lang="zh-CN" altLang="en-US" sz="2100" dirty="0" smtClean="0"/>
              <a:t>所有</a:t>
            </a:r>
            <a:r>
              <a:rPr lang="en-US" altLang="zh-CN" sz="2100" dirty="0" smtClean="0"/>
              <a:t>2,..,n</a:t>
            </a:r>
            <a:r>
              <a:rPr lang="zh-CN" altLang="en-US" sz="2100" dirty="0" smtClean="0"/>
              <a:t>的所有排列</a:t>
            </a:r>
            <a:r>
              <a:rPr lang="en-US" altLang="zh-CN" sz="2100" dirty="0" smtClean="0"/>
              <a:t>(x[]</a:t>
            </a:r>
            <a:r>
              <a:rPr lang="zh-CN" altLang="en-US" sz="2100" dirty="0" smtClean="0"/>
              <a:t>中直接交换</a:t>
            </a:r>
            <a:r>
              <a:rPr lang="en-US" altLang="zh-CN" sz="2100" dirty="0" smtClean="0"/>
              <a:t>)</a:t>
            </a:r>
            <a:r>
              <a:rPr lang="zh-CN" altLang="en-US" sz="2100" dirty="0" smtClean="0"/>
              <a:t>，找最小路径赋给</a:t>
            </a:r>
            <a:r>
              <a:rPr lang="en-US" altLang="zh-CN" sz="2100" dirty="0" err="1" smtClean="0"/>
              <a:t>minX</a:t>
            </a:r>
            <a:r>
              <a:rPr lang="en-US" altLang="zh-CN" sz="2100" dirty="0" smtClean="0"/>
              <a:t>[]</a:t>
            </a:r>
            <a:r>
              <a:rPr lang="zh-CN" altLang="en-US" sz="2100" dirty="0" smtClean="0"/>
              <a:t>数组。</a:t>
            </a:r>
            <a:endParaRPr lang="zh-CN" altLang="en-US" sz="2100" dirty="0"/>
          </a:p>
        </p:txBody>
      </p:sp>
      <p:sp>
        <p:nvSpPr>
          <p:cNvPr id="8" name="矩形 7"/>
          <p:cNvSpPr/>
          <p:nvPr/>
        </p:nvSpPr>
        <p:spPr>
          <a:xfrm>
            <a:off x="3287688" y="3284984"/>
            <a:ext cx="2592288" cy="1440160"/>
          </a:xfrm>
          <a:prstGeom prst="rect">
            <a:avLst/>
          </a:prstGeom>
          <a:noFill/>
          <a:ln w="57150">
            <a:solidFill>
              <a:srgbClr val="00B05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45659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文本占位符 117"/>
          <p:cNvSpPr>
            <a:spLocks noGrp="1"/>
          </p:cNvSpPr>
          <p:nvPr>
            <p:ph type="body" sz="quarter" idx="14"/>
          </p:nvPr>
        </p:nvSpPr>
        <p:spPr/>
        <p:txBody>
          <a:bodyPr/>
          <a:lstStyle/>
          <a:p>
            <a:endParaRPr lang="en-US" altLang="zh-CN" dirty="0" smtClean="0"/>
          </a:p>
          <a:p>
            <a:pPr lvl="1"/>
            <a:endParaRPr lang="en-US" altLang="zh-CN" dirty="0" smtClean="0"/>
          </a:p>
          <a:p>
            <a:pPr lvl="1"/>
            <a:endParaRPr lang="en-US" altLang="zh-CN" dirty="0"/>
          </a:p>
          <a:p>
            <a:pPr lvl="1"/>
            <a:endParaRPr lang="en-US" altLang="zh-CN" dirty="0" smtClean="0"/>
          </a:p>
          <a:p>
            <a:pPr lvl="1"/>
            <a:endParaRPr lang="en-US" altLang="zh-CN" dirty="0"/>
          </a:p>
          <a:p>
            <a:pPr lvl="1"/>
            <a:r>
              <a:rPr lang="zh-CN" altLang="en-US" b="1" dirty="0" smtClean="0"/>
              <a:t>减枝策略</a:t>
            </a:r>
            <a:endParaRPr lang="zh-CN" altLang="en-US" b="1" dirty="0"/>
          </a:p>
        </p:txBody>
      </p:sp>
      <p:sp>
        <p:nvSpPr>
          <p:cNvPr id="2" name="灯片编号占位符 1"/>
          <p:cNvSpPr>
            <a:spLocks noGrp="1"/>
          </p:cNvSpPr>
          <p:nvPr>
            <p:ph type="sldNum" sz="quarter" idx="16"/>
          </p:nvPr>
        </p:nvSpPr>
        <p:spPr/>
        <p:txBody>
          <a:bodyPr/>
          <a:lstStyle/>
          <a:p>
            <a:fld id="{6C276BF9-DA2C-4EDA-B310-41054C53A8AE}" type="slidenum">
              <a:rPr lang="zh-CN" altLang="en-US" smtClean="0"/>
              <a:pPr/>
              <a:t>31</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a:t/>
            </a:r>
            <a:br>
              <a:rPr lang="en-US" altLang="zh-CN" dirty="0"/>
            </a:br>
            <a:endParaRPr lang="zh-CN" altLang="en-US" dirty="0"/>
          </a:p>
        </p:txBody>
      </p:sp>
      <p:sp>
        <p:nvSpPr>
          <p:cNvPr id="7" name="Oval 54"/>
          <p:cNvSpPr>
            <a:spLocks noChangeArrowheads="1"/>
          </p:cNvSpPr>
          <p:nvPr/>
        </p:nvSpPr>
        <p:spPr bwMode="auto">
          <a:xfrm>
            <a:off x="6498489" y="1778391"/>
            <a:ext cx="457200" cy="457200"/>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000" b="1" dirty="0">
                <a:latin typeface="Times New Roman" panose="02020603050405020304" pitchFamily="18" charset="0"/>
                <a:ea typeface="宋体" panose="02010600030101010101" pitchFamily="2" charset="-122"/>
              </a:rPr>
              <a:t>1</a:t>
            </a:r>
          </a:p>
        </p:txBody>
      </p:sp>
      <p:sp>
        <p:nvSpPr>
          <p:cNvPr id="8" name="Oval 55"/>
          <p:cNvSpPr>
            <a:spLocks noChangeArrowheads="1"/>
          </p:cNvSpPr>
          <p:nvPr/>
        </p:nvSpPr>
        <p:spPr bwMode="auto">
          <a:xfrm>
            <a:off x="4121859" y="270899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9" name="Oval 57"/>
          <p:cNvSpPr>
            <a:spLocks noChangeArrowheads="1"/>
          </p:cNvSpPr>
          <p:nvPr/>
        </p:nvSpPr>
        <p:spPr bwMode="auto">
          <a:xfrm>
            <a:off x="3737395" y="335335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10" name="Oval 61"/>
          <p:cNvSpPr>
            <a:spLocks noChangeArrowheads="1"/>
          </p:cNvSpPr>
          <p:nvPr/>
        </p:nvSpPr>
        <p:spPr bwMode="auto">
          <a:xfrm>
            <a:off x="3740285" y="4092881"/>
            <a:ext cx="457200" cy="457200"/>
          </a:xfrm>
          <a:prstGeom prst="ellipse">
            <a:avLst/>
          </a:prstGeom>
          <a:solidFill>
            <a:schemeClr val="accent1"/>
          </a:solidFill>
          <a:ln w="28575">
            <a:solidFill>
              <a:schemeClr val="accent2"/>
            </a:solidFill>
            <a:miter lim="800000"/>
            <a:headEnd/>
            <a:tailEnd/>
          </a:ln>
        </p:spPr>
        <p:txBody>
          <a:bodyPr wrap="none" anchor="ctr"/>
          <a:lstStyle/>
          <a:p>
            <a:pPr algn="ctr">
              <a:spcBef>
                <a:spcPct val="0"/>
              </a:spcBef>
            </a:pPr>
            <a:r>
              <a:rPr kumimoji="1" lang="en-US" altLang="zh-CN" sz="2400" b="1" dirty="0" smtClean="0">
                <a:latin typeface="Times New Roman" panose="02020603050405020304" pitchFamily="18" charset="0"/>
                <a:ea typeface="宋体" panose="02010600030101010101" pitchFamily="2" charset="-122"/>
              </a:rPr>
              <a:t>4</a:t>
            </a:r>
            <a:endParaRPr kumimoji="1" lang="en-US" altLang="zh-CN" sz="2400" b="1" dirty="0">
              <a:latin typeface="Times New Roman" panose="02020603050405020304" pitchFamily="18" charset="0"/>
              <a:ea typeface="宋体" panose="02010600030101010101" pitchFamily="2" charset="-122"/>
            </a:endParaRPr>
          </a:p>
        </p:txBody>
      </p:sp>
      <p:sp>
        <p:nvSpPr>
          <p:cNvPr id="11" name="Text Box 83"/>
          <p:cNvSpPr txBox="1">
            <a:spLocks noChangeArrowheads="1"/>
          </p:cNvSpPr>
          <p:nvPr/>
        </p:nvSpPr>
        <p:spPr bwMode="auto">
          <a:xfrm>
            <a:off x="3068765" y="2671543"/>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12" name="Text Box 84"/>
          <p:cNvSpPr txBox="1">
            <a:spLocks noChangeArrowheads="1"/>
          </p:cNvSpPr>
          <p:nvPr/>
        </p:nvSpPr>
        <p:spPr bwMode="auto">
          <a:xfrm>
            <a:off x="4266601" y="230279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=2</a:t>
            </a:r>
            <a:endParaRPr lang="zh-CN" altLang="en-US" sz="1600" b="1" dirty="0"/>
          </a:p>
        </p:txBody>
      </p:sp>
      <p:sp>
        <p:nvSpPr>
          <p:cNvPr id="13" name="Text Box 85"/>
          <p:cNvSpPr txBox="1">
            <a:spLocks noChangeArrowheads="1"/>
          </p:cNvSpPr>
          <p:nvPr/>
        </p:nvSpPr>
        <p:spPr bwMode="auto">
          <a:xfrm>
            <a:off x="3068765" y="3281938"/>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sp>
        <p:nvSpPr>
          <p:cNvPr id="14" name="Text Box 87"/>
          <p:cNvSpPr txBox="1">
            <a:spLocks noChangeArrowheads="1"/>
          </p:cNvSpPr>
          <p:nvPr/>
        </p:nvSpPr>
        <p:spPr bwMode="auto">
          <a:xfrm>
            <a:off x="3037241" y="4096829"/>
            <a:ext cx="467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4</a:t>
            </a:r>
            <a:endParaRPr lang="en-US" altLang="zh-CN" sz="2400" b="1" dirty="0">
              <a:solidFill>
                <a:schemeClr val="accent6">
                  <a:lumMod val="75000"/>
                </a:schemeClr>
              </a:solidFill>
            </a:endParaRPr>
          </a:p>
        </p:txBody>
      </p:sp>
      <p:cxnSp>
        <p:nvCxnSpPr>
          <p:cNvPr id="15" name="直接箭头连接符 14"/>
          <p:cNvCxnSpPr>
            <a:stCxn id="7" idx="3"/>
            <a:endCxn id="8" idx="7"/>
          </p:cNvCxnSpPr>
          <p:nvPr/>
        </p:nvCxnSpPr>
        <p:spPr>
          <a:xfrm flipH="1">
            <a:off x="4512104" y="2168636"/>
            <a:ext cx="2053340" cy="60731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9" idx="4"/>
            <a:endCxn id="10" idx="0"/>
          </p:cNvCxnSpPr>
          <p:nvPr/>
        </p:nvCxnSpPr>
        <p:spPr>
          <a:xfrm>
            <a:off x="3965995" y="3810559"/>
            <a:ext cx="2890" cy="28232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9" idx="0"/>
          </p:cNvCxnSpPr>
          <p:nvPr/>
        </p:nvCxnSpPr>
        <p:spPr>
          <a:xfrm flipH="1">
            <a:off x="3965995" y="3099239"/>
            <a:ext cx="222819" cy="25412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 Box 84"/>
          <p:cNvSpPr txBox="1">
            <a:spLocks noChangeArrowheads="1"/>
          </p:cNvSpPr>
          <p:nvPr/>
        </p:nvSpPr>
        <p:spPr bwMode="auto">
          <a:xfrm>
            <a:off x="3581919" y="2897067"/>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19" name="Text Box 84"/>
          <p:cNvSpPr txBox="1">
            <a:spLocks noChangeArrowheads="1"/>
          </p:cNvSpPr>
          <p:nvPr/>
        </p:nvSpPr>
        <p:spPr bwMode="auto">
          <a:xfrm>
            <a:off x="3444253" y="374827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20" name="Oval 62"/>
          <p:cNvSpPr>
            <a:spLocks noChangeArrowheads="1"/>
          </p:cNvSpPr>
          <p:nvPr/>
        </p:nvSpPr>
        <p:spPr bwMode="auto">
          <a:xfrm>
            <a:off x="4456790" y="335337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cxnSp>
        <p:nvCxnSpPr>
          <p:cNvPr id="21" name="直接箭头连接符 20"/>
          <p:cNvCxnSpPr>
            <a:stCxn id="20" idx="4"/>
            <a:endCxn id="22" idx="0"/>
          </p:cNvCxnSpPr>
          <p:nvPr/>
        </p:nvCxnSpPr>
        <p:spPr>
          <a:xfrm>
            <a:off x="4685390" y="3810571"/>
            <a:ext cx="3504" cy="2882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Oval 62"/>
          <p:cNvSpPr>
            <a:spLocks noChangeArrowheads="1"/>
          </p:cNvSpPr>
          <p:nvPr/>
        </p:nvSpPr>
        <p:spPr bwMode="auto">
          <a:xfrm>
            <a:off x="4460294" y="409878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23" name="Text Box 84"/>
          <p:cNvSpPr txBox="1">
            <a:spLocks noChangeArrowheads="1"/>
          </p:cNvSpPr>
          <p:nvPr/>
        </p:nvSpPr>
        <p:spPr bwMode="auto">
          <a:xfrm>
            <a:off x="4079835" y="377638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24" name="Text Box 83"/>
          <p:cNvSpPr txBox="1">
            <a:spLocks noChangeArrowheads="1"/>
          </p:cNvSpPr>
          <p:nvPr/>
        </p:nvSpPr>
        <p:spPr bwMode="auto">
          <a:xfrm>
            <a:off x="3078078" y="1773409"/>
            <a:ext cx="12197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1</a:t>
            </a:r>
            <a:r>
              <a:rPr lang="en-US" altLang="zh-CN" sz="2400" b="1" dirty="0" smtClean="0">
                <a:solidFill>
                  <a:schemeClr val="accent6">
                    <a:lumMod val="75000"/>
                  </a:schemeClr>
                </a:solidFill>
              </a:rPr>
              <a:t>=1</a:t>
            </a:r>
            <a:endParaRPr lang="en-US" altLang="zh-CN" sz="2400" b="1" dirty="0">
              <a:solidFill>
                <a:schemeClr val="accent6">
                  <a:lumMod val="75000"/>
                </a:schemeClr>
              </a:solidFill>
            </a:endParaRPr>
          </a:p>
        </p:txBody>
      </p:sp>
      <p:sp>
        <p:nvSpPr>
          <p:cNvPr id="25" name="Text Box 99"/>
          <p:cNvSpPr txBox="1">
            <a:spLocks noChangeArrowheads="1"/>
          </p:cNvSpPr>
          <p:nvPr/>
        </p:nvSpPr>
        <p:spPr bwMode="auto">
          <a:xfrm>
            <a:off x="3929556" y="259048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30</a:t>
            </a:r>
            <a:endParaRPr lang="zh-CN" altLang="en-US" sz="1400" b="1" dirty="0">
              <a:solidFill>
                <a:srgbClr val="FFFF00"/>
              </a:solidFill>
            </a:endParaRPr>
          </a:p>
        </p:txBody>
      </p:sp>
      <p:sp>
        <p:nvSpPr>
          <p:cNvPr id="26" name="Text Box 99"/>
          <p:cNvSpPr txBox="1">
            <a:spLocks noChangeArrowheads="1"/>
          </p:cNvSpPr>
          <p:nvPr/>
        </p:nvSpPr>
        <p:spPr bwMode="auto">
          <a:xfrm>
            <a:off x="3595675" y="3194763"/>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35</a:t>
            </a:r>
            <a:endParaRPr lang="zh-CN" altLang="en-US" sz="1400" b="1" dirty="0">
              <a:solidFill>
                <a:srgbClr val="FFFF00"/>
              </a:solidFill>
            </a:endParaRPr>
          </a:p>
        </p:txBody>
      </p:sp>
      <p:sp>
        <p:nvSpPr>
          <p:cNvPr id="27" name="Text Box 99"/>
          <p:cNvSpPr txBox="1">
            <a:spLocks noChangeArrowheads="1"/>
          </p:cNvSpPr>
          <p:nvPr/>
        </p:nvSpPr>
        <p:spPr bwMode="auto">
          <a:xfrm>
            <a:off x="3581741" y="4087294"/>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55</a:t>
            </a:r>
            <a:endParaRPr lang="zh-CN" altLang="en-US" sz="1400" b="1" dirty="0">
              <a:solidFill>
                <a:srgbClr val="FFFF00"/>
              </a:solidFill>
            </a:endParaRPr>
          </a:p>
        </p:txBody>
      </p:sp>
      <p:cxnSp>
        <p:nvCxnSpPr>
          <p:cNvPr id="28" name="直接箭头连接符 27"/>
          <p:cNvCxnSpPr>
            <a:stCxn id="7" idx="4"/>
            <a:endCxn id="40" idx="0"/>
          </p:cNvCxnSpPr>
          <p:nvPr/>
        </p:nvCxnSpPr>
        <p:spPr>
          <a:xfrm>
            <a:off x="6727089" y="2235591"/>
            <a:ext cx="0" cy="446980"/>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7" idx="5"/>
            <a:endCxn id="62" idx="1"/>
          </p:cNvCxnSpPr>
          <p:nvPr/>
        </p:nvCxnSpPr>
        <p:spPr>
          <a:xfrm>
            <a:off x="6888734" y="2168636"/>
            <a:ext cx="2210763" cy="572094"/>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8" idx="5"/>
            <a:endCxn id="20" idx="0"/>
          </p:cNvCxnSpPr>
          <p:nvPr/>
        </p:nvCxnSpPr>
        <p:spPr>
          <a:xfrm>
            <a:off x="4512104" y="3099239"/>
            <a:ext cx="173286" cy="25413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曲线连接符 30"/>
          <p:cNvCxnSpPr/>
          <p:nvPr/>
        </p:nvCxnSpPr>
        <p:spPr>
          <a:xfrm rot="10800000">
            <a:off x="3689902" y="3581959"/>
            <a:ext cx="2890" cy="739522"/>
          </a:xfrm>
          <a:prstGeom prst="curvedConnector3">
            <a:avLst>
              <a:gd name="adj1" fmla="val 80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8" idx="5"/>
            <a:endCxn id="20" idx="0"/>
          </p:cNvCxnSpPr>
          <p:nvPr/>
        </p:nvCxnSpPr>
        <p:spPr>
          <a:xfrm>
            <a:off x="4512104" y="3099239"/>
            <a:ext cx="173286" cy="2541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3" name="Text Box 84"/>
          <p:cNvSpPr txBox="1">
            <a:spLocks noChangeArrowheads="1"/>
          </p:cNvSpPr>
          <p:nvPr/>
        </p:nvSpPr>
        <p:spPr bwMode="auto">
          <a:xfrm>
            <a:off x="4469265" y="295683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34" name="Text Box 99"/>
          <p:cNvSpPr txBox="1">
            <a:spLocks noChangeArrowheads="1"/>
          </p:cNvSpPr>
          <p:nvPr/>
        </p:nvSpPr>
        <p:spPr bwMode="auto">
          <a:xfrm>
            <a:off x="4280632" y="3279362"/>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40</a:t>
            </a:r>
            <a:endParaRPr lang="zh-CN" altLang="en-US" sz="1400" b="1" dirty="0">
              <a:solidFill>
                <a:srgbClr val="FFFF00"/>
              </a:solidFill>
            </a:endParaRPr>
          </a:p>
        </p:txBody>
      </p:sp>
      <p:sp>
        <p:nvSpPr>
          <p:cNvPr id="35" name="Text Box 99"/>
          <p:cNvSpPr txBox="1">
            <a:spLocks noChangeArrowheads="1"/>
          </p:cNvSpPr>
          <p:nvPr/>
        </p:nvSpPr>
        <p:spPr bwMode="auto">
          <a:xfrm>
            <a:off x="4851137" y="4005243"/>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a:solidFill>
                  <a:srgbClr val="FFFF00"/>
                </a:solidFill>
              </a:rPr>
              <a:t>6</a:t>
            </a:r>
            <a:r>
              <a:rPr lang="en-US" altLang="zh-CN" sz="1400" b="1" dirty="0" smtClean="0">
                <a:solidFill>
                  <a:srgbClr val="FFFF00"/>
                </a:solidFill>
              </a:rPr>
              <a:t>0</a:t>
            </a:r>
            <a:endParaRPr lang="zh-CN" altLang="en-US" sz="1400" b="1" dirty="0">
              <a:solidFill>
                <a:srgbClr val="FFFF00"/>
              </a:solidFill>
            </a:endParaRPr>
          </a:p>
        </p:txBody>
      </p:sp>
      <p:cxnSp>
        <p:nvCxnSpPr>
          <p:cNvPr id="36" name="曲线连接符 35"/>
          <p:cNvCxnSpPr/>
          <p:nvPr/>
        </p:nvCxnSpPr>
        <p:spPr>
          <a:xfrm rot="10800000">
            <a:off x="4439698" y="3581972"/>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曲线连接符 36"/>
          <p:cNvCxnSpPr/>
          <p:nvPr/>
        </p:nvCxnSpPr>
        <p:spPr>
          <a:xfrm flipH="1" flipV="1">
            <a:off x="4932491" y="2858508"/>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7" idx="4"/>
            <a:endCxn id="40" idx="0"/>
          </p:cNvCxnSpPr>
          <p:nvPr/>
        </p:nvCxnSpPr>
        <p:spPr>
          <a:xfrm>
            <a:off x="6727089" y="2235591"/>
            <a:ext cx="0" cy="4469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9" name="Text Box 84"/>
          <p:cNvSpPr txBox="1">
            <a:spLocks noChangeArrowheads="1"/>
          </p:cNvSpPr>
          <p:nvPr/>
        </p:nvSpPr>
        <p:spPr bwMode="auto">
          <a:xfrm>
            <a:off x="6200265" y="227805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=3</a:t>
            </a:r>
            <a:endParaRPr lang="zh-CN" altLang="en-US" sz="1600" b="1" dirty="0"/>
          </a:p>
        </p:txBody>
      </p:sp>
      <p:sp>
        <p:nvSpPr>
          <p:cNvPr id="40" name="Oval 57"/>
          <p:cNvSpPr>
            <a:spLocks noChangeArrowheads="1"/>
          </p:cNvSpPr>
          <p:nvPr/>
        </p:nvSpPr>
        <p:spPr bwMode="auto">
          <a:xfrm>
            <a:off x="6498489" y="268257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41" name="Text Box 99"/>
          <p:cNvSpPr txBox="1">
            <a:spLocks noChangeArrowheads="1"/>
          </p:cNvSpPr>
          <p:nvPr/>
        </p:nvSpPr>
        <p:spPr bwMode="auto">
          <a:xfrm>
            <a:off x="6333020" y="255833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6</a:t>
            </a:r>
            <a:endParaRPr lang="zh-CN" altLang="en-US" sz="1400" b="1" dirty="0">
              <a:solidFill>
                <a:srgbClr val="FFFF00"/>
              </a:solidFill>
            </a:endParaRPr>
          </a:p>
        </p:txBody>
      </p:sp>
      <p:cxnSp>
        <p:nvCxnSpPr>
          <p:cNvPr id="42" name="直接箭头连接符 41"/>
          <p:cNvCxnSpPr>
            <a:stCxn id="40" idx="3"/>
            <a:endCxn id="44" idx="0"/>
          </p:cNvCxnSpPr>
          <p:nvPr/>
        </p:nvCxnSpPr>
        <p:spPr>
          <a:xfrm flipH="1">
            <a:off x="6088855" y="3072816"/>
            <a:ext cx="476589" cy="24707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3" name="Text Box 84"/>
          <p:cNvSpPr txBox="1">
            <a:spLocks noChangeArrowheads="1"/>
          </p:cNvSpPr>
          <p:nvPr/>
        </p:nvSpPr>
        <p:spPr bwMode="auto">
          <a:xfrm>
            <a:off x="5693974" y="295683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44" name="Oval 55"/>
          <p:cNvSpPr>
            <a:spLocks noChangeArrowheads="1"/>
          </p:cNvSpPr>
          <p:nvPr/>
        </p:nvSpPr>
        <p:spPr bwMode="auto">
          <a:xfrm>
            <a:off x="5860255" y="331989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cxnSp>
        <p:nvCxnSpPr>
          <p:cNvPr id="45" name="直接箭头连接符 44"/>
          <p:cNvCxnSpPr>
            <a:stCxn id="40" idx="5"/>
            <a:endCxn id="54" idx="0"/>
          </p:cNvCxnSpPr>
          <p:nvPr/>
        </p:nvCxnSpPr>
        <p:spPr>
          <a:xfrm>
            <a:off x="6888734" y="3072816"/>
            <a:ext cx="646848" cy="238621"/>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 name="Text Box 99"/>
          <p:cNvSpPr txBox="1">
            <a:spLocks noChangeArrowheads="1"/>
          </p:cNvSpPr>
          <p:nvPr/>
        </p:nvSpPr>
        <p:spPr bwMode="auto">
          <a:xfrm>
            <a:off x="6208254" y="325236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11</a:t>
            </a:r>
            <a:endParaRPr lang="zh-CN" altLang="en-US" sz="1400" b="1" dirty="0">
              <a:solidFill>
                <a:srgbClr val="FFFF00"/>
              </a:solidFill>
            </a:endParaRPr>
          </a:p>
        </p:txBody>
      </p:sp>
      <p:cxnSp>
        <p:nvCxnSpPr>
          <p:cNvPr id="47" name="直接箭头连接符 46"/>
          <p:cNvCxnSpPr>
            <a:stCxn id="44" idx="4"/>
            <a:endCxn id="49" idx="0"/>
          </p:cNvCxnSpPr>
          <p:nvPr/>
        </p:nvCxnSpPr>
        <p:spPr>
          <a:xfrm>
            <a:off x="6088855" y="3777092"/>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8" name="Text Box 84"/>
          <p:cNvSpPr txBox="1">
            <a:spLocks noChangeArrowheads="1"/>
          </p:cNvSpPr>
          <p:nvPr/>
        </p:nvSpPr>
        <p:spPr bwMode="auto">
          <a:xfrm>
            <a:off x="5573573" y="3740421"/>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49" name="Oval 62"/>
          <p:cNvSpPr>
            <a:spLocks noChangeArrowheads="1"/>
          </p:cNvSpPr>
          <p:nvPr/>
        </p:nvSpPr>
        <p:spPr bwMode="auto">
          <a:xfrm>
            <a:off x="5860450" y="408715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50" name="Text Box 99"/>
          <p:cNvSpPr txBox="1">
            <a:spLocks noChangeArrowheads="1"/>
          </p:cNvSpPr>
          <p:nvPr/>
        </p:nvSpPr>
        <p:spPr bwMode="auto">
          <a:xfrm>
            <a:off x="6207566" y="3947886"/>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1</a:t>
            </a:r>
            <a:endParaRPr lang="zh-CN" altLang="en-US" sz="1400" b="1" dirty="0">
              <a:solidFill>
                <a:srgbClr val="FFFF00"/>
              </a:solidFill>
            </a:endParaRPr>
          </a:p>
        </p:txBody>
      </p:sp>
      <p:cxnSp>
        <p:nvCxnSpPr>
          <p:cNvPr id="51" name="曲线连接符 50"/>
          <p:cNvCxnSpPr/>
          <p:nvPr/>
        </p:nvCxnSpPr>
        <p:spPr>
          <a:xfrm rot="10800000">
            <a:off x="5812370" y="3560742"/>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0" idx="5"/>
            <a:endCxn id="54" idx="0"/>
          </p:cNvCxnSpPr>
          <p:nvPr/>
        </p:nvCxnSpPr>
        <p:spPr>
          <a:xfrm>
            <a:off x="6888734" y="3072816"/>
            <a:ext cx="646848" cy="23862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3" name="Text Box 84"/>
          <p:cNvSpPr txBox="1">
            <a:spLocks noChangeArrowheads="1"/>
          </p:cNvSpPr>
          <p:nvPr/>
        </p:nvSpPr>
        <p:spPr bwMode="auto">
          <a:xfrm>
            <a:off x="7140890" y="286443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54" name="Oval 62"/>
          <p:cNvSpPr>
            <a:spLocks noChangeArrowheads="1"/>
          </p:cNvSpPr>
          <p:nvPr/>
        </p:nvSpPr>
        <p:spPr bwMode="auto">
          <a:xfrm>
            <a:off x="7306982" y="3311437"/>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55" name="Text Box 99"/>
          <p:cNvSpPr txBox="1">
            <a:spLocks noChangeArrowheads="1"/>
          </p:cNvSpPr>
          <p:nvPr/>
        </p:nvSpPr>
        <p:spPr bwMode="auto">
          <a:xfrm>
            <a:off x="7710952" y="3263613"/>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6</a:t>
            </a:r>
            <a:endParaRPr lang="zh-CN" altLang="en-US" sz="1400" b="1" dirty="0">
              <a:solidFill>
                <a:srgbClr val="FFFF00"/>
              </a:solidFill>
            </a:endParaRPr>
          </a:p>
        </p:txBody>
      </p:sp>
      <p:cxnSp>
        <p:nvCxnSpPr>
          <p:cNvPr id="56" name="直接箭头连接符 55"/>
          <p:cNvCxnSpPr>
            <a:stCxn id="54" idx="4"/>
            <a:endCxn id="58" idx="0"/>
          </p:cNvCxnSpPr>
          <p:nvPr/>
        </p:nvCxnSpPr>
        <p:spPr>
          <a:xfrm flipH="1">
            <a:off x="7534715" y="3768637"/>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 Box 84"/>
          <p:cNvSpPr txBox="1">
            <a:spLocks noChangeArrowheads="1"/>
          </p:cNvSpPr>
          <p:nvPr/>
        </p:nvSpPr>
        <p:spPr bwMode="auto">
          <a:xfrm>
            <a:off x="7187363" y="369404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58" name="Oval 55"/>
          <p:cNvSpPr>
            <a:spLocks noChangeArrowheads="1"/>
          </p:cNvSpPr>
          <p:nvPr/>
        </p:nvSpPr>
        <p:spPr bwMode="auto">
          <a:xfrm>
            <a:off x="7306115" y="410460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59" name="Text Box 99"/>
          <p:cNvSpPr txBox="1">
            <a:spLocks noChangeArrowheads="1"/>
          </p:cNvSpPr>
          <p:nvPr/>
        </p:nvSpPr>
        <p:spPr bwMode="auto">
          <a:xfrm>
            <a:off x="7665969" y="397093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36</a:t>
            </a:r>
            <a:endParaRPr lang="zh-CN" altLang="en-US" sz="1400" b="1" dirty="0">
              <a:solidFill>
                <a:srgbClr val="FFFF00"/>
              </a:solidFill>
            </a:endParaRPr>
          </a:p>
        </p:txBody>
      </p:sp>
      <p:cxnSp>
        <p:nvCxnSpPr>
          <p:cNvPr id="60" name="直接箭头连接符 59"/>
          <p:cNvCxnSpPr>
            <a:stCxn id="7" idx="5"/>
            <a:endCxn id="62" idx="1"/>
          </p:cNvCxnSpPr>
          <p:nvPr/>
        </p:nvCxnSpPr>
        <p:spPr>
          <a:xfrm>
            <a:off x="6888734" y="2168636"/>
            <a:ext cx="2210763" cy="57209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1" name="Text Box 84"/>
          <p:cNvSpPr txBox="1">
            <a:spLocks noChangeArrowheads="1"/>
          </p:cNvSpPr>
          <p:nvPr/>
        </p:nvSpPr>
        <p:spPr bwMode="auto">
          <a:xfrm>
            <a:off x="7886102" y="219334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=4</a:t>
            </a:r>
            <a:endParaRPr lang="zh-CN" altLang="en-US" sz="1600" b="1" dirty="0"/>
          </a:p>
        </p:txBody>
      </p:sp>
      <p:sp>
        <p:nvSpPr>
          <p:cNvPr id="62" name="Oval 62"/>
          <p:cNvSpPr>
            <a:spLocks noChangeArrowheads="1"/>
          </p:cNvSpPr>
          <p:nvPr/>
        </p:nvSpPr>
        <p:spPr bwMode="auto">
          <a:xfrm>
            <a:off x="9032542" y="267377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63" name="Text Box 99"/>
          <p:cNvSpPr txBox="1">
            <a:spLocks noChangeArrowheads="1"/>
          </p:cNvSpPr>
          <p:nvPr/>
        </p:nvSpPr>
        <p:spPr bwMode="auto">
          <a:xfrm>
            <a:off x="8788091" y="2744580"/>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4</a:t>
            </a:r>
            <a:endParaRPr lang="zh-CN" altLang="en-US" sz="1400" b="1" dirty="0">
              <a:solidFill>
                <a:srgbClr val="FFFF00"/>
              </a:solidFill>
            </a:endParaRPr>
          </a:p>
        </p:txBody>
      </p:sp>
      <p:cxnSp>
        <p:nvCxnSpPr>
          <p:cNvPr id="64" name="曲线连接符 63"/>
          <p:cNvCxnSpPr/>
          <p:nvPr/>
        </p:nvCxnSpPr>
        <p:spPr>
          <a:xfrm flipH="1" flipV="1">
            <a:off x="7819451" y="2800515"/>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曲线连接符 64"/>
          <p:cNvCxnSpPr/>
          <p:nvPr/>
        </p:nvCxnSpPr>
        <p:spPr>
          <a:xfrm rot="10800000">
            <a:off x="7297006" y="3595924"/>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2" idx="4"/>
            <a:endCxn id="68" idx="0"/>
          </p:cNvCxnSpPr>
          <p:nvPr/>
        </p:nvCxnSpPr>
        <p:spPr>
          <a:xfrm>
            <a:off x="9261142" y="3130975"/>
            <a:ext cx="651224" cy="19854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7" name="Text Box 84"/>
          <p:cNvSpPr txBox="1">
            <a:spLocks noChangeArrowheads="1"/>
          </p:cNvSpPr>
          <p:nvPr/>
        </p:nvSpPr>
        <p:spPr bwMode="auto">
          <a:xfrm>
            <a:off x="9399012" y="300078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68" name="Oval 55"/>
          <p:cNvSpPr>
            <a:spLocks noChangeArrowheads="1"/>
          </p:cNvSpPr>
          <p:nvPr/>
        </p:nvSpPr>
        <p:spPr bwMode="auto">
          <a:xfrm>
            <a:off x="9683766" y="332952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70" name="Text Box 99"/>
          <p:cNvSpPr txBox="1">
            <a:spLocks noChangeArrowheads="1"/>
          </p:cNvSpPr>
          <p:nvPr/>
        </p:nvSpPr>
        <p:spPr bwMode="auto">
          <a:xfrm>
            <a:off x="10031765" y="326198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14</a:t>
            </a:r>
            <a:endParaRPr lang="zh-CN" altLang="en-US" sz="1400" b="1" dirty="0">
              <a:solidFill>
                <a:srgbClr val="FFFF00"/>
              </a:solidFill>
            </a:endParaRPr>
          </a:p>
        </p:txBody>
      </p:sp>
      <p:cxnSp>
        <p:nvCxnSpPr>
          <p:cNvPr id="71" name="直接箭头连接符 70"/>
          <p:cNvCxnSpPr>
            <a:stCxn id="68" idx="4"/>
            <a:endCxn id="73" idx="0"/>
          </p:cNvCxnSpPr>
          <p:nvPr/>
        </p:nvCxnSpPr>
        <p:spPr>
          <a:xfrm>
            <a:off x="9912366" y="3786720"/>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2" name="Text Box 84"/>
          <p:cNvSpPr txBox="1">
            <a:spLocks noChangeArrowheads="1"/>
          </p:cNvSpPr>
          <p:nvPr/>
        </p:nvSpPr>
        <p:spPr bwMode="auto">
          <a:xfrm>
            <a:off x="9397084" y="3750049"/>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73" name="Oval 62"/>
          <p:cNvSpPr>
            <a:spLocks noChangeArrowheads="1"/>
          </p:cNvSpPr>
          <p:nvPr/>
        </p:nvSpPr>
        <p:spPr bwMode="auto">
          <a:xfrm>
            <a:off x="9683961" y="409677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74" name="Text Box 99"/>
          <p:cNvSpPr txBox="1">
            <a:spLocks noChangeArrowheads="1"/>
          </p:cNvSpPr>
          <p:nvPr/>
        </p:nvSpPr>
        <p:spPr bwMode="auto">
          <a:xfrm>
            <a:off x="10031077" y="3957514"/>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19</a:t>
            </a:r>
            <a:endParaRPr lang="zh-CN" altLang="en-US" sz="1400" b="1" dirty="0">
              <a:solidFill>
                <a:srgbClr val="FFFF00"/>
              </a:solidFill>
            </a:endParaRPr>
          </a:p>
        </p:txBody>
      </p:sp>
      <p:cxnSp>
        <p:nvCxnSpPr>
          <p:cNvPr id="75" name="曲线连接符 74"/>
          <p:cNvCxnSpPr/>
          <p:nvPr/>
        </p:nvCxnSpPr>
        <p:spPr>
          <a:xfrm rot="10800000">
            <a:off x="10163727" y="3632534"/>
            <a:ext cx="3504" cy="745417"/>
          </a:xfrm>
          <a:prstGeom prst="curvedConnector3">
            <a:avLst>
              <a:gd name="adj1" fmla="val -12304737"/>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2" idx="4"/>
            <a:endCxn id="78" idx="0"/>
          </p:cNvCxnSpPr>
          <p:nvPr/>
        </p:nvCxnSpPr>
        <p:spPr>
          <a:xfrm flipH="1">
            <a:off x="8749275" y="3130975"/>
            <a:ext cx="511867" cy="18136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7" name="Text Box 84"/>
          <p:cNvSpPr txBox="1">
            <a:spLocks noChangeArrowheads="1"/>
          </p:cNvSpPr>
          <p:nvPr/>
        </p:nvSpPr>
        <p:spPr bwMode="auto">
          <a:xfrm>
            <a:off x="8442402" y="298133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78" name="Oval 62"/>
          <p:cNvSpPr>
            <a:spLocks noChangeArrowheads="1"/>
          </p:cNvSpPr>
          <p:nvPr/>
        </p:nvSpPr>
        <p:spPr bwMode="auto">
          <a:xfrm>
            <a:off x="8520675" y="331234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79" name="Text Box 99"/>
          <p:cNvSpPr txBox="1">
            <a:spLocks noChangeArrowheads="1"/>
          </p:cNvSpPr>
          <p:nvPr/>
        </p:nvSpPr>
        <p:spPr bwMode="auto">
          <a:xfrm>
            <a:off x="8924645" y="326451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24</a:t>
            </a:r>
            <a:endParaRPr lang="zh-CN" altLang="en-US" sz="1400" b="1" dirty="0">
              <a:solidFill>
                <a:srgbClr val="FFFF00"/>
              </a:solidFill>
            </a:endParaRPr>
          </a:p>
        </p:txBody>
      </p:sp>
      <p:cxnSp>
        <p:nvCxnSpPr>
          <p:cNvPr id="80" name="直接箭头连接符 79"/>
          <p:cNvCxnSpPr>
            <a:stCxn id="78" idx="4"/>
            <a:endCxn id="82" idx="0"/>
          </p:cNvCxnSpPr>
          <p:nvPr/>
        </p:nvCxnSpPr>
        <p:spPr>
          <a:xfrm flipH="1">
            <a:off x="8748408" y="3769543"/>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1" name="Text Box 84"/>
          <p:cNvSpPr txBox="1">
            <a:spLocks noChangeArrowheads="1"/>
          </p:cNvSpPr>
          <p:nvPr/>
        </p:nvSpPr>
        <p:spPr bwMode="auto">
          <a:xfrm>
            <a:off x="8132360" y="364948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82" name="Oval 55"/>
          <p:cNvSpPr>
            <a:spLocks noChangeArrowheads="1"/>
          </p:cNvSpPr>
          <p:nvPr/>
        </p:nvSpPr>
        <p:spPr bwMode="auto">
          <a:xfrm>
            <a:off x="8519808" y="410550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83" name="Text Box 99"/>
          <p:cNvSpPr txBox="1">
            <a:spLocks noChangeArrowheads="1"/>
          </p:cNvSpPr>
          <p:nvPr/>
        </p:nvSpPr>
        <p:spPr bwMode="auto">
          <a:xfrm>
            <a:off x="8879662" y="397183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29</a:t>
            </a:r>
            <a:endParaRPr lang="zh-CN" altLang="en-US" sz="1400" b="1" dirty="0">
              <a:solidFill>
                <a:srgbClr val="FFFF00"/>
              </a:solidFill>
            </a:endParaRPr>
          </a:p>
        </p:txBody>
      </p:sp>
      <p:cxnSp>
        <p:nvCxnSpPr>
          <p:cNvPr id="84" name="曲线连接符 83"/>
          <p:cNvCxnSpPr/>
          <p:nvPr/>
        </p:nvCxnSpPr>
        <p:spPr>
          <a:xfrm flipH="1" flipV="1">
            <a:off x="9504083" y="2910830"/>
            <a:ext cx="663148" cy="637662"/>
          </a:xfrm>
          <a:prstGeom prst="curvedConnector3">
            <a:avLst>
              <a:gd name="adj1" fmla="val -3447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曲线连接符 84"/>
          <p:cNvCxnSpPr/>
          <p:nvPr/>
        </p:nvCxnSpPr>
        <p:spPr>
          <a:xfrm flipV="1">
            <a:off x="8450597" y="3567812"/>
            <a:ext cx="867" cy="793165"/>
          </a:xfrm>
          <a:prstGeom prst="curvedConnector3">
            <a:avLst>
              <a:gd name="adj1" fmla="val -3072318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曲线连接符 85"/>
          <p:cNvCxnSpPr>
            <a:stCxn id="62" idx="6"/>
            <a:endCxn id="7" idx="6"/>
          </p:cNvCxnSpPr>
          <p:nvPr/>
        </p:nvCxnSpPr>
        <p:spPr>
          <a:xfrm flipH="1" flipV="1">
            <a:off x="6955689" y="2006991"/>
            <a:ext cx="2534053" cy="895384"/>
          </a:xfrm>
          <a:prstGeom prst="curvedConnector3">
            <a:avLst>
              <a:gd name="adj1" fmla="val -902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0" name="Text Box 127"/>
          <p:cNvSpPr txBox="1">
            <a:spLocks noChangeArrowheads="1"/>
          </p:cNvSpPr>
          <p:nvPr/>
        </p:nvSpPr>
        <p:spPr bwMode="auto">
          <a:xfrm>
            <a:off x="3809654" y="4919937"/>
            <a:ext cx="361583" cy="237255"/>
          </a:xfrm>
          <a:prstGeom prst="rect">
            <a:avLst/>
          </a:prstGeom>
          <a:solidFill>
            <a:srgbClr val="00B050"/>
          </a:solidFill>
          <a:ln>
            <a:noFill/>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t>59</a:t>
            </a:r>
            <a:endParaRPr lang="zh-CN" altLang="en-US" sz="1400" b="1" dirty="0"/>
          </a:p>
        </p:txBody>
      </p:sp>
      <p:cxnSp>
        <p:nvCxnSpPr>
          <p:cNvPr id="101" name="直接箭头连接符 100"/>
          <p:cNvCxnSpPr>
            <a:endCxn id="100" idx="0"/>
          </p:cNvCxnSpPr>
          <p:nvPr/>
        </p:nvCxnSpPr>
        <p:spPr>
          <a:xfrm flipH="1">
            <a:off x="3990446" y="4557169"/>
            <a:ext cx="2890" cy="36276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2" name="Text Box 84"/>
          <p:cNvSpPr txBox="1">
            <a:spLocks noChangeArrowheads="1"/>
          </p:cNvSpPr>
          <p:nvPr/>
        </p:nvSpPr>
        <p:spPr bwMode="auto">
          <a:xfrm>
            <a:off x="3505104" y="4547210"/>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03" name="Text Box 127"/>
          <p:cNvSpPr txBox="1">
            <a:spLocks noChangeArrowheads="1"/>
          </p:cNvSpPr>
          <p:nvPr/>
        </p:nvSpPr>
        <p:spPr bwMode="auto">
          <a:xfrm>
            <a:off x="4530801" y="4919937"/>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104" name="直接箭头连接符 103"/>
          <p:cNvCxnSpPr>
            <a:endCxn id="103" idx="0"/>
          </p:cNvCxnSpPr>
          <p:nvPr/>
        </p:nvCxnSpPr>
        <p:spPr>
          <a:xfrm flipH="1">
            <a:off x="4711593" y="4563076"/>
            <a:ext cx="1752" cy="3568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5" name="Text Box 84"/>
          <p:cNvSpPr txBox="1">
            <a:spLocks noChangeArrowheads="1"/>
          </p:cNvSpPr>
          <p:nvPr/>
        </p:nvSpPr>
        <p:spPr bwMode="auto">
          <a:xfrm>
            <a:off x="4250883" y="4547210"/>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06" name="Text Box 127"/>
          <p:cNvSpPr txBox="1">
            <a:spLocks noChangeArrowheads="1"/>
          </p:cNvSpPr>
          <p:nvPr/>
        </p:nvSpPr>
        <p:spPr bwMode="auto">
          <a:xfrm>
            <a:off x="5907165" y="4914527"/>
            <a:ext cx="361583" cy="237255"/>
          </a:xfrm>
          <a:prstGeom prst="rect">
            <a:avLst/>
          </a:prstGeom>
          <a:solidFill>
            <a:srgbClr val="00B050"/>
          </a:solidFill>
          <a:ln>
            <a:noFill/>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25</a:t>
            </a:r>
            <a:endParaRPr lang="zh-CN" altLang="en-US" dirty="0">
              <a:solidFill>
                <a:schemeClr val="tx1"/>
              </a:solidFill>
            </a:endParaRPr>
          </a:p>
        </p:txBody>
      </p:sp>
      <p:cxnSp>
        <p:nvCxnSpPr>
          <p:cNvPr id="107" name="直接箭头连接符 106"/>
          <p:cNvCxnSpPr>
            <a:endCxn id="106" idx="0"/>
          </p:cNvCxnSpPr>
          <p:nvPr/>
        </p:nvCxnSpPr>
        <p:spPr>
          <a:xfrm flipH="1">
            <a:off x="6087957" y="4558987"/>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8" name="Text Box 84"/>
          <p:cNvSpPr txBox="1">
            <a:spLocks noChangeArrowheads="1"/>
          </p:cNvSpPr>
          <p:nvPr/>
        </p:nvSpPr>
        <p:spPr bwMode="auto">
          <a:xfrm>
            <a:off x="5627247" y="4541800"/>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09" name="Text Box 127"/>
          <p:cNvSpPr txBox="1">
            <a:spLocks noChangeArrowheads="1"/>
          </p:cNvSpPr>
          <p:nvPr/>
        </p:nvSpPr>
        <p:spPr bwMode="auto">
          <a:xfrm>
            <a:off x="7354204" y="4914527"/>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110" name="直接箭头连接符 109"/>
          <p:cNvCxnSpPr>
            <a:endCxn id="109" idx="0"/>
          </p:cNvCxnSpPr>
          <p:nvPr/>
        </p:nvCxnSpPr>
        <p:spPr>
          <a:xfrm>
            <a:off x="7531486" y="4566095"/>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1" name="Text Box 84"/>
          <p:cNvSpPr txBox="1">
            <a:spLocks noChangeArrowheads="1"/>
          </p:cNvSpPr>
          <p:nvPr/>
        </p:nvSpPr>
        <p:spPr bwMode="auto">
          <a:xfrm>
            <a:off x="7074286" y="4541800"/>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12" name="Text Box 127"/>
          <p:cNvSpPr txBox="1">
            <a:spLocks noChangeArrowheads="1"/>
          </p:cNvSpPr>
          <p:nvPr/>
        </p:nvSpPr>
        <p:spPr bwMode="auto">
          <a:xfrm>
            <a:off x="9731983" y="4908850"/>
            <a:ext cx="361583" cy="237255"/>
          </a:xfrm>
          <a:prstGeom prst="rect">
            <a:avLst/>
          </a:prstGeom>
          <a:solidFill>
            <a:srgbClr val="00B050"/>
          </a:solidFill>
          <a:ln>
            <a:noFill/>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smtClean="0">
                <a:solidFill>
                  <a:schemeClr val="tx1"/>
                </a:solidFill>
              </a:rPr>
              <a:t>25</a:t>
            </a:r>
            <a:endParaRPr lang="zh-CN" altLang="en-US" dirty="0">
              <a:solidFill>
                <a:schemeClr val="tx1"/>
              </a:solidFill>
            </a:endParaRPr>
          </a:p>
        </p:txBody>
      </p:sp>
      <p:cxnSp>
        <p:nvCxnSpPr>
          <p:cNvPr id="113" name="直接箭头连接符 112"/>
          <p:cNvCxnSpPr>
            <a:endCxn id="112" idx="0"/>
          </p:cNvCxnSpPr>
          <p:nvPr/>
        </p:nvCxnSpPr>
        <p:spPr>
          <a:xfrm flipH="1">
            <a:off x="9912775" y="4553310"/>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4" name="Text Box 84"/>
          <p:cNvSpPr txBox="1">
            <a:spLocks noChangeArrowheads="1"/>
          </p:cNvSpPr>
          <p:nvPr/>
        </p:nvSpPr>
        <p:spPr bwMode="auto">
          <a:xfrm>
            <a:off x="9452065" y="4536123"/>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15" name="Text Box 127"/>
          <p:cNvSpPr txBox="1">
            <a:spLocks noChangeArrowheads="1"/>
          </p:cNvSpPr>
          <p:nvPr/>
        </p:nvSpPr>
        <p:spPr bwMode="auto">
          <a:xfrm>
            <a:off x="8571407" y="4910472"/>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smtClean="0">
                <a:solidFill>
                  <a:schemeClr val="tx1"/>
                </a:solidFill>
              </a:rPr>
              <a:t>69</a:t>
            </a:r>
            <a:endParaRPr lang="zh-CN" altLang="en-US" dirty="0">
              <a:solidFill>
                <a:schemeClr val="tx1"/>
              </a:solidFill>
            </a:endParaRPr>
          </a:p>
        </p:txBody>
      </p:sp>
      <p:cxnSp>
        <p:nvCxnSpPr>
          <p:cNvPr id="116" name="直接箭头连接符 115"/>
          <p:cNvCxnSpPr>
            <a:endCxn id="115" idx="0"/>
          </p:cNvCxnSpPr>
          <p:nvPr/>
        </p:nvCxnSpPr>
        <p:spPr>
          <a:xfrm>
            <a:off x="8748689" y="4562040"/>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7" name="Text Box 84"/>
          <p:cNvSpPr txBox="1">
            <a:spLocks noChangeArrowheads="1"/>
          </p:cNvSpPr>
          <p:nvPr/>
        </p:nvSpPr>
        <p:spPr bwMode="auto">
          <a:xfrm>
            <a:off x="8023678" y="4537745"/>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119" name="直接连接符 118"/>
          <p:cNvCxnSpPr/>
          <p:nvPr/>
        </p:nvCxnSpPr>
        <p:spPr>
          <a:xfrm>
            <a:off x="7055303" y="3025217"/>
            <a:ext cx="285152"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7075249" y="3025217"/>
            <a:ext cx="205950"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8612650" y="3770219"/>
            <a:ext cx="285152"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flipH="1">
            <a:off x="8632596" y="3770219"/>
            <a:ext cx="205950"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4551116" y="3810559"/>
            <a:ext cx="285152" cy="3146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4522447" y="3853600"/>
            <a:ext cx="306834" cy="27114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18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5"/>
                                        </p:tgtEl>
                                      </p:cBhvr>
                                    </p:animEffect>
                                    <p:set>
                                      <p:cBhvr>
                                        <p:cTn id="13" dur="1" fill="hold">
                                          <p:stCondLst>
                                            <p:cond delay="499"/>
                                          </p:stCondLst>
                                        </p:cTn>
                                        <p:tgtEl>
                                          <p:spTgt spid="10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103"/>
                                        </p:tgtEl>
                                      </p:cBhvr>
                                    </p:animEffect>
                                    <p:set>
                                      <p:cBhvr>
                                        <p:cTn id="16" dur="1" fill="hold">
                                          <p:stCondLst>
                                            <p:cond delay="499"/>
                                          </p:stCondLst>
                                        </p:cTn>
                                        <p:tgtEl>
                                          <p:spTgt spid="103"/>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22"/>
                                        </p:tgtEl>
                                      </p:cBhvr>
                                    </p:animEffect>
                                    <p:set>
                                      <p:cBhvr>
                                        <p:cTn id="19" dur="1" fill="hold">
                                          <p:stCondLst>
                                            <p:cond delay="499"/>
                                          </p:stCondLst>
                                        </p:cTn>
                                        <p:tgtEl>
                                          <p:spTgt spid="22"/>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36"/>
                                        </p:tgtEl>
                                      </p:cBhvr>
                                    </p:animEffect>
                                    <p:set>
                                      <p:cBhvr>
                                        <p:cTn id="22" dur="1" fill="hold">
                                          <p:stCondLst>
                                            <p:cond delay="499"/>
                                          </p:stCondLst>
                                        </p:cTn>
                                        <p:tgtEl>
                                          <p:spTgt spid="36"/>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104"/>
                                        </p:tgtEl>
                                      </p:cBhvr>
                                    </p:animEffect>
                                    <p:set>
                                      <p:cBhvr>
                                        <p:cTn id="25" dur="1" fill="hold">
                                          <p:stCondLst>
                                            <p:cond delay="499"/>
                                          </p:stCondLst>
                                        </p:cTn>
                                        <p:tgtEl>
                                          <p:spTgt spid="104"/>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21"/>
                                        </p:tgtEl>
                                      </p:cBhvr>
                                    </p:animEffect>
                                    <p:set>
                                      <p:cBhvr>
                                        <p:cTn id="28" dur="1" fill="hold">
                                          <p:stCondLst>
                                            <p:cond delay="499"/>
                                          </p:stCondLst>
                                        </p:cTn>
                                        <p:tgtEl>
                                          <p:spTgt spid="21"/>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35"/>
                                        </p:tgtEl>
                                      </p:cBhvr>
                                    </p:animEffect>
                                    <p:set>
                                      <p:cBhvr>
                                        <p:cTn id="31" dur="1" fill="hold">
                                          <p:stCondLst>
                                            <p:cond delay="499"/>
                                          </p:stCondLst>
                                        </p:cTn>
                                        <p:tgtEl>
                                          <p:spTgt spid="3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2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9" presetClass="emph" presetSubtype="0" nodeType="clickEffect">
                                  <p:stCondLst>
                                    <p:cond delay="0"/>
                                  </p:stCondLst>
                                  <p:childTnLst>
                                    <p:set>
                                      <p:cBhvr rctx="PPT">
                                        <p:cTn id="41" dur="indefinite"/>
                                        <p:tgtEl>
                                          <p:spTgt spid="45"/>
                                        </p:tgtEl>
                                        <p:attrNameLst>
                                          <p:attrName>style.opacity</p:attrName>
                                        </p:attrNameLst>
                                      </p:cBhvr>
                                      <p:to>
                                        <p:strVal val="0"/>
                                      </p:to>
                                    </p:set>
                                    <p:animEffect filter="image" prLst="opacity: 0">
                                      <p:cBhvr rctx="IE">
                                        <p:cTn id="42" dur="indefinite"/>
                                        <p:tgtEl>
                                          <p:spTgt spid="45"/>
                                        </p:tgtEl>
                                      </p:cBhvr>
                                    </p:animEffect>
                                  </p:childTnLst>
                                </p:cTn>
                              </p:par>
                              <p:par>
                                <p:cTn id="43" presetID="9" presetClass="emph" presetSubtype="0" nodeType="withEffect">
                                  <p:stCondLst>
                                    <p:cond delay="0"/>
                                  </p:stCondLst>
                                  <p:childTnLst>
                                    <p:set>
                                      <p:cBhvr rctx="PPT">
                                        <p:cTn id="44" dur="indefinite"/>
                                        <p:tgtEl>
                                          <p:spTgt spid="52"/>
                                        </p:tgtEl>
                                        <p:attrNameLst>
                                          <p:attrName>style.opacity</p:attrName>
                                        </p:attrNameLst>
                                      </p:cBhvr>
                                      <p:to>
                                        <p:strVal val="0"/>
                                      </p:to>
                                    </p:set>
                                    <p:animEffect filter="image" prLst="opacity: 0">
                                      <p:cBhvr rctx="IE">
                                        <p:cTn id="45" dur="indefinite"/>
                                        <p:tgtEl>
                                          <p:spTgt spid="52"/>
                                        </p:tgtEl>
                                      </p:cBhvr>
                                    </p:animEffect>
                                  </p:childTnLst>
                                </p:cTn>
                              </p:par>
                              <p:par>
                                <p:cTn id="46" presetID="9" presetClass="emph" presetSubtype="0" grpId="0" nodeType="withEffect">
                                  <p:stCondLst>
                                    <p:cond delay="0"/>
                                  </p:stCondLst>
                                  <p:childTnLst>
                                    <p:set>
                                      <p:cBhvr rctx="PPT">
                                        <p:cTn id="47" dur="indefinite"/>
                                        <p:tgtEl>
                                          <p:spTgt spid="53"/>
                                        </p:tgtEl>
                                        <p:attrNameLst>
                                          <p:attrName>style.opacity</p:attrName>
                                        </p:attrNameLst>
                                      </p:cBhvr>
                                      <p:to>
                                        <p:strVal val="0"/>
                                      </p:to>
                                    </p:set>
                                    <p:animEffect filter="image" prLst="opacity: 0">
                                      <p:cBhvr rctx="IE">
                                        <p:cTn id="48" dur="indefinite"/>
                                        <p:tgtEl>
                                          <p:spTgt spid="53"/>
                                        </p:tgtEl>
                                      </p:cBhvr>
                                    </p:animEffect>
                                  </p:childTnLst>
                                </p:cTn>
                              </p:par>
                              <p:par>
                                <p:cTn id="49" presetID="9" presetClass="emph" presetSubtype="0" grpId="0" nodeType="withEffect">
                                  <p:stCondLst>
                                    <p:cond delay="0"/>
                                  </p:stCondLst>
                                  <p:childTnLst>
                                    <p:set>
                                      <p:cBhvr rctx="PPT">
                                        <p:cTn id="50" dur="indefinite"/>
                                        <p:tgtEl>
                                          <p:spTgt spid="54"/>
                                        </p:tgtEl>
                                        <p:attrNameLst>
                                          <p:attrName>style.opacity</p:attrName>
                                        </p:attrNameLst>
                                      </p:cBhvr>
                                      <p:to>
                                        <p:strVal val="0"/>
                                      </p:to>
                                    </p:set>
                                    <p:animEffect filter="image" prLst="opacity: 0">
                                      <p:cBhvr rctx="IE">
                                        <p:cTn id="51" dur="indefinite"/>
                                        <p:tgtEl>
                                          <p:spTgt spid="54"/>
                                        </p:tgtEl>
                                      </p:cBhvr>
                                    </p:animEffect>
                                  </p:childTnLst>
                                </p:cTn>
                              </p:par>
                              <p:par>
                                <p:cTn id="52" presetID="9" presetClass="emph" presetSubtype="0" grpId="0" nodeType="withEffect">
                                  <p:stCondLst>
                                    <p:cond delay="0"/>
                                  </p:stCondLst>
                                  <p:childTnLst>
                                    <p:set>
                                      <p:cBhvr rctx="PPT">
                                        <p:cTn id="53" dur="indefinite"/>
                                        <p:tgtEl>
                                          <p:spTgt spid="55"/>
                                        </p:tgtEl>
                                        <p:attrNameLst>
                                          <p:attrName>style.opacity</p:attrName>
                                        </p:attrNameLst>
                                      </p:cBhvr>
                                      <p:to>
                                        <p:strVal val="0"/>
                                      </p:to>
                                    </p:set>
                                    <p:animEffect filter="image" prLst="opacity: 0">
                                      <p:cBhvr rctx="IE">
                                        <p:cTn id="54" dur="indefinite"/>
                                        <p:tgtEl>
                                          <p:spTgt spid="55"/>
                                        </p:tgtEl>
                                      </p:cBhvr>
                                    </p:animEffect>
                                  </p:childTnLst>
                                </p:cTn>
                              </p:par>
                              <p:par>
                                <p:cTn id="55" presetID="9" presetClass="emph" presetSubtype="0" nodeType="withEffect">
                                  <p:stCondLst>
                                    <p:cond delay="0"/>
                                  </p:stCondLst>
                                  <p:childTnLst>
                                    <p:set>
                                      <p:cBhvr rctx="PPT">
                                        <p:cTn id="56" dur="indefinite"/>
                                        <p:tgtEl>
                                          <p:spTgt spid="56"/>
                                        </p:tgtEl>
                                        <p:attrNameLst>
                                          <p:attrName>style.opacity</p:attrName>
                                        </p:attrNameLst>
                                      </p:cBhvr>
                                      <p:to>
                                        <p:strVal val="0"/>
                                      </p:to>
                                    </p:set>
                                    <p:animEffect filter="image" prLst="opacity: 0">
                                      <p:cBhvr rctx="IE">
                                        <p:cTn id="57" dur="indefinite"/>
                                        <p:tgtEl>
                                          <p:spTgt spid="56"/>
                                        </p:tgtEl>
                                      </p:cBhvr>
                                    </p:animEffect>
                                  </p:childTnLst>
                                </p:cTn>
                              </p:par>
                              <p:par>
                                <p:cTn id="58" presetID="9" presetClass="emph" presetSubtype="0" grpId="0" nodeType="withEffect">
                                  <p:stCondLst>
                                    <p:cond delay="0"/>
                                  </p:stCondLst>
                                  <p:childTnLst>
                                    <p:set>
                                      <p:cBhvr rctx="PPT">
                                        <p:cTn id="59" dur="indefinite"/>
                                        <p:tgtEl>
                                          <p:spTgt spid="57"/>
                                        </p:tgtEl>
                                        <p:attrNameLst>
                                          <p:attrName>style.opacity</p:attrName>
                                        </p:attrNameLst>
                                      </p:cBhvr>
                                      <p:to>
                                        <p:strVal val="0"/>
                                      </p:to>
                                    </p:set>
                                    <p:animEffect filter="image" prLst="opacity: 0">
                                      <p:cBhvr rctx="IE">
                                        <p:cTn id="60" dur="indefinite"/>
                                        <p:tgtEl>
                                          <p:spTgt spid="57"/>
                                        </p:tgtEl>
                                      </p:cBhvr>
                                    </p:animEffect>
                                  </p:childTnLst>
                                </p:cTn>
                              </p:par>
                              <p:par>
                                <p:cTn id="61" presetID="9" presetClass="emph" presetSubtype="0" grpId="0" nodeType="withEffect">
                                  <p:stCondLst>
                                    <p:cond delay="0"/>
                                  </p:stCondLst>
                                  <p:childTnLst>
                                    <p:set>
                                      <p:cBhvr rctx="PPT">
                                        <p:cTn id="62" dur="indefinite"/>
                                        <p:tgtEl>
                                          <p:spTgt spid="58"/>
                                        </p:tgtEl>
                                        <p:attrNameLst>
                                          <p:attrName>style.opacity</p:attrName>
                                        </p:attrNameLst>
                                      </p:cBhvr>
                                      <p:to>
                                        <p:strVal val="0"/>
                                      </p:to>
                                    </p:set>
                                    <p:animEffect filter="image" prLst="opacity: 0">
                                      <p:cBhvr rctx="IE">
                                        <p:cTn id="63" dur="indefinite"/>
                                        <p:tgtEl>
                                          <p:spTgt spid="58"/>
                                        </p:tgtEl>
                                      </p:cBhvr>
                                    </p:animEffect>
                                  </p:childTnLst>
                                </p:cTn>
                              </p:par>
                              <p:par>
                                <p:cTn id="64" presetID="9" presetClass="emph" presetSubtype="0" grpId="0" nodeType="withEffect">
                                  <p:stCondLst>
                                    <p:cond delay="0"/>
                                  </p:stCondLst>
                                  <p:childTnLst>
                                    <p:set>
                                      <p:cBhvr rctx="PPT">
                                        <p:cTn id="65" dur="indefinite"/>
                                        <p:tgtEl>
                                          <p:spTgt spid="59"/>
                                        </p:tgtEl>
                                        <p:attrNameLst>
                                          <p:attrName>style.opacity</p:attrName>
                                        </p:attrNameLst>
                                      </p:cBhvr>
                                      <p:to>
                                        <p:strVal val="0"/>
                                      </p:to>
                                    </p:set>
                                    <p:animEffect filter="image" prLst="opacity: 0">
                                      <p:cBhvr rctx="IE">
                                        <p:cTn id="66" dur="indefinite"/>
                                        <p:tgtEl>
                                          <p:spTgt spid="59"/>
                                        </p:tgtEl>
                                      </p:cBhvr>
                                    </p:animEffect>
                                  </p:childTnLst>
                                </p:cTn>
                              </p:par>
                              <p:par>
                                <p:cTn id="67" presetID="9" presetClass="emph" presetSubtype="0" nodeType="withEffect">
                                  <p:stCondLst>
                                    <p:cond delay="0"/>
                                  </p:stCondLst>
                                  <p:childTnLst>
                                    <p:set>
                                      <p:cBhvr rctx="PPT">
                                        <p:cTn id="68" dur="indefinite"/>
                                        <p:tgtEl>
                                          <p:spTgt spid="64"/>
                                        </p:tgtEl>
                                        <p:attrNameLst>
                                          <p:attrName>style.opacity</p:attrName>
                                        </p:attrNameLst>
                                      </p:cBhvr>
                                      <p:to>
                                        <p:strVal val="0"/>
                                      </p:to>
                                    </p:set>
                                    <p:animEffect filter="image" prLst="opacity: 0">
                                      <p:cBhvr rctx="IE">
                                        <p:cTn id="69" dur="indefinite"/>
                                        <p:tgtEl>
                                          <p:spTgt spid="64"/>
                                        </p:tgtEl>
                                      </p:cBhvr>
                                    </p:animEffect>
                                  </p:childTnLst>
                                </p:cTn>
                              </p:par>
                              <p:par>
                                <p:cTn id="70" presetID="9" presetClass="emph" presetSubtype="0" nodeType="withEffect">
                                  <p:stCondLst>
                                    <p:cond delay="0"/>
                                  </p:stCondLst>
                                  <p:childTnLst>
                                    <p:set>
                                      <p:cBhvr rctx="PPT">
                                        <p:cTn id="71" dur="indefinite"/>
                                        <p:tgtEl>
                                          <p:spTgt spid="65"/>
                                        </p:tgtEl>
                                        <p:attrNameLst>
                                          <p:attrName>style.opacity</p:attrName>
                                        </p:attrNameLst>
                                      </p:cBhvr>
                                      <p:to>
                                        <p:strVal val="0"/>
                                      </p:to>
                                    </p:set>
                                    <p:animEffect filter="image" prLst="opacity: 0">
                                      <p:cBhvr rctx="IE">
                                        <p:cTn id="72" dur="indefinite"/>
                                        <p:tgtEl>
                                          <p:spTgt spid="65"/>
                                        </p:tgtEl>
                                      </p:cBhvr>
                                    </p:animEffect>
                                  </p:childTnLst>
                                </p:cTn>
                              </p:par>
                              <p:par>
                                <p:cTn id="73" presetID="9" presetClass="emph" presetSubtype="0" grpId="0" nodeType="withEffect">
                                  <p:stCondLst>
                                    <p:cond delay="0"/>
                                  </p:stCondLst>
                                  <p:childTnLst>
                                    <p:set>
                                      <p:cBhvr rctx="PPT">
                                        <p:cTn id="74" dur="indefinite"/>
                                        <p:tgtEl>
                                          <p:spTgt spid="109"/>
                                        </p:tgtEl>
                                        <p:attrNameLst>
                                          <p:attrName>style.opacity</p:attrName>
                                        </p:attrNameLst>
                                      </p:cBhvr>
                                      <p:to>
                                        <p:strVal val="0"/>
                                      </p:to>
                                    </p:set>
                                    <p:animEffect filter="image" prLst="opacity: 0">
                                      <p:cBhvr rctx="IE">
                                        <p:cTn id="75" dur="indefinite"/>
                                        <p:tgtEl>
                                          <p:spTgt spid="109"/>
                                        </p:tgtEl>
                                      </p:cBhvr>
                                    </p:animEffect>
                                  </p:childTnLst>
                                </p:cTn>
                              </p:par>
                              <p:par>
                                <p:cTn id="76" presetID="9" presetClass="emph" presetSubtype="0" nodeType="withEffect">
                                  <p:stCondLst>
                                    <p:cond delay="0"/>
                                  </p:stCondLst>
                                  <p:childTnLst>
                                    <p:set>
                                      <p:cBhvr rctx="PPT">
                                        <p:cTn id="77" dur="indefinite"/>
                                        <p:tgtEl>
                                          <p:spTgt spid="110"/>
                                        </p:tgtEl>
                                        <p:attrNameLst>
                                          <p:attrName>style.opacity</p:attrName>
                                        </p:attrNameLst>
                                      </p:cBhvr>
                                      <p:to>
                                        <p:strVal val="0"/>
                                      </p:to>
                                    </p:set>
                                    <p:animEffect filter="image" prLst="opacity: 0">
                                      <p:cBhvr rctx="IE">
                                        <p:cTn id="78" dur="indefinite"/>
                                        <p:tgtEl>
                                          <p:spTgt spid="110"/>
                                        </p:tgtEl>
                                      </p:cBhvr>
                                    </p:animEffect>
                                  </p:childTnLst>
                                </p:cTn>
                              </p:par>
                              <p:par>
                                <p:cTn id="79" presetID="9" presetClass="emph" presetSubtype="0" grpId="0" nodeType="withEffect">
                                  <p:stCondLst>
                                    <p:cond delay="0"/>
                                  </p:stCondLst>
                                  <p:childTnLst>
                                    <p:set>
                                      <p:cBhvr rctx="PPT">
                                        <p:cTn id="80" dur="indefinite"/>
                                        <p:tgtEl>
                                          <p:spTgt spid="111"/>
                                        </p:tgtEl>
                                        <p:attrNameLst>
                                          <p:attrName>style.opacity</p:attrName>
                                        </p:attrNameLst>
                                      </p:cBhvr>
                                      <p:to>
                                        <p:strVal val="0"/>
                                      </p:to>
                                    </p:set>
                                    <p:animEffect filter="image" prLst="opacity: 0">
                                      <p:cBhvr rctx="IE">
                                        <p:cTn id="81" dur="indefinite"/>
                                        <p:tgtEl>
                                          <p:spTgt spid="111"/>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27"/>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126"/>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9" presetClass="emph" presetSubtype="0" nodeType="clickEffect">
                                  <p:stCondLst>
                                    <p:cond delay="0"/>
                                  </p:stCondLst>
                                  <p:childTnLst>
                                    <p:set>
                                      <p:cBhvr rctx="PPT">
                                        <p:cTn id="91" dur="indefinite"/>
                                        <p:tgtEl>
                                          <p:spTgt spid="80"/>
                                        </p:tgtEl>
                                        <p:attrNameLst>
                                          <p:attrName>style.opacity</p:attrName>
                                        </p:attrNameLst>
                                      </p:cBhvr>
                                      <p:to>
                                        <p:strVal val="0"/>
                                      </p:to>
                                    </p:set>
                                    <p:animEffect filter="image" prLst="opacity: 0">
                                      <p:cBhvr rctx="IE">
                                        <p:cTn id="92" dur="indefinite"/>
                                        <p:tgtEl>
                                          <p:spTgt spid="80"/>
                                        </p:tgtEl>
                                      </p:cBhvr>
                                    </p:animEffect>
                                  </p:childTnLst>
                                </p:cTn>
                              </p:par>
                              <p:par>
                                <p:cTn id="93" presetID="9" presetClass="emph" presetSubtype="0" nodeType="withEffect">
                                  <p:stCondLst>
                                    <p:cond delay="0"/>
                                  </p:stCondLst>
                                  <p:childTnLst>
                                    <p:set>
                                      <p:cBhvr rctx="PPT">
                                        <p:cTn id="94" dur="indefinite"/>
                                        <p:tgtEl>
                                          <p:spTgt spid="85"/>
                                        </p:tgtEl>
                                        <p:attrNameLst>
                                          <p:attrName>style.opacity</p:attrName>
                                        </p:attrNameLst>
                                      </p:cBhvr>
                                      <p:to>
                                        <p:strVal val="0"/>
                                      </p:to>
                                    </p:set>
                                    <p:animEffect filter="image" prLst="opacity: 0">
                                      <p:cBhvr rctx="IE">
                                        <p:cTn id="95" dur="indefinite"/>
                                        <p:tgtEl>
                                          <p:spTgt spid="85"/>
                                        </p:tgtEl>
                                      </p:cBhvr>
                                    </p:animEffect>
                                  </p:childTnLst>
                                </p:cTn>
                              </p:par>
                              <p:par>
                                <p:cTn id="96" presetID="9" presetClass="emph" presetSubtype="0" grpId="0" nodeType="withEffect">
                                  <p:stCondLst>
                                    <p:cond delay="0"/>
                                  </p:stCondLst>
                                  <p:childTnLst>
                                    <p:set>
                                      <p:cBhvr rctx="PPT">
                                        <p:cTn id="97" dur="indefinite"/>
                                        <p:tgtEl>
                                          <p:spTgt spid="82"/>
                                        </p:tgtEl>
                                        <p:attrNameLst>
                                          <p:attrName>style.opacity</p:attrName>
                                        </p:attrNameLst>
                                      </p:cBhvr>
                                      <p:to>
                                        <p:strVal val="0"/>
                                      </p:to>
                                    </p:set>
                                    <p:animEffect filter="image" prLst="opacity: 0">
                                      <p:cBhvr rctx="IE">
                                        <p:cTn id="98" dur="indefinite"/>
                                        <p:tgtEl>
                                          <p:spTgt spid="82"/>
                                        </p:tgtEl>
                                      </p:cBhvr>
                                    </p:animEffect>
                                  </p:childTnLst>
                                </p:cTn>
                              </p:par>
                              <p:par>
                                <p:cTn id="99" presetID="9" presetClass="emph" presetSubtype="0" grpId="0" nodeType="withEffect">
                                  <p:stCondLst>
                                    <p:cond delay="0"/>
                                  </p:stCondLst>
                                  <p:childTnLst>
                                    <p:set>
                                      <p:cBhvr rctx="PPT">
                                        <p:cTn id="100" dur="indefinite"/>
                                        <p:tgtEl>
                                          <p:spTgt spid="83"/>
                                        </p:tgtEl>
                                        <p:attrNameLst>
                                          <p:attrName>style.opacity</p:attrName>
                                        </p:attrNameLst>
                                      </p:cBhvr>
                                      <p:to>
                                        <p:strVal val="0"/>
                                      </p:to>
                                    </p:set>
                                    <p:animEffect filter="image" prLst="opacity: 0">
                                      <p:cBhvr rctx="IE">
                                        <p:cTn id="101" dur="indefinite"/>
                                        <p:tgtEl>
                                          <p:spTgt spid="83"/>
                                        </p:tgtEl>
                                      </p:cBhvr>
                                    </p:animEffect>
                                  </p:childTnLst>
                                </p:cTn>
                              </p:par>
                              <p:par>
                                <p:cTn id="102" presetID="9" presetClass="emph" presetSubtype="0" nodeType="withEffect">
                                  <p:stCondLst>
                                    <p:cond delay="0"/>
                                  </p:stCondLst>
                                  <p:childTnLst>
                                    <p:set>
                                      <p:cBhvr rctx="PPT">
                                        <p:cTn id="103" dur="indefinite"/>
                                        <p:tgtEl>
                                          <p:spTgt spid="116"/>
                                        </p:tgtEl>
                                        <p:attrNameLst>
                                          <p:attrName>style.opacity</p:attrName>
                                        </p:attrNameLst>
                                      </p:cBhvr>
                                      <p:to>
                                        <p:strVal val="0"/>
                                      </p:to>
                                    </p:set>
                                    <p:animEffect filter="image" prLst="opacity: 0">
                                      <p:cBhvr rctx="IE">
                                        <p:cTn id="104" dur="indefinite"/>
                                        <p:tgtEl>
                                          <p:spTgt spid="116"/>
                                        </p:tgtEl>
                                      </p:cBhvr>
                                    </p:animEffect>
                                  </p:childTnLst>
                                </p:cTn>
                              </p:par>
                              <p:par>
                                <p:cTn id="105" presetID="9" presetClass="emph" presetSubtype="0" grpId="0" nodeType="withEffect">
                                  <p:stCondLst>
                                    <p:cond delay="0"/>
                                  </p:stCondLst>
                                  <p:childTnLst>
                                    <p:set>
                                      <p:cBhvr rctx="PPT">
                                        <p:cTn id="106" dur="indefinite"/>
                                        <p:tgtEl>
                                          <p:spTgt spid="115"/>
                                        </p:tgtEl>
                                        <p:attrNameLst>
                                          <p:attrName>style.opacity</p:attrName>
                                        </p:attrNameLst>
                                      </p:cBhvr>
                                      <p:to>
                                        <p:strVal val="0"/>
                                      </p:to>
                                    </p:set>
                                    <p:animEffect filter="image" prLst="opacity: 0">
                                      <p:cBhvr rctx="IE">
                                        <p:cTn id="107" dur="indefinite"/>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5" grpId="0" animBg="1"/>
      <p:bldP spid="53" grpId="0"/>
      <p:bldP spid="54" grpId="0" animBg="1"/>
      <p:bldP spid="55" grpId="0" animBg="1"/>
      <p:bldP spid="57" grpId="0"/>
      <p:bldP spid="58" grpId="0" animBg="1"/>
      <p:bldP spid="59" grpId="0" animBg="1"/>
      <p:bldP spid="82" grpId="0" animBg="1"/>
      <p:bldP spid="83" grpId="0" animBg="1"/>
      <p:bldP spid="103" grpId="0" animBg="1"/>
      <p:bldP spid="105" grpId="0"/>
      <p:bldP spid="109" grpId="0" animBg="1"/>
      <p:bldP spid="111" grpId="0"/>
      <p:bldP spid="1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7974" y="0"/>
            <a:ext cx="7280536" cy="6858000"/>
          </a:xfrm>
          <a:prstGeom prst="rect">
            <a:avLst/>
          </a:prstGeom>
        </p:spPr>
      </p:pic>
      <p:sp>
        <p:nvSpPr>
          <p:cNvPr id="2" name="灯片编号占位符 1"/>
          <p:cNvSpPr>
            <a:spLocks noGrp="1"/>
          </p:cNvSpPr>
          <p:nvPr>
            <p:ph type="sldNum" sz="quarter" idx="16"/>
          </p:nvPr>
        </p:nvSpPr>
        <p:spPr/>
        <p:txBody>
          <a:bodyPr/>
          <a:lstStyle/>
          <a:p>
            <a:fld id="{6C276BF9-DA2C-4EDA-B310-41054C53A8AE}" type="slidenum">
              <a:rPr lang="zh-CN" altLang="en-US" smtClean="0"/>
              <a:pPr/>
              <a:t>32</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smtClean="0"/>
              <a:t/>
            </a:r>
            <a:br>
              <a:rPr lang="en-US" altLang="zh-CN" dirty="0" smtClean="0"/>
            </a:br>
            <a:endParaRPr lang="zh-CN" altLang="en-US" dirty="0"/>
          </a:p>
        </p:txBody>
      </p:sp>
      <p:sp>
        <p:nvSpPr>
          <p:cNvPr id="4" name="文本占位符 3"/>
          <p:cNvSpPr>
            <a:spLocks noGrp="1"/>
          </p:cNvSpPr>
          <p:nvPr>
            <p:ph type="body" sz="quarter" idx="14"/>
          </p:nvPr>
        </p:nvSpPr>
        <p:spPr/>
        <p:txBody>
          <a:bodyPr/>
          <a:lstStyle/>
          <a:p>
            <a:r>
              <a:rPr lang="zh-CN" altLang="en-US" b="1" dirty="0" smtClean="0"/>
              <a:t>算法</a:t>
            </a:r>
            <a:r>
              <a:rPr lang="zh-CN" altLang="en-US" b="1" dirty="0"/>
              <a:t>（递归</a:t>
            </a:r>
            <a:r>
              <a:rPr lang="zh-CN" altLang="en-US" b="1" dirty="0" smtClean="0"/>
              <a:t>）</a:t>
            </a:r>
            <a:endParaRPr lang="en-US" altLang="zh-CN" b="1" dirty="0" smtClean="0"/>
          </a:p>
          <a:p>
            <a:pPr lvl="1"/>
            <a:r>
              <a:rPr lang="zh-CN" altLang="en-US" b="1" dirty="0">
                <a:latin typeface="Times New Roman" panose="02020603050405020304" pitchFamily="18" charset="0"/>
                <a:cs typeface="Times New Roman" panose="02020603050405020304" pitchFamily="18" charset="0"/>
              </a:rPr>
              <a:t>递归</a:t>
            </a:r>
            <a:r>
              <a:rPr lang="zh-CN" altLang="en-US" b="1" dirty="0" smtClean="0">
                <a:latin typeface="Times New Roman" panose="02020603050405020304" pitchFamily="18" charset="0"/>
                <a:cs typeface="Times New Roman" panose="02020603050405020304" pitchFamily="18" charset="0"/>
              </a:rPr>
              <a:t>回溯</a:t>
            </a:r>
            <a:endParaRPr lang="en-US" altLang="zh-CN" b="1" dirty="0" smtClean="0">
              <a:latin typeface="Times New Roman" panose="02020603050405020304" pitchFamily="18" charset="0"/>
              <a:cs typeface="Times New Roman" panose="02020603050405020304" pitchFamily="18" charset="0"/>
            </a:endParaRPr>
          </a:p>
          <a:p>
            <a:pPr lvl="2"/>
            <a:r>
              <a:rPr lang="en-US" altLang="zh-CN" sz="2200" b="1" dirty="0" smtClean="0">
                <a:latin typeface="Times New Roman" panose="02020603050405020304" pitchFamily="18" charset="0"/>
                <a:cs typeface="Times New Roman" panose="02020603050405020304" pitchFamily="18" charset="0"/>
              </a:rPr>
              <a:t>Backtrack(t)</a:t>
            </a:r>
          </a:p>
          <a:p>
            <a:pPr lvl="2"/>
            <a:r>
              <a:rPr lang="en-US" altLang="zh-CN" sz="2200" b="1" dirty="0" smtClean="0">
                <a:latin typeface="Times New Roman" panose="02020603050405020304" pitchFamily="18" charset="0"/>
                <a:cs typeface="Times New Roman" panose="02020603050405020304" pitchFamily="18" charset="0"/>
              </a:rPr>
              <a:t>T(n)=O(</a:t>
            </a:r>
            <a:r>
              <a:rPr lang="en-US" altLang="zh-CN" sz="2200" b="1" dirty="0">
                <a:latin typeface="Times New Roman" panose="02020603050405020304" pitchFamily="18" charset="0"/>
                <a:cs typeface="Times New Roman" panose="02020603050405020304" pitchFamily="18" charset="0"/>
              </a:rPr>
              <a:t>n!</a:t>
            </a:r>
            <a:r>
              <a:rPr lang="en-US" altLang="zh-CN" sz="2200" b="1" dirty="0" smtClean="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2" y="2852936"/>
            <a:ext cx="3672408" cy="3873201"/>
          </a:xfrm>
          <a:prstGeom prst="rect">
            <a:avLst/>
          </a:prstGeom>
        </p:spPr>
      </p:pic>
      <p:sp>
        <p:nvSpPr>
          <p:cNvPr id="13" name="矩形标注 12"/>
          <p:cNvSpPr/>
          <p:nvPr/>
        </p:nvSpPr>
        <p:spPr>
          <a:xfrm>
            <a:off x="3143672" y="1105052"/>
            <a:ext cx="1842605" cy="207944"/>
          </a:xfrm>
          <a:prstGeom prst="wedgeRectCallout">
            <a:avLst>
              <a:gd name="adj1" fmla="val 103865"/>
              <a:gd name="adj2" fmla="val 89962"/>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just"/>
            <a:r>
              <a:rPr lang="zh-CN" altLang="en-US" dirty="0" smtClean="0"/>
              <a:t>到达</a:t>
            </a:r>
            <a:r>
              <a:rPr lang="en-US" altLang="zh-CN" dirty="0" smtClean="0"/>
              <a:t>t-1</a:t>
            </a:r>
            <a:r>
              <a:rPr lang="zh-CN" altLang="en-US" dirty="0" smtClean="0"/>
              <a:t>路径长度</a:t>
            </a:r>
            <a:endParaRPr lang="zh-CN" altLang="en-US" dirty="0"/>
          </a:p>
        </p:txBody>
      </p:sp>
      <p:sp>
        <p:nvSpPr>
          <p:cNvPr id="14" name="矩形标注 13"/>
          <p:cNvSpPr/>
          <p:nvPr/>
        </p:nvSpPr>
        <p:spPr>
          <a:xfrm>
            <a:off x="8101437" y="1611404"/>
            <a:ext cx="2448272" cy="207944"/>
          </a:xfrm>
          <a:prstGeom prst="wedgeRectCallout">
            <a:avLst>
              <a:gd name="adj1" fmla="val -100179"/>
              <a:gd name="adj2" fmla="val -103193"/>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just"/>
            <a:r>
              <a:rPr lang="zh-CN" altLang="en-US" dirty="0" smtClean="0"/>
              <a:t>到</a:t>
            </a:r>
            <a:r>
              <a:rPr lang="en-US" altLang="zh-CN" dirty="0" smtClean="0"/>
              <a:t>t-1</a:t>
            </a:r>
            <a:r>
              <a:rPr lang="zh-CN" altLang="en-US" dirty="0" smtClean="0"/>
              <a:t>达</a:t>
            </a:r>
            <a:r>
              <a:rPr lang="en-US" altLang="zh-CN" dirty="0" smtClean="0"/>
              <a:t>t</a:t>
            </a:r>
            <a:r>
              <a:rPr lang="zh-CN" altLang="en-US" dirty="0" smtClean="0"/>
              <a:t>层增加的长度</a:t>
            </a:r>
            <a:endParaRPr lang="zh-CN" altLang="en-US" dirty="0"/>
          </a:p>
        </p:txBody>
      </p:sp>
      <p:sp>
        <p:nvSpPr>
          <p:cNvPr id="15" name="矩形标注 14"/>
          <p:cNvSpPr/>
          <p:nvPr/>
        </p:nvSpPr>
        <p:spPr>
          <a:xfrm>
            <a:off x="8843261" y="986906"/>
            <a:ext cx="2257295" cy="444237"/>
          </a:xfrm>
          <a:prstGeom prst="wedgeRectCallout">
            <a:avLst>
              <a:gd name="adj1" fmla="val -86409"/>
              <a:gd name="adj2" fmla="val 32163"/>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just"/>
            <a:r>
              <a:rPr lang="zh-CN" altLang="en-US" dirty="0" smtClean="0"/>
              <a:t>从</a:t>
            </a:r>
            <a:r>
              <a:rPr lang="en-US" altLang="zh-CN" dirty="0" smtClean="0"/>
              <a:t>t</a:t>
            </a:r>
            <a:r>
              <a:rPr lang="zh-CN" altLang="en-US" dirty="0" smtClean="0"/>
              <a:t>层顶点返回出发点 </a:t>
            </a:r>
            <a:r>
              <a:rPr lang="en-US" altLang="zh-CN" dirty="0" smtClean="0"/>
              <a:t>1 </a:t>
            </a:r>
            <a:r>
              <a:rPr lang="zh-CN" altLang="en-US" dirty="0" smtClean="0"/>
              <a:t>的长度</a:t>
            </a:r>
            <a:endParaRPr lang="zh-CN" altLang="en-US" dirty="0"/>
          </a:p>
        </p:txBody>
      </p:sp>
    </p:spTree>
    <p:extLst>
      <p:ext uri="{BB962C8B-B14F-4D97-AF65-F5344CB8AC3E}">
        <p14:creationId xmlns:p14="http://schemas.microsoft.com/office/powerpoint/2010/main" val="10121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33</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pPr marL="342900" lvl="1" indent="-342900">
              <a:buFont typeface="Wingdings" pitchFamily="2" charset="2"/>
              <a:buChar char="n"/>
            </a:pPr>
            <a:r>
              <a:rPr lang="zh-CN" altLang="en-US" sz="2400" b="1" dirty="0" smtClean="0">
                <a:latin typeface="Times New Roman" panose="02020603050405020304" pitchFamily="18" charset="0"/>
                <a:cs typeface="Times New Roman" panose="02020603050405020304" pitchFamily="18" charset="0"/>
              </a:rPr>
              <a:t>排列树</a:t>
            </a:r>
            <a:endParaRPr lang="en-US" altLang="zh-CN" sz="2400" b="1" dirty="0" smtClean="0">
              <a:latin typeface="Times New Roman" panose="02020603050405020304" pitchFamily="18" charset="0"/>
              <a:cs typeface="Times New Roman" panose="02020603050405020304" pitchFamily="18" charset="0"/>
            </a:endParaRPr>
          </a:p>
          <a:p>
            <a:pPr lvl="1"/>
            <a:r>
              <a:rPr lang="zh-CN" altLang="en-US" b="1" dirty="0" smtClean="0">
                <a:latin typeface="Times New Roman" panose="02020603050405020304" pitchFamily="18" charset="0"/>
                <a:cs typeface="Times New Roman" panose="02020603050405020304" pitchFamily="18" charset="0"/>
              </a:rPr>
              <a:t>当所给问题是确定</a:t>
            </a:r>
            <a:r>
              <a:rPr lang="en-US" altLang="zh-CN" b="1" dirty="0" smtClean="0">
                <a:latin typeface="Times New Roman" panose="02020603050405020304" pitchFamily="18" charset="0"/>
                <a:cs typeface="Times New Roman" panose="02020603050405020304" pitchFamily="18" charset="0"/>
              </a:rPr>
              <a:t>n</a:t>
            </a:r>
            <a:r>
              <a:rPr lang="zh-CN" altLang="en-US" b="1" dirty="0" smtClean="0">
                <a:latin typeface="Times New Roman" panose="02020603050405020304" pitchFamily="18" charset="0"/>
                <a:cs typeface="Times New Roman" panose="02020603050405020304" pitchFamily="18" charset="0"/>
              </a:rPr>
              <a:t>个元素的满足某种性质的排列时，相应的解空间树为排列树。排列树通常有</a:t>
            </a:r>
            <a:r>
              <a:rPr lang="en-US" altLang="zh-CN" b="1" dirty="0" smtClean="0">
                <a:latin typeface="Times New Roman" panose="02020603050405020304" pitchFamily="18" charset="0"/>
                <a:cs typeface="Times New Roman" panose="02020603050405020304" pitchFamily="18" charset="0"/>
              </a:rPr>
              <a:t>(n-1)!</a:t>
            </a:r>
            <a:r>
              <a:rPr lang="zh-CN" altLang="en-US" b="1" dirty="0" smtClean="0">
                <a:latin typeface="Times New Roman" panose="02020603050405020304" pitchFamily="18" charset="0"/>
                <a:cs typeface="Times New Roman" panose="02020603050405020304" pitchFamily="18" charset="0"/>
              </a:rPr>
              <a:t>个叶结点。因此遍历排列树所需的计算时间需要</a:t>
            </a:r>
            <a:r>
              <a:rPr lang="en-US" altLang="zh-CN" b="1" dirty="0">
                <a:latin typeface="Times New Roman" panose="02020603050405020304" pitchFamily="18" charset="0"/>
                <a:cs typeface="Times New Roman" panose="02020603050405020304" pitchFamily="18" charset="0"/>
              </a:rPr>
              <a:t>O</a:t>
            </a:r>
            <a:r>
              <a:rPr lang="en-US" altLang="zh-CN" b="1" dirty="0" smtClean="0">
                <a:latin typeface="Times New Roman" panose="02020603050405020304" pitchFamily="18" charset="0"/>
                <a:cs typeface="Times New Roman" panose="02020603050405020304" pitchFamily="18" charset="0"/>
              </a:rPr>
              <a:t>(n!) </a:t>
            </a:r>
            <a:r>
              <a:rPr lang="zh-CN" altLang="en-US" b="1" dirty="0" smtClean="0">
                <a:latin typeface="Times New Roman" panose="02020603050405020304" pitchFamily="18" charset="0"/>
                <a:cs typeface="Times New Roman" panose="02020603050405020304" pitchFamily="18" charset="0"/>
              </a:rPr>
              <a:t>的计算时间。</a:t>
            </a:r>
            <a:endParaRPr lang="en-US" altLang="zh-CN" b="1" dirty="0" smtClean="0">
              <a:latin typeface="Times New Roman" panose="02020603050405020304" pitchFamily="18" charset="0"/>
              <a:cs typeface="Times New Roman" panose="02020603050405020304" pitchFamily="18" charset="0"/>
            </a:endParaRPr>
          </a:p>
          <a:p>
            <a:pPr lvl="1"/>
            <a:r>
              <a:rPr lang="zh-CN" altLang="en-US" b="1" dirty="0" smtClean="0">
                <a:latin typeface="Times New Roman" panose="02020603050405020304" pitchFamily="18" charset="0"/>
                <a:cs typeface="Times New Roman" panose="02020603050405020304" pitchFamily="18" charset="0"/>
              </a:rPr>
              <a:t>旅行商问题的解空间树是排列树</a:t>
            </a:r>
          </a:p>
          <a:p>
            <a:pPr marL="742950" lvl="2" indent="-342900">
              <a:buFont typeface="Wingdings" pitchFamily="2" charset="2"/>
              <a:buChar char="n"/>
            </a:pPr>
            <a:endParaRPr lang="zh-CN" altLang="en-US" dirty="0" smtClean="0">
              <a:latin typeface="Times New Roman" panose="02020603050405020304" pitchFamily="18" charset="0"/>
              <a:cs typeface="Times New Roman" panose="02020603050405020304" pitchFamily="18" charset="0"/>
            </a:endParaRPr>
          </a:p>
          <a:p>
            <a:pPr lvl="1"/>
            <a:endParaRPr lang="zh-CN" altLang="en-US" dirty="0" smtClean="0">
              <a:latin typeface="Times New Roman" panose="02020603050405020304" pitchFamily="18" charset="0"/>
              <a:cs typeface="Times New Roman" panose="02020603050405020304" pitchFamily="18" charset="0"/>
            </a:endParaRPr>
          </a:p>
          <a:p>
            <a:endParaRPr lang="zh-CN" altLang="en-US" dirty="0"/>
          </a:p>
        </p:txBody>
      </p:sp>
      <p:sp>
        <p:nvSpPr>
          <p:cNvPr id="96" name="Oval 2"/>
          <p:cNvSpPr>
            <a:spLocks noChangeArrowheads="1"/>
          </p:cNvSpPr>
          <p:nvPr/>
        </p:nvSpPr>
        <p:spPr bwMode="auto">
          <a:xfrm>
            <a:off x="2230937" y="3901907"/>
            <a:ext cx="358775" cy="359321"/>
          </a:xfrm>
          <a:prstGeom prst="ellipse">
            <a:avLst/>
          </a:prstGeom>
          <a:solidFill>
            <a:srgbClr val="00B050"/>
          </a:solidFill>
          <a:ln w="19050">
            <a:no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dirty="0"/>
              <a:t>1</a:t>
            </a:r>
          </a:p>
        </p:txBody>
      </p:sp>
      <p:sp>
        <p:nvSpPr>
          <p:cNvPr id="97" name="Oval 4"/>
          <p:cNvSpPr>
            <a:spLocks noChangeArrowheads="1"/>
          </p:cNvSpPr>
          <p:nvPr/>
        </p:nvSpPr>
        <p:spPr bwMode="auto">
          <a:xfrm>
            <a:off x="3961312" y="3989766"/>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2</a:t>
            </a:r>
          </a:p>
        </p:txBody>
      </p:sp>
      <p:sp>
        <p:nvSpPr>
          <p:cNvPr id="98" name="Oval 5"/>
          <p:cNvSpPr>
            <a:spLocks noChangeArrowheads="1"/>
          </p:cNvSpPr>
          <p:nvPr/>
        </p:nvSpPr>
        <p:spPr bwMode="auto">
          <a:xfrm>
            <a:off x="2230937" y="5099428"/>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3</a:t>
            </a:r>
          </a:p>
        </p:txBody>
      </p:sp>
      <p:sp>
        <p:nvSpPr>
          <p:cNvPr id="108" name="Oval 6"/>
          <p:cNvSpPr>
            <a:spLocks noChangeArrowheads="1"/>
          </p:cNvSpPr>
          <p:nvPr/>
        </p:nvSpPr>
        <p:spPr bwMode="auto">
          <a:xfrm>
            <a:off x="3929562" y="5110541"/>
            <a:ext cx="304800" cy="304800"/>
          </a:xfrm>
          <a:prstGeom prst="ellipse">
            <a:avLst/>
          </a:prstGeom>
          <a:solidFill>
            <a:schemeClr val="accent1"/>
          </a:solidFill>
          <a:ln w="19050">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t>4</a:t>
            </a:r>
          </a:p>
        </p:txBody>
      </p:sp>
      <p:sp>
        <p:nvSpPr>
          <p:cNvPr id="109" name="Line 7"/>
          <p:cNvSpPr>
            <a:spLocks noChangeShapeType="1"/>
          </p:cNvSpPr>
          <p:nvPr/>
        </p:nvSpPr>
        <p:spPr bwMode="auto">
          <a:xfrm>
            <a:off x="2403975" y="4261228"/>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0" name="Line 8"/>
          <p:cNvSpPr>
            <a:spLocks noChangeShapeType="1"/>
          </p:cNvSpPr>
          <p:nvPr/>
        </p:nvSpPr>
        <p:spPr bwMode="auto">
          <a:xfrm>
            <a:off x="2589712" y="4108828"/>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4" name="Line 9"/>
          <p:cNvSpPr>
            <a:spLocks noChangeShapeType="1"/>
          </p:cNvSpPr>
          <p:nvPr/>
        </p:nvSpPr>
        <p:spPr bwMode="auto">
          <a:xfrm>
            <a:off x="2524625" y="5251828"/>
            <a:ext cx="13716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5" name="Line 10"/>
          <p:cNvSpPr>
            <a:spLocks noChangeShapeType="1"/>
          </p:cNvSpPr>
          <p:nvPr/>
        </p:nvSpPr>
        <p:spPr bwMode="auto">
          <a:xfrm>
            <a:off x="4091487" y="4272341"/>
            <a:ext cx="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6" name="Line 11"/>
          <p:cNvSpPr>
            <a:spLocks noChangeShapeType="1"/>
          </p:cNvSpPr>
          <p:nvPr/>
        </p:nvSpPr>
        <p:spPr bwMode="auto">
          <a:xfrm>
            <a:off x="2567487" y="4205666"/>
            <a:ext cx="1371600" cy="9906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7" name="Line 12"/>
          <p:cNvSpPr>
            <a:spLocks noChangeShapeType="1"/>
          </p:cNvSpPr>
          <p:nvPr/>
        </p:nvSpPr>
        <p:spPr bwMode="auto">
          <a:xfrm flipV="1">
            <a:off x="2523037" y="4272341"/>
            <a:ext cx="1447800" cy="83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8" name="Text Box 13"/>
          <p:cNvSpPr txBox="1">
            <a:spLocks noChangeArrowheads="1"/>
          </p:cNvSpPr>
          <p:nvPr/>
        </p:nvSpPr>
        <p:spPr bwMode="auto">
          <a:xfrm>
            <a:off x="3095360" y="3670301"/>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t>30</a:t>
            </a:r>
          </a:p>
        </p:txBody>
      </p:sp>
      <p:sp>
        <p:nvSpPr>
          <p:cNvPr id="119" name="Text Box 14"/>
          <p:cNvSpPr txBox="1">
            <a:spLocks noChangeArrowheads="1"/>
          </p:cNvSpPr>
          <p:nvPr/>
        </p:nvSpPr>
        <p:spPr bwMode="auto">
          <a:xfrm>
            <a:off x="4037512" y="4489828"/>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10</a:t>
            </a:r>
          </a:p>
        </p:txBody>
      </p:sp>
      <p:sp>
        <p:nvSpPr>
          <p:cNvPr id="120" name="Text Box 15"/>
          <p:cNvSpPr txBox="1">
            <a:spLocks noChangeArrowheads="1"/>
          </p:cNvSpPr>
          <p:nvPr/>
        </p:nvSpPr>
        <p:spPr bwMode="auto">
          <a:xfrm>
            <a:off x="3046912" y="5220078"/>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20</a:t>
            </a:r>
          </a:p>
        </p:txBody>
      </p:sp>
      <p:sp>
        <p:nvSpPr>
          <p:cNvPr id="121" name="Text Box 16"/>
          <p:cNvSpPr txBox="1">
            <a:spLocks noChangeArrowheads="1"/>
          </p:cNvSpPr>
          <p:nvPr/>
        </p:nvSpPr>
        <p:spPr bwMode="auto">
          <a:xfrm>
            <a:off x="2350000" y="447395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6</a:t>
            </a:r>
          </a:p>
        </p:txBody>
      </p:sp>
      <p:sp>
        <p:nvSpPr>
          <p:cNvPr id="122" name="Text Box 17"/>
          <p:cNvSpPr txBox="1">
            <a:spLocks noChangeArrowheads="1"/>
          </p:cNvSpPr>
          <p:nvPr/>
        </p:nvSpPr>
        <p:spPr bwMode="auto">
          <a:xfrm>
            <a:off x="3626350" y="4359653"/>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5</a:t>
            </a:r>
          </a:p>
        </p:txBody>
      </p:sp>
      <p:sp>
        <p:nvSpPr>
          <p:cNvPr id="123" name="Text Box 18"/>
          <p:cNvSpPr txBox="1">
            <a:spLocks noChangeArrowheads="1"/>
          </p:cNvSpPr>
          <p:nvPr/>
        </p:nvSpPr>
        <p:spPr bwMode="auto">
          <a:xfrm>
            <a:off x="2589712" y="4337428"/>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a:t>4</a:t>
            </a:r>
          </a:p>
        </p:txBody>
      </p:sp>
      <p:sp>
        <p:nvSpPr>
          <p:cNvPr id="124" name="Oval 54"/>
          <p:cNvSpPr>
            <a:spLocks noChangeArrowheads="1"/>
          </p:cNvSpPr>
          <p:nvPr/>
        </p:nvSpPr>
        <p:spPr bwMode="auto">
          <a:xfrm>
            <a:off x="8548065" y="2668668"/>
            <a:ext cx="457200" cy="457200"/>
          </a:xfrm>
          <a:prstGeom prst="ellipse">
            <a:avLst/>
          </a:prstGeom>
          <a:solidFill>
            <a:srgbClr val="00B050"/>
          </a:solidFill>
          <a:ln w="19050">
            <a:noFill/>
            <a:miter lim="800000"/>
            <a:headEnd/>
            <a:tailEnd/>
          </a:ln>
        </p:spPr>
        <p:txBody>
          <a:bodyPr wrap="none" anchor="ctr"/>
          <a:lstStyle/>
          <a:p>
            <a:pPr algn="ctr">
              <a:spcBef>
                <a:spcPct val="0"/>
              </a:spcBef>
            </a:pPr>
            <a:r>
              <a:rPr kumimoji="1" lang="en-US" altLang="zh-CN" sz="2000" b="1" dirty="0">
                <a:latin typeface="Times New Roman" panose="02020603050405020304" pitchFamily="18" charset="0"/>
                <a:ea typeface="宋体" panose="02010600030101010101" pitchFamily="2" charset="-122"/>
              </a:rPr>
              <a:t>1</a:t>
            </a:r>
          </a:p>
        </p:txBody>
      </p:sp>
      <p:sp>
        <p:nvSpPr>
          <p:cNvPr id="125" name="Oval 55"/>
          <p:cNvSpPr>
            <a:spLocks noChangeArrowheads="1"/>
          </p:cNvSpPr>
          <p:nvPr/>
        </p:nvSpPr>
        <p:spPr bwMode="auto">
          <a:xfrm>
            <a:off x="7057759" y="358220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126" name="Oval 57"/>
          <p:cNvSpPr>
            <a:spLocks noChangeArrowheads="1"/>
          </p:cNvSpPr>
          <p:nvPr/>
        </p:nvSpPr>
        <p:spPr bwMode="auto">
          <a:xfrm>
            <a:off x="6673295" y="4226566"/>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127" name="Oval 61"/>
          <p:cNvSpPr>
            <a:spLocks noChangeArrowheads="1"/>
          </p:cNvSpPr>
          <p:nvPr/>
        </p:nvSpPr>
        <p:spPr bwMode="auto">
          <a:xfrm>
            <a:off x="6676185" y="4966088"/>
            <a:ext cx="457200" cy="457200"/>
          </a:xfrm>
          <a:prstGeom prst="ellipse">
            <a:avLst/>
          </a:prstGeom>
          <a:solidFill>
            <a:schemeClr val="accent1"/>
          </a:solidFill>
          <a:ln w="28575">
            <a:solidFill>
              <a:schemeClr val="accent2"/>
            </a:solidFill>
            <a:miter lim="800000"/>
            <a:headEnd/>
            <a:tailEnd/>
          </a:ln>
        </p:spPr>
        <p:txBody>
          <a:bodyPr wrap="none" anchor="ctr"/>
          <a:lstStyle/>
          <a:p>
            <a:pPr algn="ctr">
              <a:spcBef>
                <a:spcPct val="0"/>
              </a:spcBef>
            </a:pPr>
            <a:r>
              <a:rPr kumimoji="1" lang="en-US" altLang="zh-CN" sz="2400" b="1" dirty="0" smtClean="0">
                <a:latin typeface="Times New Roman" panose="02020603050405020304" pitchFamily="18" charset="0"/>
                <a:ea typeface="宋体" panose="02010600030101010101" pitchFamily="2" charset="-122"/>
              </a:rPr>
              <a:t>4</a:t>
            </a:r>
            <a:endParaRPr kumimoji="1" lang="en-US" altLang="zh-CN" sz="2400" b="1" dirty="0">
              <a:latin typeface="Times New Roman" panose="02020603050405020304" pitchFamily="18" charset="0"/>
              <a:ea typeface="宋体" panose="02010600030101010101" pitchFamily="2" charset="-122"/>
            </a:endParaRPr>
          </a:p>
        </p:txBody>
      </p:sp>
      <p:sp>
        <p:nvSpPr>
          <p:cNvPr id="128" name="Text Box 83"/>
          <p:cNvSpPr txBox="1">
            <a:spLocks noChangeArrowheads="1"/>
          </p:cNvSpPr>
          <p:nvPr/>
        </p:nvSpPr>
        <p:spPr bwMode="auto">
          <a:xfrm>
            <a:off x="6004665" y="3544750"/>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129" name="Text Box 84"/>
          <p:cNvSpPr txBox="1">
            <a:spLocks noChangeArrowheads="1"/>
          </p:cNvSpPr>
          <p:nvPr/>
        </p:nvSpPr>
        <p:spPr bwMode="auto">
          <a:xfrm>
            <a:off x="7202501" y="3176000"/>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=2</a:t>
            </a:r>
            <a:endParaRPr lang="zh-CN" altLang="en-US" sz="1600" b="1" dirty="0"/>
          </a:p>
        </p:txBody>
      </p:sp>
      <p:sp>
        <p:nvSpPr>
          <p:cNvPr id="130" name="Text Box 85"/>
          <p:cNvSpPr txBox="1">
            <a:spLocks noChangeArrowheads="1"/>
          </p:cNvSpPr>
          <p:nvPr/>
        </p:nvSpPr>
        <p:spPr bwMode="auto">
          <a:xfrm>
            <a:off x="6004665" y="4155145"/>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sp>
        <p:nvSpPr>
          <p:cNvPr id="131" name="Text Box 87"/>
          <p:cNvSpPr txBox="1">
            <a:spLocks noChangeArrowheads="1"/>
          </p:cNvSpPr>
          <p:nvPr/>
        </p:nvSpPr>
        <p:spPr bwMode="auto">
          <a:xfrm>
            <a:off x="5973141" y="4970036"/>
            <a:ext cx="467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4</a:t>
            </a:r>
            <a:endParaRPr lang="en-US" altLang="zh-CN" sz="2400" b="1" dirty="0">
              <a:solidFill>
                <a:schemeClr val="accent6">
                  <a:lumMod val="75000"/>
                </a:schemeClr>
              </a:solidFill>
            </a:endParaRPr>
          </a:p>
        </p:txBody>
      </p:sp>
      <p:cxnSp>
        <p:nvCxnSpPr>
          <p:cNvPr id="132" name="直接箭头连接符 131"/>
          <p:cNvCxnSpPr>
            <a:stCxn id="124" idx="3"/>
            <a:endCxn id="125" idx="7"/>
          </p:cNvCxnSpPr>
          <p:nvPr/>
        </p:nvCxnSpPr>
        <p:spPr>
          <a:xfrm flipH="1">
            <a:off x="7448004" y="3058913"/>
            <a:ext cx="1167016" cy="59024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a:stCxn id="126" idx="4"/>
            <a:endCxn id="127" idx="0"/>
          </p:cNvCxnSpPr>
          <p:nvPr/>
        </p:nvCxnSpPr>
        <p:spPr>
          <a:xfrm>
            <a:off x="6901895" y="4683766"/>
            <a:ext cx="2890" cy="28232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stCxn id="125" idx="3"/>
            <a:endCxn id="126" idx="0"/>
          </p:cNvCxnSpPr>
          <p:nvPr/>
        </p:nvCxnSpPr>
        <p:spPr>
          <a:xfrm flipH="1">
            <a:off x="6901895" y="3972446"/>
            <a:ext cx="222819" cy="25412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5" name="Text Box 84"/>
          <p:cNvSpPr txBox="1">
            <a:spLocks noChangeArrowheads="1"/>
          </p:cNvSpPr>
          <p:nvPr/>
        </p:nvSpPr>
        <p:spPr bwMode="auto">
          <a:xfrm>
            <a:off x="6517819" y="3770274"/>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136" name="Text Box 84"/>
          <p:cNvSpPr txBox="1">
            <a:spLocks noChangeArrowheads="1"/>
          </p:cNvSpPr>
          <p:nvPr/>
        </p:nvSpPr>
        <p:spPr bwMode="auto">
          <a:xfrm>
            <a:off x="6380153" y="462148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137" name="Oval 62"/>
          <p:cNvSpPr>
            <a:spLocks noChangeArrowheads="1"/>
          </p:cNvSpPr>
          <p:nvPr/>
        </p:nvSpPr>
        <p:spPr bwMode="auto">
          <a:xfrm>
            <a:off x="7392690" y="422657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cxnSp>
        <p:nvCxnSpPr>
          <p:cNvPr id="138" name="直接箭头连接符 137"/>
          <p:cNvCxnSpPr>
            <a:stCxn id="137" idx="4"/>
            <a:endCxn id="139" idx="0"/>
          </p:cNvCxnSpPr>
          <p:nvPr/>
        </p:nvCxnSpPr>
        <p:spPr>
          <a:xfrm>
            <a:off x="7621290" y="4683778"/>
            <a:ext cx="3504" cy="28821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9" name="Oval 62"/>
          <p:cNvSpPr>
            <a:spLocks noChangeArrowheads="1"/>
          </p:cNvSpPr>
          <p:nvPr/>
        </p:nvSpPr>
        <p:spPr bwMode="auto">
          <a:xfrm>
            <a:off x="7396194" y="497199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140" name="Text Box 84"/>
          <p:cNvSpPr txBox="1">
            <a:spLocks noChangeArrowheads="1"/>
          </p:cNvSpPr>
          <p:nvPr/>
        </p:nvSpPr>
        <p:spPr bwMode="auto">
          <a:xfrm>
            <a:off x="7118178" y="4616355"/>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141" name="Text Box 83"/>
          <p:cNvSpPr txBox="1">
            <a:spLocks noChangeArrowheads="1"/>
          </p:cNvSpPr>
          <p:nvPr/>
        </p:nvSpPr>
        <p:spPr bwMode="auto">
          <a:xfrm>
            <a:off x="6013978" y="2646616"/>
            <a:ext cx="1556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1</a:t>
            </a:r>
            <a:r>
              <a:rPr lang="en-US" altLang="zh-CN" sz="2400" b="1" dirty="0" smtClean="0">
                <a:solidFill>
                  <a:schemeClr val="accent6">
                    <a:lumMod val="75000"/>
                  </a:schemeClr>
                </a:solidFill>
              </a:rPr>
              <a:t>=1,t=1</a:t>
            </a:r>
            <a:endParaRPr lang="en-US" altLang="zh-CN" sz="2400" b="1" dirty="0">
              <a:solidFill>
                <a:schemeClr val="accent6">
                  <a:lumMod val="75000"/>
                </a:schemeClr>
              </a:solidFill>
            </a:endParaRPr>
          </a:p>
        </p:txBody>
      </p:sp>
      <p:sp>
        <p:nvSpPr>
          <p:cNvPr id="142" name="Text Box 99"/>
          <p:cNvSpPr txBox="1">
            <a:spLocks noChangeArrowheads="1"/>
          </p:cNvSpPr>
          <p:nvPr/>
        </p:nvSpPr>
        <p:spPr bwMode="auto">
          <a:xfrm>
            <a:off x="6865456" y="3463694"/>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30</a:t>
            </a:r>
            <a:endParaRPr lang="zh-CN" altLang="en-US" sz="1400" b="1" dirty="0">
              <a:solidFill>
                <a:srgbClr val="FFFF00"/>
              </a:solidFill>
            </a:endParaRPr>
          </a:p>
        </p:txBody>
      </p:sp>
      <p:sp>
        <p:nvSpPr>
          <p:cNvPr id="143" name="Text Box 99"/>
          <p:cNvSpPr txBox="1">
            <a:spLocks noChangeArrowheads="1"/>
          </p:cNvSpPr>
          <p:nvPr/>
        </p:nvSpPr>
        <p:spPr bwMode="auto">
          <a:xfrm>
            <a:off x="6531575" y="4067970"/>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35</a:t>
            </a:r>
            <a:endParaRPr lang="zh-CN" altLang="en-US" sz="1400" b="1" dirty="0">
              <a:solidFill>
                <a:srgbClr val="FFFF00"/>
              </a:solidFill>
            </a:endParaRPr>
          </a:p>
        </p:txBody>
      </p:sp>
      <p:sp>
        <p:nvSpPr>
          <p:cNvPr id="144" name="Text Box 99"/>
          <p:cNvSpPr txBox="1">
            <a:spLocks noChangeArrowheads="1"/>
          </p:cNvSpPr>
          <p:nvPr/>
        </p:nvSpPr>
        <p:spPr bwMode="auto">
          <a:xfrm>
            <a:off x="6517641" y="496050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a:solidFill>
                  <a:srgbClr val="FFFF00"/>
                </a:solidFill>
              </a:rPr>
              <a:t>5</a:t>
            </a:r>
            <a:r>
              <a:rPr lang="en-US" altLang="zh-CN" sz="1400" b="1" dirty="0" smtClean="0">
                <a:solidFill>
                  <a:srgbClr val="FFFF00"/>
                </a:solidFill>
              </a:rPr>
              <a:t>5</a:t>
            </a:r>
            <a:endParaRPr lang="zh-CN" altLang="en-US" sz="1400" b="1" dirty="0">
              <a:solidFill>
                <a:srgbClr val="FFFF00"/>
              </a:solidFill>
            </a:endParaRPr>
          </a:p>
        </p:txBody>
      </p:sp>
      <p:sp>
        <p:nvSpPr>
          <p:cNvPr id="145" name="Text Box 127"/>
          <p:cNvSpPr txBox="1">
            <a:spLocks noChangeArrowheads="1"/>
          </p:cNvSpPr>
          <p:nvPr/>
        </p:nvSpPr>
        <p:spPr bwMode="auto">
          <a:xfrm>
            <a:off x="6818979" y="6182524"/>
            <a:ext cx="269131" cy="234950"/>
          </a:xfrm>
          <a:prstGeom prst="rect">
            <a:avLst/>
          </a:prstGeom>
          <a:solidFill>
            <a:srgbClr val="00B050"/>
          </a:solidFill>
          <a:ln>
            <a:noFill/>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146" name="Text Box 128"/>
          <p:cNvSpPr txBox="1">
            <a:spLocks noChangeArrowheads="1"/>
          </p:cNvSpPr>
          <p:nvPr/>
        </p:nvSpPr>
        <p:spPr bwMode="auto">
          <a:xfrm>
            <a:off x="7014317" y="6118379"/>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当前最优解</a:t>
            </a:r>
          </a:p>
        </p:txBody>
      </p:sp>
      <p:sp>
        <p:nvSpPr>
          <p:cNvPr id="147" name="Text Box 127"/>
          <p:cNvSpPr txBox="1">
            <a:spLocks noChangeArrowheads="1"/>
          </p:cNvSpPr>
          <p:nvPr/>
        </p:nvSpPr>
        <p:spPr bwMode="auto">
          <a:xfrm>
            <a:off x="6721103" y="5786056"/>
            <a:ext cx="361583" cy="237255"/>
          </a:xfrm>
          <a:prstGeom prst="rect">
            <a:avLst/>
          </a:prstGeom>
          <a:solidFill>
            <a:srgbClr val="00B050"/>
          </a:solidFill>
          <a:ln>
            <a:noFill/>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t>59</a:t>
            </a:r>
            <a:endParaRPr lang="zh-CN" altLang="en-US" sz="1400" b="1" dirty="0"/>
          </a:p>
        </p:txBody>
      </p:sp>
      <p:cxnSp>
        <p:nvCxnSpPr>
          <p:cNvPr id="148" name="直接箭头连接符 147"/>
          <p:cNvCxnSpPr>
            <a:stCxn id="127" idx="4"/>
            <a:endCxn id="147" idx="0"/>
          </p:cNvCxnSpPr>
          <p:nvPr/>
        </p:nvCxnSpPr>
        <p:spPr>
          <a:xfrm flipH="1">
            <a:off x="6901895" y="5423288"/>
            <a:ext cx="2890" cy="36276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9" name="Text Box 84"/>
          <p:cNvSpPr txBox="1">
            <a:spLocks noChangeArrowheads="1"/>
          </p:cNvSpPr>
          <p:nvPr/>
        </p:nvSpPr>
        <p:spPr bwMode="auto">
          <a:xfrm>
            <a:off x="6416553" y="5413329"/>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150" name="直接箭头连接符 149"/>
          <p:cNvCxnSpPr>
            <a:stCxn id="124" idx="4"/>
            <a:endCxn id="169" idx="0"/>
          </p:cNvCxnSpPr>
          <p:nvPr/>
        </p:nvCxnSpPr>
        <p:spPr>
          <a:xfrm flipH="1">
            <a:off x="8772183" y="3125868"/>
            <a:ext cx="4482" cy="429910"/>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a:stCxn id="124" idx="5"/>
            <a:endCxn id="197" idx="1"/>
          </p:cNvCxnSpPr>
          <p:nvPr/>
        </p:nvCxnSpPr>
        <p:spPr>
          <a:xfrm>
            <a:off x="8938310" y="3058913"/>
            <a:ext cx="1149078" cy="555024"/>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a:stCxn id="125" idx="5"/>
            <a:endCxn id="137" idx="0"/>
          </p:cNvCxnSpPr>
          <p:nvPr/>
        </p:nvCxnSpPr>
        <p:spPr>
          <a:xfrm>
            <a:off x="7448004" y="3972446"/>
            <a:ext cx="173286" cy="25413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3" name="曲线连接符 152"/>
          <p:cNvCxnSpPr/>
          <p:nvPr/>
        </p:nvCxnSpPr>
        <p:spPr>
          <a:xfrm rot="10800000">
            <a:off x="6625802" y="4455166"/>
            <a:ext cx="2890" cy="739522"/>
          </a:xfrm>
          <a:prstGeom prst="curvedConnector3">
            <a:avLst>
              <a:gd name="adj1" fmla="val 80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25" idx="5"/>
            <a:endCxn id="137" idx="0"/>
          </p:cNvCxnSpPr>
          <p:nvPr/>
        </p:nvCxnSpPr>
        <p:spPr>
          <a:xfrm>
            <a:off x="7448004" y="3972446"/>
            <a:ext cx="173286" cy="2541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5" name="Text Box 84"/>
          <p:cNvSpPr txBox="1">
            <a:spLocks noChangeArrowheads="1"/>
          </p:cNvSpPr>
          <p:nvPr/>
        </p:nvSpPr>
        <p:spPr bwMode="auto">
          <a:xfrm>
            <a:off x="7405165" y="383004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156" name="Text Box 99"/>
          <p:cNvSpPr txBox="1">
            <a:spLocks noChangeArrowheads="1"/>
          </p:cNvSpPr>
          <p:nvPr/>
        </p:nvSpPr>
        <p:spPr bwMode="auto">
          <a:xfrm>
            <a:off x="7216532" y="415256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smtClean="0">
                <a:solidFill>
                  <a:srgbClr val="FFFF00"/>
                </a:solidFill>
              </a:rPr>
              <a:t>40</a:t>
            </a:r>
            <a:endParaRPr lang="zh-CN" altLang="en-US" sz="1400" b="1" dirty="0">
              <a:solidFill>
                <a:srgbClr val="FFFF00"/>
              </a:solidFill>
            </a:endParaRPr>
          </a:p>
        </p:txBody>
      </p:sp>
      <p:sp>
        <p:nvSpPr>
          <p:cNvPr id="157" name="Text Box 99"/>
          <p:cNvSpPr txBox="1">
            <a:spLocks noChangeArrowheads="1"/>
          </p:cNvSpPr>
          <p:nvPr/>
        </p:nvSpPr>
        <p:spPr bwMode="auto">
          <a:xfrm>
            <a:off x="7787037" y="4878450"/>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400" b="1" dirty="0">
                <a:solidFill>
                  <a:srgbClr val="FFFF00"/>
                </a:solidFill>
              </a:rPr>
              <a:t>6</a:t>
            </a:r>
            <a:r>
              <a:rPr lang="en-US" altLang="zh-CN" sz="1400" b="1" dirty="0" smtClean="0">
                <a:solidFill>
                  <a:srgbClr val="FFFF00"/>
                </a:solidFill>
              </a:rPr>
              <a:t>0</a:t>
            </a:r>
            <a:endParaRPr lang="zh-CN" altLang="en-US" sz="1400" b="1" dirty="0">
              <a:solidFill>
                <a:srgbClr val="FFFF00"/>
              </a:solidFill>
            </a:endParaRPr>
          </a:p>
        </p:txBody>
      </p:sp>
      <p:sp>
        <p:nvSpPr>
          <p:cNvPr id="158" name="Text Box 127"/>
          <p:cNvSpPr txBox="1">
            <a:spLocks noChangeArrowheads="1"/>
          </p:cNvSpPr>
          <p:nvPr/>
        </p:nvSpPr>
        <p:spPr bwMode="auto">
          <a:xfrm>
            <a:off x="7442250" y="5786056"/>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159" name="直接箭头连接符 158"/>
          <p:cNvCxnSpPr>
            <a:stCxn id="139" idx="4"/>
            <a:endCxn id="158" idx="0"/>
          </p:cNvCxnSpPr>
          <p:nvPr/>
        </p:nvCxnSpPr>
        <p:spPr>
          <a:xfrm flipH="1">
            <a:off x="7623042" y="5429195"/>
            <a:ext cx="1752" cy="3568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0" name="Text Box 84"/>
          <p:cNvSpPr txBox="1">
            <a:spLocks noChangeArrowheads="1"/>
          </p:cNvSpPr>
          <p:nvPr/>
        </p:nvSpPr>
        <p:spPr bwMode="auto">
          <a:xfrm>
            <a:off x="7162332" y="5413329"/>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sp>
        <p:nvSpPr>
          <p:cNvPr id="161" name="Text Box 129"/>
          <p:cNvSpPr txBox="1">
            <a:spLocks noChangeArrowheads="1"/>
          </p:cNvSpPr>
          <p:nvPr/>
        </p:nvSpPr>
        <p:spPr bwMode="auto">
          <a:xfrm>
            <a:off x="10077597" y="6199998"/>
            <a:ext cx="210798" cy="234950"/>
          </a:xfrm>
          <a:prstGeom prst="rect">
            <a:avLst/>
          </a:prstGeom>
          <a:solidFill>
            <a:srgbClr val="00B0F0"/>
          </a:solidFill>
          <a:ln w="9525">
            <a:noFill/>
            <a:miter lim="800000"/>
            <a:headEnd/>
            <a:tailEnd/>
          </a:ln>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162" name="Text Box 130"/>
          <p:cNvSpPr txBox="1">
            <a:spLocks noChangeArrowheads="1"/>
          </p:cNvSpPr>
          <p:nvPr/>
        </p:nvSpPr>
        <p:spPr bwMode="auto">
          <a:xfrm>
            <a:off x="10185001" y="6118380"/>
            <a:ext cx="874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可行解</a:t>
            </a:r>
          </a:p>
        </p:txBody>
      </p:sp>
      <p:sp>
        <p:nvSpPr>
          <p:cNvPr id="163" name="Text Box 131"/>
          <p:cNvSpPr txBox="1">
            <a:spLocks noChangeArrowheads="1"/>
          </p:cNvSpPr>
          <p:nvPr/>
        </p:nvSpPr>
        <p:spPr bwMode="auto">
          <a:xfrm>
            <a:off x="8372761" y="6197060"/>
            <a:ext cx="235075" cy="2349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10800" rIns="18000" bIns="10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400" b="1">
              <a:solidFill>
                <a:srgbClr val="FF3300"/>
              </a:solidFill>
            </a:endParaRPr>
          </a:p>
        </p:txBody>
      </p:sp>
      <p:sp>
        <p:nvSpPr>
          <p:cNvPr id="164" name="Text Box 132"/>
          <p:cNvSpPr txBox="1">
            <a:spLocks noChangeArrowheads="1"/>
          </p:cNvSpPr>
          <p:nvPr/>
        </p:nvSpPr>
        <p:spPr bwMode="auto">
          <a:xfrm>
            <a:off x="8534043" y="6124729"/>
            <a:ext cx="1565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b="1" dirty="0">
                <a:ea typeface="楷体_GB2312" pitchFamily="49" charset="-122"/>
              </a:rPr>
              <a:t>中间计算结果</a:t>
            </a:r>
          </a:p>
        </p:txBody>
      </p:sp>
      <p:cxnSp>
        <p:nvCxnSpPr>
          <p:cNvPr id="165" name="曲线连接符 164"/>
          <p:cNvCxnSpPr/>
          <p:nvPr/>
        </p:nvCxnSpPr>
        <p:spPr>
          <a:xfrm rot="10800000">
            <a:off x="7375598" y="4455179"/>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曲线连接符 165"/>
          <p:cNvCxnSpPr/>
          <p:nvPr/>
        </p:nvCxnSpPr>
        <p:spPr>
          <a:xfrm flipH="1" flipV="1">
            <a:off x="7881599" y="3701842"/>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p:cNvCxnSpPr>
            <a:stCxn id="124" idx="4"/>
            <a:endCxn id="169" idx="0"/>
          </p:cNvCxnSpPr>
          <p:nvPr/>
        </p:nvCxnSpPr>
        <p:spPr>
          <a:xfrm flipH="1">
            <a:off x="8772183" y="3125868"/>
            <a:ext cx="4482" cy="42991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8" name="Text Box 84"/>
          <p:cNvSpPr txBox="1">
            <a:spLocks noChangeArrowheads="1"/>
          </p:cNvSpPr>
          <p:nvPr/>
        </p:nvSpPr>
        <p:spPr bwMode="auto">
          <a:xfrm>
            <a:off x="8245359" y="315126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=3</a:t>
            </a:r>
            <a:endParaRPr lang="zh-CN" altLang="en-US" sz="1600" b="1" dirty="0"/>
          </a:p>
        </p:txBody>
      </p:sp>
      <p:sp>
        <p:nvSpPr>
          <p:cNvPr id="169" name="Oval 57"/>
          <p:cNvSpPr>
            <a:spLocks noChangeArrowheads="1"/>
          </p:cNvSpPr>
          <p:nvPr/>
        </p:nvSpPr>
        <p:spPr bwMode="auto">
          <a:xfrm>
            <a:off x="8543583" y="3555778"/>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170" name="Text Box 99"/>
          <p:cNvSpPr txBox="1">
            <a:spLocks noChangeArrowheads="1"/>
          </p:cNvSpPr>
          <p:nvPr/>
        </p:nvSpPr>
        <p:spPr bwMode="auto">
          <a:xfrm>
            <a:off x="8378114" y="343153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6</a:t>
            </a:r>
            <a:endParaRPr lang="zh-CN" altLang="en-US" sz="1400" b="1" dirty="0">
              <a:solidFill>
                <a:srgbClr val="FFFF00"/>
              </a:solidFill>
            </a:endParaRPr>
          </a:p>
        </p:txBody>
      </p:sp>
      <p:cxnSp>
        <p:nvCxnSpPr>
          <p:cNvPr id="171" name="直接箭头连接符 170"/>
          <p:cNvCxnSpPr>
            <a:stCxn id="169" idx="3"/>
            <a:endCxn id="173" idx="0"/>
          </p:cNvCxnSpPr>
          <p:nvPr/>
        </p:nvCxnSpPr>
        <p:spPr>
          <a:xfrm flipH="1">
            <a:off x="8491263" y="3946023"/>
            <a:ext cx="119275" cy="25449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2" name="Text Box 84"/>
          <p:cNvSpPr txBox="1">
            <a:spLocks noChangeArrowheads="1"/>
          </p:cNvSpPr>
          <p:nvPr/>
        </p:nvSpPr>
        <p:spPr bwMode="auto">
          <a:xfrm>
            <a:off x="8096382" y="3837457"/>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173" name="Oval 55"/>
          <p:cNvSpPr>
            <a:spLocks noChangeArrowheads="1"/>
          </p:cNvSpPr>
          <p:nvPr/>
        </p:nvSpPr>
        <p:spPr bwMode="auto">
          <a:xfrm>
            <a:off x="8262663" y="420051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cxnSp>
        <p:nvCxnSpPr>
          <p:cNvPr id="174" name="直接箭头连接符 173"/>
          <p:cNvCxnSpPr>
            <a:stCxn id="169" idx="5"/>
            <a:endCxn id="186" idx="0"/>
          </p:cNvCxnSpPr>
          <p:nvPr/>
        </p:nvCxnSpPr>
        <p:spPr>
          <a:xfrm>
            <a:off x="8933828" y="3946023"/>
            <a:ext cx="236731" cy="23569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5" name="Text Box 99"/>
          <p:cNvSpPr txBox="1">
            <a:spLocks noChangeArrowheads="1"/>
          </p:cNvSpPr>
          <p:nvPr/>
        </p:nvSpPr>
        <p:spPr bwMode="auto">
          <a:xfrm>
            <a:off x="8610662" y="4132983"/>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11</a:t>
            </a:r>
            <a:endParaRPr lang="zh-CN" altLang="en-US" sz="1400" b="1" dirty="0">
              <a:solidFill>
                <a:srgbClr val="FFFF00"/>
              </a:solidFill>
            </a:endParaRPr>
          </a:p>
        </p:txBody>
      </p:sp>
      <p:cxnSp>
        <p:nvCxnSpPr>
          <p:cNvPr id="176" name="直接箭头连接符 175"/>
          <p:cNvCxnSpPr>
            <a:stCxn id="173" idx="4"/>
            <a:endCxn id="178" idx="0"/>
          </p:cNvCxnSpPr>
          <p:nvPr/>
        </p:nvCxnSpPr>
        <p:spPr>
          <a:xfrm>
            <a:off x="8491263" y="4657714"/>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7" name="Text Box 84"/>
          <p:cNvSpPr txBox="1">
            <a:spLocks noChangeArrowheads="1"/>
          </p:cNvSpPr>
          <p:nvPr/>
        </p:nvSpPr>
        <p:spPr bwMode="auto">
          <a:xfrm>
            <a:off x="7975981" y="4621043"/>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=4</a:t>
            </a:r>
            <a:endParaRPr lang="zh-CN" altLang="en-US" sz="1600" b="1" dirty="0"/>
          </a:p>
        </p:txBody>
      </p:sp>
      <p:sp>
        <p:nvSpPr>
          <p:cNvPr id="178" name="Oval 62"/>
          <p:cNvSpPr>
            <a:spLocks noChangeArrowheads="1"/>
          </p:cNvSpPr>
          <p:nvPr/>
        </p:nvSpPr>
        <p:spPr bwMode="auto">
          <a:xfrm>
            <a:off x="8262858" y="496777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179" name="Text Box 99"/>
          <p:cNvSpPr txBox="1">
            <a:spLocks noChangeArrowheads="1"/>
          </p:cNvSpPr>
          <p:nvPr/>
        </p:nvSpPr>
        <p:spPr bwMode="auto">
          <a:xfrm>
            <a:off x="8609974" y="482850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1</a:t>
            </a:r>
            <a:endParaRPr lang="zh-CN" altLang="en-US" sz="1400" b="1" dirty="0">
              <a:solidFill>
                <a:srgbClr val="FFFF00"/>
              </a:solidFill>
            </a:endParaRPr>
          </a:p>
        </p:txBody>
      </p:sp>
      <p:sp>
        <p:nvSpPr>
          <p:cNvPr id="180" name="Text Box 127"/>
          <p:cNvSpPr txBox="1">
            <a:spLocks noChangeArrowheads="1"/>
          </p:cNvSpPr>
          <p:nvPr/>
        </p:nvSpPr>
        <p:spPr bwMode="auto">
          <a:xfrm>
            <a:off x="8310599" y="5780512"/>
            <a:ext cx="361583" cy="237255"/>
          </a:xfrm>
          <a:prstGeom prst="rect">
            <a:avLst/>
          </a:prstGeom>
          <a:solidFill>
            <a:srgbClr val="00B050"/>
          </a:solidFill>
          <a:ln>
            <a:noFill/>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25</a:t>
            </a:r>
            <a:endParaRPr lang="zh-CN" altLang="en-US" dirty="0">
              <a:solidFill>
                <a:schemeClr val="tx1"/>
              </a:solidFill>
            </a:endParaRPr>
          </a:p>
        </p:txBody>
      </p:sp>
      <p:cxnSp>
        <p:nvCxnSpPr>
          <p:cNvPr id="181" name="直接箭头连接符 180"/>
          <p:cNvCxnSpPr>
            <a:stCxn id="178" idx="4"/>
            <a:endCxn id="180" idx="0"/>
          </p:cNvCxnSpPr>
          <p:nvPr/>
        </p:nvCxnSpPr>
        <p:spPr>
          <a:xfrm flipH="1">
            <a:off x="8491391" y="5424972"/>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2" name="Text Box 84"/>
          <p:cNvSpPr txBox="1">
            <a:spLocks noChangeArrowheads="1"/>
          </p:cNvSpPr>
          <p:nvPr/>
        </p:nvSpPr>
        <p:spPr bwMode="auto">
          <a:xfrm>
            <a:off x="8030681" y="5407785"/>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183" name="曲线连接符 182"/>
          <p:cNvCxnSpPr/>
          <p:nvPr/>
        </p:nvCxnSpPr>
        <p:spPr>
          <a:xfrm rot="10800000">
            <a:off x="8214778" y="4441364"/>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接箭头连接符 183"/>
          <p:cNvCxnSpPr>
            <a:stCxn id="185" idx="1"/>
            <a:endCxn id="186" idx="0"/>
          </p:cNvCxnSpPr>
          <p:nvPr/>
        </p:nvCxnSpPr>
        <p:spPr>
          <a:xfrm>
            <a:off x="8915573" y="3970396"/>
            <a:ext cx="254986" cy="21131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5" name="Text Box 84"/>
          <p:cNvSpPr txBox="1">
            <a:spLocks noChangeArrowheads="1"/>
          </p:cNvSpPr>
          <p:nvPr/>
        </p:nvSpPr>
        <p:spPr bwMode="auto">
          <a:xfrm>
            <a:off x="8915573" y="3801119"/>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=4</a:t>
            </a:r>
            <a:endParaRPr lang="zh-CN" altLang="en-US" sz="1600" b="1" dirty="0"/>
          </a:p>
        </p:txBody>
      </p:sp>
      <p:sp>
        <p:nvSpPr>
          <p:cNvPr id="186" name="Oval 62"/>
          <p:cNvSpPr>
            <a:spLocks noChangeArrowheads="1"/>
          </p:cNvSpPr>
          <p:nvPr/>
        </p:nvSpPr>
        <p:spPr bwMode="auto">
          <a:xfrm>
            <a:off x="8941959" y="4181715"/>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187" name="Text Box 99"/>
          <p:cNvSpPr txBox="1">
            <a:spLocks noChangeArrowheads="1"/>
          </p:cNvSpPr>
          <p:nvPr/>
        </p:nvSpPr>
        <p:spPr bwMode="auto">
          <a:xfrm>
            <a:off x="9345929" y="4133891"/>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2</a:t>
            </a:r>
            <a:r>
              <a:rPr lang="en-US" altLang="zh-CN" sz="1400" b="1" dirty="0" smtClean="0">
                <a:solidFill>
                  <a:srgbClr val="FFFF00"/>
                </a:solidFill>
              </a:rPr>
              <a:t>6</a:t>
            </a:r>
            <a:endParaRPr lang="zh-CN" altLang="en-US" sz="1400" b="1" dirty="0">
              <a:solidFill>
                <a:srgbClr val="FFFF00"/>
              </a:solidFill>
            </a:endParaRPr>
          </a:p>
        </p:txBody>
      </p:sp>
      <p:cxnSp>
        <p:nvCxnSpPr>
          <p:cNvPr id="188" name="直接箭头连接符 187"/>
          <p:cNvCxnSpPr>
            <a:stCxn id="186" idx="4"/>
            <a:endCxn id="190" idx="0"/>
          </p:cNvCxnSpPr>
          <p:nvPr/>
        </p:nvCxnSpPr>
        <p:spPr>
          <a:xfrm flipH="1">
            <a:off x="9169692" y="4638915"/>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9" name="Text Box 84"/>
          <p:cNvSpPr txBox="1">
            <a:spLocks noChangeArrowheads="1"/>
          </p:cNvSpPr>
          <p:nvPr/>
        </p:nvSpPr>
        <p:spPr bwMode="auto">
          <a:xfrm>
            <a:off x="8822340" y="456431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190" name="Oval 55"/>
          <p:cNvSpPr>
            <a:spLocks noChangeArrowheads="1"/>
          </p:cNvSpPr>
          <p:nvPr/>
        </p:nvSpPr>
        <p:spPr bwMode="auto">
          <a:xfrm>
            <a:off x="8941092" y="4974880"/>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191" name="Text Box 99"/>
          <p:cNvSpPr txBox="1">
            <a:spLocks noChangeArrowheads="1"/>
          </p:cNvSpPr>
          <p:nvPr/>
        </p:nvSpPr>
        <p:spPr bwMode="auto">
          <a:xfrm>
            <a:off x="9300946" y="4841209"/>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36</a:t>
            </a:r>
            <a:endParaRPr lang="zh-CN" altLang="en-US" sz="1400" b="1" dirty="0">
              <a:solidFill>
                <a:srgbClr val="FFFF00"/>
              </a:solidFill>
            </a:endParaRPr>
          </a:p>
        </p:txBody>
      </p:sp>
      <p:sp>
        <p:nvSpPr>
          <p:cNvPr id="192" name="Text Box 127"/>
          <p:cNvSpPr txBox="1">
            <a:spLocks noChangeArrowheads="1"/>
          </p:cNvSpPr>
          <p:nvPr/>
        </p:nvSpPr>
        <p:spPr bwMode="auto">
          <a:xfrm>
            <a:off x="8992410" y="5780512"/>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spcBef>
                <a:spcPct val="0"/>
              </a:spcBef>
              <a:buFontTx/>
              <a:buNone/>
              <a:defRPr kumimoji="1" sz="1400" b="1">
                <a:solidFill>
                  <a:srgbClr val="FF3300"/>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pPr algn="ctr"/>
            <a:r>
              <a:rPr lang="en-US" altLang="zh-CN" dirty="0">
                <a:solidFill>
                  <a:schemeClr val="tx1"/>
                </a:solidFill>
              </a:rPr>
              <a:t>66</a:t>
            </a:r>
            <a:endParaRPr lang="zh-CN" altLang="en-US" dirty="0">
              <a:solidFill>
                <a:schemeClr val="tx1"/>
              </a:solidFill>
            </a:endParaRPr>
          </a:p>
        </p:txBody>
      </p:sp>
      <p:cxnSp>
        <p:nvCxnSpPr>
          <p:cNvPr id="193" name="直接箭头连接符 192"/>
          <p:cNvCxnSpPr>
            <a:stCxn id="190" idx="4"/>
            <a:endCxn id="192" idx="0"/>
          </p:cNvCxnSpPr>
          <p:nvPr/>
        </p:nvCxnSpPr>
        <p:spPr>
          <a:xfrm>
            <a:off x="9169692" y="5432080"/>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4" name="Text Box 84"/>
          <p:cNvSpPr txBox="1">
            <a:spLocks noChangeArrowheads="1"/>
          </p:cNvSpPr>
          <p:nvPr/>
        </p:nvSpPr>
        <p:spPr bwMode="auto">
          <a:xfrm>
            <a:off x="8712492" y="5407785"/>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195" name="直接箭头连接符 194"/>
          <p:cNvCxnSpPr>
            <a:stCxn id="124" idx="5"/>
            <a:endCxn id="197" idx="1"/>
          </p:cNvCxnSpPr>
          <p:nvPr/>
        </p:nvCxnSpPr>
        <p:spPr>
          <a:xfrm>
            <a:off x="8938310" y="3058913"/>
            <a:ext cx="1149078" cy="5550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6" name="Text Box 84"/>
          <p:cNvSpPr txBox="1">
            <a:spLocks noChangeArrowheads="1"/>
          </p:cNvSpPr>
          <p:nvPr/>
        </p:nvSpPr>
        <p:spPr bwMode="auto">
          <a:xfrm>
            <a:off x="9169692" y="314102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2</a:t>
            </a:r>
            <a:r>
              <a:rPr lang="en-US" altLang="zh-CN" sz="1600" b="1" dirty="0" smtClean="0"/>
              <a:t>=4</a:t>
            </a:r>
            <a:endParaRPr lang="zh-CN" altLang="en-US" sz="1600" b="1" dirty="0"/>
          </a:p>
        </p:txBody>
      </p:sp>
      <p:sp>
        <p:nvSpPr>
          <p:cNvPr id="197" name="Oval 62"/>
          <p:cNvSpPr>
            <a:spLocks noChangeArrowheads="1"/>
          </p:cNvSpPr>
          <p:nvPr/>
        </p:nvSpPr>
        <p:spPr bwMode="auto">
          <a:xfrm>
            <a:off x="10020433" y="3546982"/>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4</a:t>
            </a:r>
          </a:p>
        </p:txBody>
      </p:sp>
      <p:sp>
        <p:nvSpPr>
          <p:cNvPr id="198" name="Text Box 99"/>
          <p:cNvSpPr txBox="1">
            <a:spLocks noChangeArrowheads="1"/>
          </p:cNvSpPr>
          <p:nvPr/>
        </p:nvSpPr>
        <p:spPr bwMode="auto">
          <a:xfrm>
            <a:off x="9775982" y="361778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a:solidFill>
                  <a:srgbClr val="FFFF00"/>
                </a:solidFill>
              </a:rPr>
              <a:t>4</a:t>
            </a:r>
            <a:endParaRPr lang="zh-CN" altLang="en-US" sz="1400" b="1" dirty="0">
              <a:solidFill>
                <a:srgbClr val="FFFF00"/>
              </a:solidFill>
            </a:endParaRPr>
          </a:p>
        </p:txBody>
      </p:sp>
      <p:cxnSp>
        <p:nvCxnSpPr>
          <p:cNvPr id="199" name="曲线连接符 198"/>
          <p:cNvCxnSpPr/>
          <p:nvPr/>
        </p:nvCxnSpPr>
        <p:spPr>
          <a:xfrm flipH="1" flipV="1">
            <a:off x="9413685" y="3726260"/>
            <a:ext cx="2890" cy="739522"/>
          </a:xfrm>
          <a:prstGeom prst="curvedConnector3">
            <a:avLst>
              <a:gd name="adj1" fmla="val -791003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曲线连接符 199"/>
          <p:cNvCxnSpPr/>
          <p:nvPr/>
        </p:nvCxnSpPr>
        <p:spPr>
          <a:xfrm rot="10800000">
            <a:off x="8931983" y="4466202"/>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a:endCxn id="203" idx="0"/>
          </p:cNvCxnSpPr>
          <p:nvPr/>
        </p:nvCxnSpPr>
        <p:spPr>
          <a:xfrm flipH="1">
            <a:off x="9965074" y="3948952"/>
            <a:ext cx="119275" cy="25449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2" name="Text Box 84"/>
          <p:cNvSpPr txBox="1">
            <a:spLocks noChangeArrowheads="1"/>
          </p:cNvSpPr>
          <p:nvPr/>
        </p:nvSpPr>
        <p:spPr bwMode="auto">
          <a:xfrm>
            <a:off x="9570193" y="3840386"/>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=3</a:t>
            </a:r>
            <a:endParaRPr lang="zh-CN" altLang="en-US" sz="1600" b="1" dirty="0"/>
          </a:p>
        </p:txBody>
      </p:sp>
      <p:sp>
        <p:nvSpPr>
          <p:cNvPr id="203" name="Oval 55"/>
          <p:cNvSpPr>
            <a:spLocks noChangeArrowheads="1"/>
          </p:cNvSpPr>
          <p:nvPr/>
        </p:nvSpPr>
        <p:spPr bwMode="auto">
          <a:xfrm>
            <a:off x="9736474" y="4203443"/>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a:t>3</a:t>
            </a:r>
          </a:p>
        </p:txBody>
      </p:sp>
      <p:cxnSp>
        <p:nvCxnSpPr>
          <p:cNvPr id="204" name="直接箭头连接符 203"/>
          <p:cNvCxnSpPr>
            <a:endCxn id="216" idx="0"/>
          </p:cNvCxnSpPr>
          <p:nvPr/>
        </p:nvCxnSpPr>
        <p:spPr>
          <a:xfrm>
            <a:off x="10407639" y="3948952"/>
            <a:ext cx="236731" cy="235692"/>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5" name="Text Box 99"/>
          <p:cNvSpPr txBox="1">
            <a:spLocks noChangeArrowheads="1"/>
          </p:cNvSpPr>
          <p:nvPr/>
        </p:nvSpPr>
        <p:spPr bwMode="auto">
          <a:xfrm>
            <a:off x="10084473" y="4135912"/>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24</a:t>
            </a:r>
            <a:endParaRPr lang="zh-CN" altLang="en-US" sz="1400" b="1" dirty="0">
              <a:solidFill>
                <a:srgbClr val="FFFF00"/>
              </a:solidFill>
            </a:endParaRPr>
          </a:p>
        </p:txBody>
      </p:sp>
      <p:cxnSp>
        <p:nvCxnSpPr>
          <p:cNvPr id="206" name="直接箭头连接符 205"/>
          <p:cNvCxnSpPr>
            <a:stCxn id="203" idx="4"/>
            <a:endCxn id="208" idx="0"/>
          </p:cNvCxnSpPr>
          <p:nvPr/>
        </p:nvCxnSpPr>
        <p:spPr>
          <a:xfrm>
            <a:off x="9965074" y="4660643"/>
            <a:ext cx="195" cy="31005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7" name="Text Box 84"/>
          <p:cNvSpPr txBox="1">
            <a:spLocks noChangeArrowheads="1"/>
          </p:cNvSpPr>
          <p:nvPr/>
        </p:nvSpPr>
        <p:spPr bwMode="auto">
          <a:xfrm>
            <a:off x="9449792" y="4623972"/>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=2</a:t>
            </a:r>
            <a:endParaRPr lang="zh-CN" altLang="en-US" sz="1600" b="1" dirty="0"/>
          </a:p>
        </p:txBody>
      </p:sp>
      <p:sp>
        <p:nvSpPr>
          <p:cNvPr id="208" name="Oval 62"/>
          <p:cNvSpPr>
            <a:spLocks noChangeArrowheads="1"/>
          </p:cNvSpPr>
          <p:nvPr/>
        </p:nvSpPr>
        <p:spPr bwMode="auto">
          <a:xfrm>
            <a:off x="9736669" y="4970701"/>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09" name="Text Box 99"/>
          <p:cNvSpPr txBox="1">
            <a:spLocks noChangeArrowheads="1"/>
          </p:cNvSpPr>
          <p:nvPr/>
        </p:nvSpPr>
        <p:spPr bwMode="auto">
          <a:xfrm>
            <a:off x="10083785" y="4831437"/>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29</a:t>
            </a:r>
            <a:endParaRPr lang="zh-CN" altLang="en-US" sz="1400" b="1" dirty="0">
              <a:solidFill>
                <a:srgbClr val="FFFF00"/>
              </a:solidFill>
            </a:endParaRPr>
          </a:p>
        </p:txBody>
      </p:sp>
      <p:sp>
        <p:nvSpPr>
          <p:cNvPr id="210" name="Text Box 127"/>
          <p:cNvSpPr txBox="1">
            <a:spLocks noChangeArrowheads="1"/>
          </p:cNvSpPr>
          <p:nvPr/>
        </p:nvSpPr>
        <p:spPr bwMode="auto">
          <a:xfrm>
            <a:off x="9784410" y="5783441"/>
            <a:ext cx="361583" cy="237255"/>
          </a:xfrm>
          <a:prstGeom prst="rect">
            <a:avLst/>
          </a:prstGeom>
          <a:solidFill>
            <a:srgbClr val="00B0F0"/>
          </a:solidFill>
          <a:ln w="9525">
            <a:noFill/>
            <a:miter lim="800000"/>
            <a:headEnd/>
            <a:tailEnd/>
          </a:ln>
          <a:extLst/>
        </p:spPr>
        <p:txBody>
          <a:bodyPr lIns="18000" tIns="10800" rIns="18000" bIns="10800">
            <a:spAutoFit/>
          </a:bodyPr>
          <a:lstStyle>
            <a:defPPr>
              <a:defRPr lang="en-US"/>
            </a:defPPr>
            <a:lvl1pPr algn="ctr">
              <a:spcBef>
                <a:spcPct val="0"/>
              </a:spcBef>
              <a:buFontTx/>
              <a:buNone/>
              <a:defRPr kumimoji="1" sz="1400" b="1">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69</a:t>
            </a:r>
            <a:endParaRPr lang="zh-CN" altLang="en-US" dirty="0"/>
          </a:p>
        </p:txBody>
      </p:sp>
      <p:cxnSp>
        <p:nvCxnSpPr>
          <p:cNvPr id="211" name="直接箭头连接符 210"/>
          <p:cNvCxnSpPr>
            <a:stCxn id="208" idx="4"/>
            <a:endCxn id="210" idx="0"/>
          </p:cNvCxnSpPr>
          <p:nvPr/>
        </p:nvCxnSpPr>
        <p:spPr>
          <a:xfrm flipH="1">
            <a:off x="9965202" y="5427901"/>
            <a:ext cx="67" cy="35554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2" name="Text Box 84"/>
          <p:cNvSpPr txBox="1">
            <a:spLocks noChangeArrowheads="1"/>
          </p:cNvSpPr>
          <p:nvPr/>
        </p:nvSpPr>
        <p:spPr bwMode="auto">
          <a:xfrm>
            <a:off x="9504492" y="5410714"/>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213" name="曲线连接符 212"/>
          <p:cNvCxnSpPr/>
          <p:nvPr/>
        </p:nvCxnSpPr>
        <p:spPr>
          <a:xfrm rot="10800000">
            <a:off x="9688589" y="4444293"/>
            <a:ext cx="3504" cy="745417"/>
          </a:xfrm>
          <a:prstGeom prst="curvedConnector3">
            <a:avLst>
              <a:gd name="adj1" fmla="val 662397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p:cNvCxnSpPr>
            <a:stCxn id="215" idx="1"/>
            <a:endCxn id="216" idx="0"/>
          </p:cNvCxnSpPr>
          <p:nvPr/>
        </p:nvCxnSpPr>
        <p:spPr>
          <a:xfrm>
            <a:off x="10389384" y="3973325"/>
            <a:ext cx="254986" cy="21131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5" name="Text Box 84"/>
          <p:cNvSpPr txBox="1">
            <a:spLocks noChangeArrowheads="1"/>
          </p:cNvSpPr>
          <p:nvPr/>
        </p:nvSpPr>
        <p:spPr bwMode="auto">
          <a:xfrm>
            <a:off x="10389384" y="3804048"/>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3</a:t>
            </a:r>
            <a:r>
              <a:rPr lang="en-US" altLang="zh-CN" sz="1600" b="1" dirty="0" smtClean="0"/>
              <a:t>=2</a:t>
            </a:r>
            <a:endParaRPr lang="zh-CN" altLang="en-US" sz="1600" b="1" dirty="0"/>
          </a:p>
        </p:txBody>
      </p:sp>
      <p:sp>
        <p:nvSpPr>
          <p:cNvPr id="216" name="Oval 62"/>
          <p:cNvSpPr>
            <a:spLocks noChangeArrowheads="1"/>
          </p:cNvSpPr>
          <p:nvPr/>
        </p:nvSpPr>
        <p:spPr bwMode="auto">
          <a:xfrm>
            <a:off x="10415770" y="4184644"/>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2</a:t>
            </a:r>
            <a:endParaRPr lang="en-US" altLang="zh-CN" sz="2400" b="1" dirty="0"/>
          </a:p>
        </p:txBody>
      </p:sp>
      <p:sp>
        <p:nvSpPr>
          <p:cNvPr id="217" name="Text Box 99"/>
          <p:cNvSpPr txBox="1">
            <a:spLocks noChangeArrowheads="1"/>
          </p:cNvSpPr>
          <p:nvPr/>
        </p:nvSpPr>
        <p:spPr bwMode="auto">
          <a:xfrm>
            <a:off x="10819740" y="4136820"/>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14</a:t>
            </a:r>
            <a:endParaRPr lang="zh-CN" altLang="en-US" sz="1400" b="1" dirty="0">
              <a:solidFill>
                <a:srgbClr val="FFFF00"/>
              </a:solidFill>
            </a:endParaRPr>
          </a:p>
        </p:txBody>
      </p:sp>
      <p:cxnSp>
        <p:nvCxnSpPr>
          <p:cNvPr id="218" name="直接箭头连接符 217"/>
          <p:cNvCxnSpPr>
            <a:stCxn id="216" idx="4"/>
            <a:endCxn id="220" idx="0"/>
          </p:cNvCxnSpPr>
          <p:nvPr/>
        </p:nvCxnSpPr>
        <p:spPr>
          <a:xfrm flipH="1">
            <a:off x="10643503" y="4641844"/>
            <a:ext cx="867" cy="335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9" name="Text Box 84"/>
          <p:cNvSpPr txBox="1">
            <a:spLocks noChangeArrowheads="1"/>
          </p:cNvSpPr>
          <p:nvPr/>
        </p:nvSpPr>
        <p:spPr bwMode="auto">
          <a:xfrm>
            <a:off x="10296151" y="4567247"/>
            <a:ext cx="5757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smtClean="0"/>
              <a:t>x</a:t>
            </a:r>
            <a:r>
              <a:rPr lang="en-US" altLang="zh-CN" sz="1600" b="1" baseline="-25000" dirty="0" smtClean="0"/>
              <a:t>4</a:t>
            </a:r>
            <a:r>
              <a:rPr lang="en-US" altLang="zh-CN" sz="1600" b="1" dirty="0" smtClean="0"/>
              <a:t>=3</a:t>
            </a:r>
            <a:endParaRPr lang="zh-CN" altLang="en-US" sz="1600" b="1" dirty="0"/>
          </a:p>
        </p:txBody>
      </p:sp>
      <p:sp>
        <p:nvSpPr>
          <p:cNvPr id="220" name="Oval 55"/>
          <p:cNvSpPr>
            <a:spLocks noChangeArrowheads="1"/>
          </p:cNvSpPr>
          <p:nvPr/>
        </p:nvSpPr>
        <p:spPr bwMode="auto">
          <a:xfrm>
            <a:off x="10414903" y="4977809"/>
            <a:ext cx="457200" cy="457200"/>
          </a:xfrm>
          <a:prstGeom prst="ellipse">
            <a:avLst/>
          </a:prstGeom>
          <a:solidFill>
            <a:schemeClr val="accent1"/>
          </a:solidFill>
          <a:ln w="28575">
            <a:solidFill>
              <a:schemeClr val="accent2"/>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dirty="0" smtClean="0"/>
              <a:t>3</a:t>
            </a:r>
            <a:endParaRPr lang="en-US" altLang="zh-CN" sz="2400" b="1" dirty="0"/>
          </a:p>
        </p:txBody>
      </p:sp>
      <p:sp>
        <p:nvSpPr>
          <p:cNvPr id="221" name="Text Box 99"/>
          <p:cNvSpPr txBox="1">
            <a:spLocks noChangeArrowheads="1"/>
          </p:cNvSpPr>
          <p:nvPr/>
        </p:nvSpPr>
        <p:spPr bwMode="auto">
          <a:xfrm>
            <a:off x="10774757" y="4844138"/>
            <a:ext cx="244812" cy="2154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400" b="1" dirty="0" smtClean="0">
                <a:solidFill>
                  <a:srgbClr val="FFFF00"/>
                </a:solidFill>
              </a:rPr>
              <a:t>19</a:t>
            </a:r>
            <a:endParaRPr lang="zh-CN" altLang="en-US" sz="1400" b="1" dirty="0">
              <a:solidFill>
                <a:srgbClr val="FFFF00"/>
              </a:solidFill>
            </a:endParaRPr>
          </a:p>
        </p:txBody>
      </p:sp>
      <p:sp>
        <p:nvSpPr>
          <p:cNvPr id="222" name="Text Box 127"/>
          <p:cNvSpPr txBox="1">
            <a:spLocks noChangeArrowheads="1"/>
          </p:cNvSpPr>
          <p:nvPr/>
        </p:nvSpPr>
        <p:spPr bwMode="auto">
          <a:xfrm>
            <a:off x="10466221" y="5783441"/>
            <a:ext cx="361583" cy="237255"/>
          </a:xfrm>
          <a:prstGeom prst="rect">
            <a:avLst/>
          </a:prstGeom>
          <a:solidFill>
            <a:srgbClr val="00B050"/>
          </a:solidFill>
          <a:ln>
            <a:noFill/>
          </a:ln>
          <a:extLst/>
        </p:spPr>
        <p:txBody>
          <a:bodyPr lIns="18000" tIns="10800" rIns="18000" bIns="10800">
            <a:spAutoFit/>
          </a:bodyPr>
          <a:lstStyle>
            <a:defPPr>
              <a:defRPr lang="en-US"/>
            </a:defPPr>
            <a:lvl1pPr algn="ctr">
              <a:spcBef>
                <a:spcPct val="0"/>
              </a:spcBef>
              <a:buFontTx/>
              <a:buNone/>
              <a:defRPr kumimoji="1" sz="1400" b="1">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en-US" altLang="zh-CN" dirty="0"/>
              <a:t>25</a:t>
            </a:r>
            <a:endParaRPr lang="zh-CN" altLang="en-US" dirty="0"/>
          </a:p>
        </p:txBody>
      </p:sp>
      <p:cxnSp>
        <p:nvCxnSpPr>
          <p:cNvPr id="223" name="直接箭头连接符 222"/>
          <p:cNvCxnSpPr>
            <a:stCxn id="220" idx="4"/>
            <a:endCxn id="222" idx="0"/>
          </p:cNvCxnSpPr>
          <p:nvPr/>
        </p:nvCxnSpPr>
        <p:spPr>
          <a:xfrm>
            <a:off x="10643503" y="5435009"/>
            <a:ext cx="3510" cy="34843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4" name="Text Box 84"/>
          <p:cNvSpPr txBox="1">
            <a:spLocks noChangeArrowheads="1"/>
          </p:cNvSpPr>
          <p:nvPr/>
        </p:nvSpPr>
        <p:spPr bwMode="auto">
          <a:xfrm>
            <a:off x="10186303" y="5410714"/>
            <a:ext cx="4940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600" b="1" dirty="0" smtClean="0"/>
              <a:t>回</a:t>
            </a:r>
            <a:r>
              <a:rPr lang="en-US" altLang="zh-CN" sz="1600" b="1" dirty="0" smtClean="0"/>
              <a:t>1</a:t>
            </a:r>
            <a:endParaRPr lang="zh-CN" altLang="en-US" sz="1600" b="1" dirty="0"/>
          </a:p>
        </p:txBody>
      </p:sp>
      <p:cxnSp>
        <p:nvCxnSpPr>
          <p:cNvPr id="225" name="曲线连接符 224"/>
          <p:cNvCxnSpPr>
            <a:stCxn id="216" idx="6"/>
            <a:endCxn id="197" idx="6"/>
          </p:cNvCxnSpPr>
          <p:nvPr/>
        </p:nvCxnSpPr>
        <p:spPr>
          <a:xfrm flipH="1" flipV="1">
            <a:off x="10477633" y="3775582"/>
            <a:ext cx="395337" cy="637662"/>
          </a:xfrm>
          <a:prstGeom prst="curvedConnector3">
            <a:avLst>
              <a:gd name="adj1" fmla="val -57824"/>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曲线连接符 225"/>
          <p:cNvCxnSpPr/>
          <p:nvPr/>
        </p:nvCxnSpPr>
        <p:spPr>
          <a:xfrm flipV="1">
            <a:off x="10910203" y="4413244"/>
            <a:ext cx="867" cy="793165"/>
          </a:xfrm>
          <a:prstGeom prst="curvedConnector3">
            <a:avLst>
              <a:gd name="adj1" fmla="val 2646678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曲线连接符 226"/>
          <p:cNvCxnSpPr>
            <a:stCxn id="197" idx="6"/>
            <a:endCxn id="124" idx="6"/>
          </p:cNvCxnSpPr>
          <p:nvPr/>
        </p:nvCxnSpPr>
        <p:spPr>
          <a:xfrm flipH="1" flipV="1">
            <a:off x="9005265" y="2897268"/>
            <a:ext cx="1472368" cy="878314"/>
          </a:xfrm>
          <a:prstGeom prst="curvedConnector3">
            <a:avLst>
              <a:gd name="adj1" fmla="val -388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18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3"/>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11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41"/>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132"/>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0"/>
                                  </p:stCondLst>
                                  <p:childTnLst>
                                    <p:set>
                                      <p:cBhvr>
                                        <p:cTn id="60" dur="1" fill="hold">
                                          <p:stCondLst>
                                            <p:cond delay="0"/>
                                          </p:stCondLst>
                                        </p:cTn>
                                        <p:tgtEl>
                                          <p:spTgt spid="150"/>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151"/>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128"/>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129"/>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125"/>
                                        </p:tgtEl>
                                        <p:attrNameLst>
                                          <p:attrName>style.visibility</p:attrName>
                                        </p:attrNameLst>
                                      </p:cBhvr>
                                      <p:to>
                                        <p:strVal val="visible"/>
                                      </p:to>
                                    </p:set>
                                  </p:childTnLst>
                                </p:cTn>
                              </p:par>
                            </p:childTnLst>
                          </p:cTn>
                        </p:par>
                        <p:par>
                          <p:cTn id="73" fill="hold">
                            <p:stCondLst>
                              <p:cond delay="0"/>
                            </p:stCondLst>
                            <p:childTnLst>
                              <p:par>
                                <p:cTn id="74" presetID="1" presetClass="entr" presetSubtype="0" fill="hold" grpId="0" nodeType="afterEffect">
                                  <p:stCondLst>
                                    <p:cond delay="0"/>
                                  </p:stCondLst>
                                  <p:childTnLst>
                                    <p:set>
                                      <p:cBhvr>
                                        <p:cTn id="75" dur="1" fill="hold">
                                          <p:stCondLst>
                                            <p:cond delay="0"/>
                                          </p:stCondLst>
                                        </p:cTn>
                                        <p:tgtEl>
                                          <p:spTgt spid="142"/>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nodeType="afterEffect">
                                  <p:stCondLst>
                                    <p:cond delay="0"/>
                                  </p:stCondLst>
                                  <p:childTnLst>
                                    <p:set>
                                      <p:cBhvr>
                                        <p:cTn id="78" dur="1" fill="hold">
                                          <p:stCondLst>
                                            <p:cond delay="0"/>
                                          </p:stCondLst>
                                        </p:cTn>
                                        <p:tgtEl>
                                          <p:spTgt spid="134"/>
                                        </p:tgtEl>
                                        <p:attrNameLst>
                                          <p:attrName>style.visibility</p:attrName>
                                        </p:attrNameLst>
                                      </p:cBhvr>
                                      <p:to>
                                        <p:strVal val="visible"/>
                                      </p:to>
                                    </p:set>
                                  </p:childTnLst>
                                </p:cTn>
                              </p:par>
                            </p:childTnLst>
                          </p:cTn>
                        </p:par>
                        <p:par>
                          <p:cTn id="79" fill="hold">
                            <p:stCondLst>
                              <p:cond delay="0"/>
                            </p:stCondLst>
                            <p:childTnLst>
                              <p:par>
                                <p:cTn id="80" presetID="1" presetClass="entr" presetSubtype="0" fill="hold" nodeType="afterEffect">
                                  <p:stCondLst>
                                    <p:cond delay="0"/>
                                  </p:stCondLst>
                                  <p:childTnLst>
                                    <p:set>
                                      <p:cBhvr>
                                        <p:cTn id="81" dur="1" fill="hold">
                                          <p:stCondLst>
                                            <p:cond delay="0"/>
                                          </p:stCondLst>
                                        </p:cTn>
                                        <p:tgtEl>
                                          <p:spTgt spid="152"/>
                                        </p:tgtEl>
                                        <p:attrNameLst>
                                          <p:attrName>style.visibility</p:attrName>
                                        </p:attrNameLst>
                                      </p:cBhvr>
                                      <p:to>
                                        <p:strVal val="visible"/>
                                      </p:to>
                                    </p:set>
                                  </p:childTnLst>
                                </p:cTn>
                              </p:par>
                            </p:childTnLst>
                          </p:cTn>
                        </p:par>
                        <p:par>
                          <p:cTn id="82" fill="hold">
                            <p:stCondLst>
                              <p:cond delay="0"/>
                            </p:stCondLst>
                            <p:childTnLst>
                              <p:par>
                                <p:cTn id="83" presetID="1" presetClass="entr" presetSubtype="0" fill="hold" grpId="0" nodeType="afterEffect">
                                  <p:stCondLst>
                                    <p:cond delay="0"/>
                                  </p:stCondLst>
                                  <p:childTnLst>
                                    <p:set>
                                      <p:cBhvr>
                                        <p:cTn id="84" dur="1" fill="hold">
                                          <p:stCondLst>
                                            <p:cond delay="0"/>
                                          </p:stCondLst>
                                        </p:cTn>
                                        <p:tgtEl>
                                          <p:spTgt spid="130"/>
                                        </p:tgtEl>
                                        <p:attrNameLst>
                                          <p:attrName>style.visibility</p:attrName>
                                        </p:attrNameLst>
                                      </p:cBhvr>
                                      <p:to>
                                        <p:strVal val="visible"/>
                                      </p:to>
                                    </p:set>
                                  </p:childTnLst>
                                </p:cTn>
                              </p:par>
                            </p:childTnLst>
                          </p:cTn>
                        </p:par>
                        <p:par>
                          <p:cTn id="85" fill="hold">
                            <p:stCondLst>
                              <p:cond delay="0"/>
                            </p:stCondLst>
                            <p:childTnLst>
                              <p:par>
                                <p:cTn id="86" presetID="1" presetClass="entr" presetSubtype="0" fill="hold" grpId="0" nodeType="afterEffect">
                                  <p:stCondLst>
                                    <p:cond delay="0"/>
                                  </p:stCondLst>
                                  <p:childTnLst>
                                    <p:set>
                                      <p:cBhvr>
                                        <p:cTn id="87" dur="1" fill="hold">
                                          <p:stCondLst>
                                            <p:cond delay="0"/>
                                          </p:stCondLst>
                                        </p:cTn>
                                        <p:tgtEl>
                                          <p:spTgt spid="135"/>
                                        </p:tgtEl>
                                        <p:attrNameLst>
                                          <p:attrName>style.visibility</p:attrName>
                                        </p:attrNameLst>
                                      </p:cBhvr>
                                      <p:to>
                                        <p:strVal val="visible"/>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126"/>
                                        </p:tgtEl>
                                        <p:attrNameLst>
                                          <p:attrName>style.visibility</p:attrName>
                                        </p:attrNameLst>
                                      </p:cBhvr>
                                      <p:to>
                                        <p:strVal val="visible"/>
                                      </p:to>
                                    </p:set>
                                  </p:childTnLst>
                                </p:cTn>
                              </p:par>
                            </p:childTnLst>
                          </p:cTn>
                        </p:par>
                        <p:par>
                          <p:cTn id="91" fill="hold">
                            <p:stCondLst>
                              <p:cond delay="0"/>
                            </p:stCondLst>
                            <p:childTnLst>
                              <p:par>
                                <p:cTn id="92" presetID="1" presetClass="entr" presetSubtype="0" fill="hold" grpId="0" nodeType="afterEffect">
                                  <p:stCondLst>
                                    <p:cond delay="0"/>
                                  </p:stCondLst>
                                  <p:childTnLst>
                                    <p:set>
                                      <p:cBhvr>
                                        <p:cTn id="93" dur="1" fill="hold">
                                          <p:stCondLst>
                                            <p:cond delay="0"/>
                                          </p:stCondLst>
                                        </p:cTn>
                                        <p:tgtEl>
                                          <p:spTgt spid="143"/>
                                        </p:tgtEl>
                                        <p:attrNameLst>
                                          <p:attrName>style.visibility</p:attrName>
                                        </p:attrNameLst>
                                      </p:cBhvr>
                                      <p:to>
                                        <p:strVal val="visible"/>
                                      </p:to>
                                    </p:set>
                                  </p:childTnLst>
                                </p:cTn>
                              </p:par>
                            </p:childTnLst>
                          </p:cTn>
                        </p:par>
                        <p:par>
                          <p:cTn id="94" fill="hold">
                            <p:stCondLst>
                              <p:cond delay="0"/>
                            </p:stCondLst>
                            <p:childTnLst>
                              <p:par>
                                <p:cTn id="95" presetID="1" presetClass="entr" presetSubtype="0" fill="hold" nodeType="afterEffect">
                                  <p:stCondLst>
                                    <p:cond delay="0"/>
                                  </p:stCondLst>
                                  <p:childTnLst>
                                    <p:set>
                                      <p:cBhvr>
                                        <p:cTn id="96" dur="1" fill="hold">
                                          <p:stCondLst>
                                            <p:cond delay="0"/>
                                          </p:stCondLst>
                                        </p:cTn>
                                        <p:tgtEl>
                                          <p:spTgt spid="133"/>
                                        </p:tgtEl>
                                        <p:attrNameLst>
                                          <p:attrName>style.visibility</p:attrName>
                                        </p:attrNameLst>
                                      </p:cBhvr>
                                      <p:to>
                                        <p:strVal val="visible"/>
                                      </p:to>
                                    </p:set>
                                  </p:childTnLst>
                                </p:cTn>
                              </p:par>
                            </p:childTnLst>
                          </p:cTn>
                        </p:par>
                        <p:par>
                          <p:cTn id="97" fill="hold">
                            <p:stCondLst>
                              <p:cond delay="0"/>
                            </p:stCondLst>
                            <p:childTnLst>
                              <p:par>
                                <p:cTn id="98" presetID="1" presetClass="entr" presetSubtype="0" fill="hold" grpId="0" nodeType="afterEffect">
                                  <p:stCondLst>
                                    <p:cond delay="0"/>
                                  </p:stCondLst>
                                  <p:childTnLst>
                                    <p:set>
                                      <p:cBhvr>
                                        <p:cTn id="99" dur="1" fill="hold">
                                          <p:stCondLst>
                                            <p:cond delay="0"/>
                                          </p:stCondLst>
                                        </p:cTn>
                                        <p:tgtEl>
                                          <p:spTgt spid="131"/>
                                        </p:tgtEl>
                                        <p:attrNameLst>
                                          <p:attrName>style.visibility</p:attrName>
                                        </p:attrNameLst>
                                      </p:cBhvr>
                                      <p:to>
                                        <p:strVal val="visible"/>
                                      </p:to>
                                    </p:set>
                                  </p:childTnLst>
                                </p:cTn>
                              </p:par>
                            </p:childTnLst>
                          </p:cTn>
                        </p:par>
                        <p:par>
                          <p:cTn id="100" fill="hold">
                            <p:stCondLst>
                              <p:cond delay="0"/>
                            </p:stCondLst>
                            <p:childTnLst>
                              <p:par>
                                <p:cTn id="101" presetID="1" presetClass="entr" presetSubtype="0" fill="hold" grpId="0" nodeType="afterEffect">
                                  <p:stCondLst>
                                    <p:cond delay="0"/>
                                  </p:stCondLst>
                                  <p:childTnLst>
                                    <p:set>
                                      <p:cBhvr>
                                        <p:cTn id="102" dur="1" fill="hold">
                                          <p:stCondLst>
                                            <p:cond delay="0"/>
                                          </p:stCondLst>
                                        </p:cTn>
                                        <p:tgtEl>
                                          <p:spTgt spid="136"/>
                                        </p:tgtEl>
                                        <p:attrNameLst>
                                          <p:attrName>style.visibility</p:attrName>
                                        </p:attrNameLst>
                                      </p:cBhvr>
                                      <p:to>
                                        <p:strVal val="visible"/>
                                      </p:to>
                                    </p:set>
                                  </p:childTnLst>
                                </p:cTn>
                              </p:par>
                            </p:childTnLst>
                          </p:cTn>
                        </p:par>
                        <p:par>
                          <p:cTn id="103" fill="hold">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127"/>
                                        </p:tgtEl>
                                        <p:attrNameLst>
                                          <p:attrName>style.visibility</p:attrName>
                                        </p:attrNameLst>
                                      </p:cBhvr>
                                      <p:to>
                                        <p:strVal val="visible"/>
                                      </p:to>
                                    </p:set>
                                  </p:childTnLst>
                                </p:cTn>
                              </p:par>
                            </p:childTnLst>
                          </p:cTn>
                        </p:par>
                        <p:par>
                          <p:cTn id="106" fill="hold">
                            <p:stCondLst>
                              <p:cond delay="0"/>
                            </p:stCondLst>
                            <p:childTnLst>
                              <p:par>
                                <p:cTn id="107" presetID="1" presetClass="entr" presetSubtype="0" fill="hold" grpId="0" nodeType="afterEffect">
                                  <p:stCondLst>
                                    <p:cond delay="0"/>
                                  </p:stCondLst>
                                  <p:childTnLst>
                                    <p:set>
                                      <p:cBhvr>
                                        <p:cTn id="108" dur="1" fill="hold">
                                          <p:stCondLst>
                                            <p:cond delay="0"/>
                                          </p:stCondLst>
                                        </p:cTn>
                                        <p:tgtEl>
                                          <p:spTgt spid="144"/>
                                        </p:tgtEl>
                                        <p:attrNameLst>
                                          <p:attrName>style.visibility</p:attrName>
                                        </p:attrNameLst>
                                      </p:cBhvr>
                                      <p:to>
                                        <p:strVal val="visible"/>
                                      </p:to>
                                    </p:set>
                                  </p:childTnLst>
                                </p:cTn>
                              </p:par>
                            </p:childTnLst>
                          </p:cTn>
                        </p:par>
                        <p:par>
                          <p:cTn id="109" fill="hold">
                            <p:stCondLst>
                              <p:cond delay="0"/>
                            </p:stCondLst>
                            <p:childTnLst>
                              <p:par>
                                <p:cTn id="110" presetID="1" presetClass="entr" presetSubtype="0" fill="hold" nodeType="afterEffect">
                                  <p:stCondLst>
                                    <p:cond delay="0"/>
                                  </p:stCondLst>
                                  <p:childTnLst>
                                    <p:set>
                                      <p:cBhvr>
                                        <p:cTn id="111" dur="1" fill="hold">
                                          <p:stCondLst>
                                            <p:cond delay="0"/>
                                          </p:stCondLst>
                                        </p:cTn>
                                        <p:tgtEl>
                                          <p:spTgt spid="148"/>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149"/>
                                        </p:tgtEl>
                                        <p:attrNameLst>
                                          <p:attrName>style.visibility</p:attrName>
                                        </p:attrNameLst>
                                      </p:cBhvr>
                                      <p:to>
                                        <p:strVal val="visible"/>
                                      </p:to>
                                    </p:set>
                                  </p:childTnLst>
                                </p:cTn>
                              </p:par>
                            </p:childTnLst>
                          </p:cTn>
                        </p:par>
                        <p:par>
                          <p:cTn id="115" fill="hold">
                            <p:stCondLst>
                              <p:cond delay="0"/>
                            </p:stCondLst>
                            <p:childTnLst>
                              <p:par>
                                <p:cTn id="116" presetID="1" presetClass="entr" presetSubtype="0" fill="hold" grpId="0" nodeType="afterEffect">
                                  <p:stCondLst>
                                    <p:cond delay="0"/>
                                  </p:stCondLst>
                                  <p:childTnLst>
                                    <p:set>
                                      <p:cBhvr>
                                        <p:cTn id="117" dur="1" fill="hold">
                                          <p:stCondLst>
                                            <p:cond delay="0"/>
                                          </p:stCondLst>
                                        </p:cTn>
                                        <p:tgtEl>
                                          <p:spTgt spid="147"/>
                                        </p:tgtEl>
                                        <p:attrNameLst>
                                          <p:attrName>style.visibility</p:attrName>
                                        </p:attrNameLst>
                                      </p:cBhvr>
                                      <p:to>
                                        <p:strVal val="visible"/>
                                      </p:to>
                                    </p:set>
                                  </p:childTnLst>
                                </p:cTn>
                              </p:par>
                            </p:childTnLst>
                          </p:cTn>
                        </p:par>
                        <p:par>
                          <p:cTn id="118" fill="hold">
                            <p:stCondLst>
                              <p:cond delay="0"/>
                            </p:stCondLst>
                            <p:childTnLst>
                              <p:par>
                                <p:cTn id="119" presetID="1" presetClass="entr" presetSubtype="0" fill="hold" grpId="0" nodeType="afterEffect">
                                  <p:stCondLst>
                                    <p:cond delay="0"/>
                                  </p:stCondLst>
                                  <p:childTnLst>
                                    <p:set>
                                      <p:cBhvr>
                                        <p:cTn id="120" dur="1" fill="hold">
                                          <p:stCondLst>
                                            <p:cond delay="0"/>
                                          </p:stCondLst>
                                        </p:cTn>
                                        <p:tgtEl>
                                          <p:spTgt spid="145"/>
                                        </p:tgtEl>
                                        <p:attrNameLst>
                                          <p:attrName>style.visibility</p:attrName>
                                        </p:attrNameLst>
                                      </p:cBhvr>
                                      <p:to>
                                        <p:strVal val="visible"/>
                                      </p:to>
                                    </p:set>
                                  </p:childTnLst>
                                </p:cTn>
                              </p:par>
                            </p:childTnLst>
                          </p:cTn>
                        </p:par>
                        <p:par>
                          <p:cTn id="121" fill="hold">
                            <p:stCondLst>
                              <p:cond delay="0"/>
                            </p:stCondLst>
                            <p:childTnLst>
                              <p:par>
                                <p:cTn id="122" presetID="1" presetClass="entr" presetSubtype="0" fill="hold" grpId="0" nodeType="afterEffect">
                                  <p:stCondLst>
                                    <p:cond delay="0"/>
                                  </p:stCondLst>
                                  <p:childTnLst>
                                    <p:set>
                                      <p:cBhvr>
                                        <p:cTn id="123" dur="1" fill="hold">
                                          <p:stCondLst>
                                            <p:cond delay="0"/>
                                          </p:stCondLst>
                                        </p:cTn>
                                        <p:tgtEl>
                                          <p:spTgt spid="146"/>
                                        </p:tgtEl>
                                        <p:attrNameLst>
                                          <p:attrName>style.visibility</p:attrName>
                                        </p:attrNameLst>
                                      </p:cBhvr>
                                      <p:to>
                                        <p:strVal val="visible"/>
                                      </p:to>
                                    </p:set>
                                  </p:childTnLst>
                                </p:cTn>
                              </p:par>
                            </p:childTnLst>
                          </p:cTn>
                        </p:par>
                        <p:par>
                          <p:cTn id="124" fill="hold">
                            <p:stCondLst>
                              <p:cond delay="0"/>
                            </p:stCondLst>
                            <p:childTnLst>
                              <p:par>
                                <p:cTn id="125" presetID="1" presetClass="entr" presetSubtype="0" fill="hold" grpId="0" nodeType="afterEffect">
                                  <p:stCondLst>
                                    <p:cond delay="0"/>
                                  </p:stCondLst>
                                  <p:childTnLst>
                                    <p:set>
                                      <p:cBhvr>
                                        <p:cTn id="126" dur="1" fill="hold">
                                          <p:stCondLst>
                                            <p:cond delay="0"/>
                                          </p:stCondLst>
                                        </p:cTn>
                                        <p:tgtEl>
                                          <p:spTgt spid="161"/>
                                        </p:tgtEl>
                                        <p:attrNameLst>
                                          <p:attrName>style.visibility</p:attrName>
                                        </p:attrNameLst>
                                      </p:cBhvr>
                                      <p:to>
                                        <p:strVal val="visible"/>
                                      </p:to>
                                    </p:set>
                                  </p:childTnLst>
                                </p:cTn>
                              </p:par>
                            </p:childTnLst>
                          </p:cTn>
                        </p:par>
                        <p:par>
                          <p:cTn id="127" fill="hold">
                            <p:stCondLst>
                              <p:cond delay="0"/>
                            </p:stCondLst>
                            <p:childTnLst>
                              <p:par>
                                <p:cTn id="128" presetID="1" presetClass="entr" presetSubtype="0" fill="hold" grpId="0" nodeType="afterEffect">
                                  <p:stCondLst>
                                    <p:cond delay="0"/>
                                  </p:stCondLst>
                                  <p:childTnLst>
                                    <p:set>
                                      <p:cBhvr>
                                        <p:cTn id="129" dur="1" fill="hold">
                                          <p:stCondLst>
                                            <p:cond delay="0"/>
                                          </p:stCondLst>
                                        </p:cTn>
                                        <p:tgtEl>
                                          <p:spTgt spid="162"/>
                                        </p:tgtEl>
                                        <p:attrNameLst>
                                          <p:attrName>style.visibility</p:attrName>
                                        </p:attrNameLst>
                                      </p:cBhvr>
                                      <p:to>
                                        <p:strVal val="visible"/>
                                      </p:to>
                                    </p:set>
                                  </p:childTnLst>
                                </p:cTn>
                              </p:par>
                            </p:childTnLst>
                          </p:cTn>
                        </p:par>
                        <p:par>
                          <p:cTn id="130" fill="hold">
                            <p:stCondLst>
                              <p:cond delay="0"/>
                            </p:stCondLst>
                            <p:childTnLst>
                              <p:par>
                                <p:cTn id="131" presetID="1" presetClass="entr" presetSubtype="0" fill="hold" grpId="0" nodeType="afterEffect">
                                  <p:stCondLst>
                                    <p:cond delay="0"/>
                                  </p:stCondLst>
                                  <p:childTnLst>
                                    <p:set>
                                      <p:cBhvr>
                                        <p:cTn id="132" dur="1" fill="hold">
                                          <p:stCondLst>
                                            <p:cond delay="0"/>
                                          </p:stCondLst>
                                        </p:cTn>
                                        <p:tgtEl>
                                          <p:spTgt spid="163"/>
                                        </p:tgtEl>
                                        <p:attrNameLst>
                                          <p:attrName>style.visibility</p:attrName>
                                        </p:attrNameLst>
                                      </p:cBhvr>
                                      <p:to>
                                        <p:strVal val="visible"/>
                                      </p:to>
                                    </p:set>
                                  </p:childTnLst>
                                </p:cTn>
                              </p:par>
                            </p:childTnLst>
                          </p:cTn>
                        </p:par>
                        <p:par>
                          <p:cTn id="133" fill="hold">
                            <p:stCondLst>
                              <p:cond delay="0"/>
                            </p:stCondLst>
                            <p:childTnLst>
                              <p:par>
                                <p:cTn id="134" presetID="1" presetClass="entr" presetSubtype="0" fill="hold" grpId="0" nodeType="afterEffect">
                                  <p:stCondLst>
                                    <p:cond delay="0"/>
                                  </p:stCondLst>
                                  <p:childTnLst>
                                    <p:set>
                                      <p:cBhvr>
                                        <p:cTn id="135" dur="1" fill="hold">
                                          <p:stCondLst>
                                            <p:cond delay="0"/>
                                          </p:stCondLst>
                                        </p:cTn>
                                        <p:tgtEl>
                                          <p:spTgt spid="164"/>
                                        </p:tgtEl>
                                        <p:attrNameLst>
                                          <p:attrName>style.visibility</p:attrName>
                                        </p:attrNameLst>
                                      </p:cBhvr>
                                      <p:to>
                                        <p:strVal val="visible"/>
                                      </p:to>
                                    </p:set>
                                  </p:childTnLst>
                                </p:cTn>
                              </p:par>
                            </p:childTnLst>
                          </p:cTn>
                        </p:par>
                        <p:par>
                          <p:cTn id="136" fill="hold">
                            <p:stCondLst>
                              <p:cond delay="0"/>
                            </p:stCondLst>
                            <p:childTnLst>
                              <p:par>
                                <p:cTn id="137" presetID="1" presetClass="entr" presetSubtype="0" fill="hold" nodeType="afterEffect">
                                  <p:stCondLst>
                                    <p:cond delay="0"/>
                                  </p:stCondLst>
                                  <p:childTnLst>
                                    <p:set>
                                      <p:cBhvr>
                                        <p:cTn id="138" dur="1" fill="hold">
                                          <p:stCondLst>
                                            <p:cond delay="0"/>
                                          </p:stCondLst>
                                        </p:cTn>
                                        <p:tgtEl>
                                          <p:spTgt spid="153"/>
                                        </p:tgtEl>
                                        <p:attrNameLst>
                                          <p:attrName>style.visibility</p:attrName>
                                        </p:attrNameLst>
                                      </p:cBhvr>
                                      <p:to>
                                        <p:strVal val="visible"/>
                                      </p:to>
                                    </p:set>
                                  </p:childTnLst>
                                </p:cTn>
                              </p:par>
                            </p:childTnLst>
                          </p:cTn>
                        </p:par>
                        <p:par>
                          <p:cTn id="139" fill="hold">
                            <p:stCondLst>
                              <p:cond delay="0"/>
                            </p:stCondLst>
                            <p:childTnLst>
                              <p:par>
                                <p:cTn id="140" presetID="10" presetClass="exit" presetSubtype="0" fill="hold" nodeType="afterEffect">
                                  <p:stCondLst>
                                    <p:cond delay="0"/>
                                  </p:stCondLst>
                                  <p:childTnLst>
                                    <p:animEffect transition="out" filter="fade">
                                      <p:cBhvr>
                                        <p:cTn id="141" dur="500"/>
                                        <p:tgtEl>
                                          <p:spTgt spid="152"/>
                                        </p:tgtEl>
                                      </p:cBhvr>
                                    </p:animEffect>
                                    <p:set>
                                      <p:cBhvr>
                                        <p:cTn id="142" dur="1" fill="hold">
                                          <p:stCondLst>
                                            <p:cond delay="499"/>
                                          </p:stCondLst>
                                        </p:cTn>
                                        <p:tgtEl>
                                          <p:spTgt spid="152"/>
                                        </p:tgtEl>
                                        <p:attrNameLst>
                                          <p:attrName>style.visibility</p:attrName>
                                        </p:attrNameLst>
                                      </p:cBhvr>
                                      <p:to>
                                        <p:strVal val="hidden"/>
                                      </p:to>
                                    </p:set>
                                  </p:childTnLst>
                                </p:cTn>
                              </p:par>
                            </p:childTnLst>
                          </p:cTn>
                        </p:par>
                        <p:par>
                          <p:cTn id="143" fill="hold">
                            <p:stCondLst>
                              <p:cond delay="500"/>
                            </p:stCondLst>
                            <p:childTnLst>
                              <p:par>
                                <p:cTn id="144" presetID="1" presetClass="entr" presetSubtype="0" fill="hold" nodeType="afterEffect">
                                  <p:stCondLst>
                                    <p:cond delay="0"/>
                                  </p:stCondLst>
                                  <p:childTnLst>
                                    <p:set>
                                      <p:cBhvr>
                                        <p:cTn id="145" dur="1" fill="hold">
                                          <p:stCondLst>
                                            <p:cond delay="0"/>
                                          </p:stCondLst>
                                        </p:cTn>
                                        <p:tgtEl>
                                          <p:spTgt spid="154"/>
                                        </p:tgtEl>
                                        <p:attrNameLst>
                                          <p:attrName>style.visibility</p:attrName>
                                        </p:attrNameLst>
                                      </p:cBhvr>
                                      <p:to>
                                        <p:strVal val="visible"/>
                                      </p:to>
                                    </p:set>
                                  </p:childTnLst>
                                </p:cTn>
                              </p:par>
                            </p:childTnLst>
                          </p:cTn>
                        </p:par>
                        <p:par>
                          <p:cTn id="146" fill="hold">
                            <p:stCondLst>
                              <p:cond delay="500"/>
                            </p:stCondLst>
                            <p:childTnLst>
                              <p:par>
                                <p:cTn id="147" presetID="1" presetClass="entr" presetSubtype="0" fill="hold" grpId="0" nodeType="afterEffect">
                                  <p:stCondLst>
                                    <p:cond delay="0"/>
                                  </p:stCondLst>
                                  <p:childTnLst>
                                    <p:set>
                                      <p:cBhvr>
                                        <p:cTn id="148" dur="1" fill="hold">
                                          <p:stCondLst>
                                            <p:cond delay="0"/>
                                          </p:stCondLst>
                                        </p:cTn>
                                        <p:tgtEl>
                                          <p:spTgt spid="155"/>
                                        </p:tgtEl>
                                        <p:attrNameLst>
                                          <p:attrName>style.visibility</p:attrName>
                                        </p:attrNameLst>
                                      </p:cBhvr>
                                      <p:to>
                                        <p:strVal val="visible"/>
                                      </p:to>
                                    </p:set>
                                  </p:childTnLst>
                                </p:cTn>
                              </p:par>
                            </p:childTnLst>
                          </p:cTn>
                        </p:par>
                        <p:par>
                          <p:cTn id="149" fill="hold">
                            <p:stCondLst>
                              <p:cond delay="500"/>
                            </p:stCondLst>
                            <p:childTnLst>
                              <p:par>
                                <p:cTn id="150" presetID="1" presetClass="entr" presetSubtype="0" fill="hold" grpId="0" nodeType="afterEffect">
                                  <p:stCondLst>
                                    <p:cond delay="0"/>
                                  </p:stCondLst>
                                  <p:childTnLst>
                                    <p:set>
                                      <p:cBhvr>
                                        <p:cTn id="151" dur="1" fill="hold">
                                          <p:stCondLst>
                                            <p:cond delay="0"/>
                                          </p:stCondLst>
                                        </p:cTn>
                                        <p:tgtEl>
                                          <p:spTgt spid="137"/>
                                        </p:tgtEl>
                                        <p:attrNameLst>
                                          <p:attrName>style.visibility</p:attrName>
                                        </p:attrNameLst>
                                      </p:cBhvr>
                                      <p:to>
                                        <p:strVal val="visible"/>
                                      </p:to>
                                    </p:set>
                                  </p:childTnLst>
                                </p:cTn>
                              </p:par>
                            </p:childTnLst>
                          </p:cTn>
                        </p:par>
                        <p:par>
                          <p:cTn id="152" fill="hold">
                            <p:stCondLst>
                              <p:cond delay="500"/>
                            </p:stCondLst>
                            <p:childTnLst>
                              <p:par>
                                <p:cTn id="153" presetID="1" presetClass="entr" presetSubtype="0" fill="hold" grpId="0" nodeType="afterEffect">
                                  <p:stCondLst>
                                    <p:cond delay="0"/>
                                  </p:stCondLst>
                                  <p:childTnLst>
                                    <p:set>
                                      <p:cBhvr>
                                        <p:cTn id="154" dur="1" fill="hold">
                                          <p:stCondLst>
                                            <p:cond delay="0"/>
                                          </p:stCondLst>
                                        </p:cTn>
                                        <p:tgtEl>
                                          <p:spTgt spid="156"/>
                                        </p:tgtEl>
                                        <p:attrNameLst>
                                          <p:attrName>style.visibility</p:attrName>
                                        </p:attrNameLst>
                                      </p:cBhvr>
                                      <p:to>
                                        <p:strVal val="visible"/>
                                      </p:to>
                                    </p:set>
                                  </p:childTnLst>
                                </p:cTn>
                              </p:par>
                            </p:childTnLst>
                          </p:cTn>
                        </p:par>
                        <p:par>
                          <p:cTn id="155" fill="hold">
                            <p:stCondLst>
                              <p:cond delay="500"/>
                            </p:stCondLst>
                            <p:childTnLst>
                              <p:par>
                                <p:cTn id="156" presetID="1" presetClass="entr" presetSubtype="0" fill="hold" nodeType="afterEffect">
                                  <p:stCondLst>
                                    <p:cond delay="0"/>
                                  </p:stCondLst>
                                  <p:childTnLst>
                                    <p:set>
                                      <p:cBhvr>
                                        <p:cTn id="157" dur="1" fill="hold">
                                          <p:stCondLst>
                                            <p:cond delay="0"/>
                                          </p:stCondLst>
                                        </p:cTn>
                                        <p:tgtEl>
                                          <p:spTgt spid="138"/>
                                        </p:tgtEl>
                                        <p:attrNameLst>
                                          <p:attrName>style.visibility</p:attrName>
                                        </p:attrNameLst>
                                      </p:cBhvr>
                                      <p:to>
                                        <p:strVal val="visible"/>
                                      </p:to>
                                    </p:set>
                                  </p:childTnLst>
                                </p:cTn>
                              </p:par>
                            </p:childTnLst>
                          </p:cTn>
                        </p:par>
                        <p:par>
                          <p:cTn id="158" fill="hold">
                            <p:stCondLst>
                              <p:cond delay="500"/>
                            </p:stCondLst>
                            <p:childTnLst>
                              <p:par>
                                <p:cTn id="159" presetID="1" presetClass="entr" presetSubtype="0" fill="hold" grpId="0" nodeType="afterEffect">
                                  <p:stCondLst>
                                    <p:cond delay="0"/>
                                  </p:stCondLst>
                                  <p:childTnLst>
                                    <p:set>
                                      <p:cBhvr>
                                        <p:cTn id="160" dur="1" fill="hold">
                                          <p:stCondLst>
                                            <p:cond delay="0"/>
                                          </p:stCondLst>
                                        </p:cTn>
                                        <p:tgtEl>
                                          <p:spTgt spid="140"/>
                                        </p:tgtEl>
                                        <p:attrNameLst>
                                          <p:attrName>style.visibility</p:attrName>
                                        </p:attrNameLst>
                                      </p:cBhvr>
                                      <p:to>
                                        <p:strVal val="visible"/>
                                      </p:to>
                                    </p:set>
                                  </p:childTnLst>
                                </p:cTn>
                              </p:par>
                            </p:childTnLst>
                          </p:cTn>
                        </p:par>
                        <p:par>
                          <p:cTn id="161" fill="hold">
                            <p:stCondLst>
                              <p:cond delay="500"/>
                            </p:stCondLst>
                            <p:childTnLst>
                              <p:par>
                                <p:cTn id="162" presetID="1" presetClass="entr" presetSubtype="0" fill="hold" grpId="0" nodeType="afterEffect">
                                  <p:stCondLst>
                                    <p:cond delay="0"/>
                                  </p:stCondLst>
                                  <p:childTnLst>
                                    <p:set>
                                      <p:cBhvr>
                                        <p:cTn id="163" dur="1" fill="hold">
                                          <p:stCondLst>
                                            <p:cond delay="0"/>
                                          </p:stCondLst>
                                        </p:cTn>
                                        <p:tgtEl>
                                          <p:spTgt spid="139"/>
                                        </p:tgtEl>
                                        <p:attrNameLst>
                                          <p:attrName>style.visibility</p:attrName>
                                        </p:attrNameLst>
                                      </p:cBhvr>
                                      <p:to>
                                        <p:strVal val="visible"/>
                                      </p:to>
                                    </p:set>
                                  </p:childTnLst>
                                </p:cTn>
                              </p:par>
                            </p:childTnLst>
                          </p:cTn>
                        </p:par>
                        <p:par>
                          <p:cTn id="164" fill="hold">
                            <p:stCondLst>
                              <p:cond delay="500"/>
                            </p:stCondLst>
                            <p:childTnLst>
                              <p:par>
                                <p:cTn id="165" presetID="1" presetClass="entr" presetSubtype="0" fill="hold" grpId="0" nodeType="afterEffect">
                                  <p:stCondLst>
                                    <p:cond delay="0"/>
                                  </p:stCondLst>
                                  <p:childTnLst>
                                    <p:set>
                                      <p:cBhvr>
                                        <p:cTn id="166" dur="1" fill="hold">
                                          <p:stCondLst>
                                            <p:cond delay="0"/>
                                          </p:stCondLst>
                                        </p:cTn>
                                        <p:tgtEl>
                                          <p:spTgt spid="157"/>
                                        </p:tgtEl>
                                        <p:attrNameLst>
                                          <p:attrName>style.visibility</p:attrName>
                                        </p:attrNameLst>
                                      </p:cBhvr>
                                      <p:to>
                                        <p:strVal val="visible"/>
                                      </p:to>
                                    </p:set>
                                  </p:childTnLst>
                                </p:cTn>
                              </p:par>
                            </p:childTnLst>
                          </p:cTn>
                        </p:par>
                        <p:par>
                          <p:cTn id="167" fill="hold">
                            <p:stCondLst>
                              <p:cond delay="500"/>
                            </p:stCondLst>
                            <p:childTnLst>
                              <p:par>
                                <p:cTn id="168" presetID="1" presetClass="entr" presetSubtype="0" fill="hold" nodeType="afterEffect">
                                  <p:stCondLst>
                                    <p:cond delay="0"/>
                                  </p:stCondLst>
                                  <p:childTnLst>
                                    <p:set>
                                      <p:cBhvr>
                                        <p:cTn id="169" dur="1" fill="hold">
                                          <p:stCondLst>
                                            <p:cond delay="0"/>
                                          </p:stCondLst>
                                        </p:cTn>
                                        <p:tgtEl>
                                          <p:spTgt spid="159"/>
                                        </p:tgtEl>
                                        <p:attrNameLst>
                                          <p:attrName>style.visibility</p:attrName>
                                        </p:attrNameLst>
                                      </p:cBhvr>
                                      <p:to>
                                        <p:strVal val="visible"/>
                                      </p:to>
                                    </p:set>
                                  </p:childTnLst>
                                </p:cTn>
                              </p:par>
                            </p:childTnLst>
                          </p:cTn>
                        </p:par>
                        <p:par>
                          <p:cTn id="170" fill="hold">
                            <p:stCondLst>
                              <p:cond delay="500"/>
                            </p:stCondLst>
                            <p:childTnLst>
                              <p:par>
                                <p:cTn id="171" presetID="1" presetClass="entr" presetSubtype="0" fill="hold" grpId="0" nodeType="afterEffect">
                                  <p:stCondLst>
                                    <p:cond delay="0"/>
                                  </p:stCondLst>
                                  <p:childTnLst>
                                    <p:set>
                                      <p:cBhvr>
                                        <p:cTn id="172" dur="1" fill="hold">
                                          <p:stCondLst>
                                            <p:cond delay="0"/>
                                          </p:stCondLst>
                                        </p:cTn>
                                        <p:tgtEl>
                                          <p:spTgt spid="160"/>
                                        </p:tgtEl>
                                        <p:attrNameLst>
                                          <p:attrName>style.visibility</p:attrName>
                                        </p:attrNameLst>
                                      </p:cBhvr>
                                      <p:to>
                                        <p:strVal val="visible"/>
                                      </p:to>
                                    </p:set>
                                  </p:childTnLst>
                                </p:cTn>
                              </p:par>
                            </p:childTnLst>
                          </p:cTn>
                        </p:par>
                        <p:par>
                          <p:cTn id="173" fill="hold">
                            <p:stCondLst>
                              <p:cond delay="500"/>
                            </p:stCondLst>
                            <p:childTnLst>
                              <p:par>
                                <p:cTn id="174" presetID="1" presetClass="entr" presetSubtype="0" fill="hold" grpId="0" nodeType="afterEffect">
                                  <p:stCondLst>
                                    <p:cond delay="0"/>
                                  </p:stCondLst>
                                  <p:childTnLst>
                                    <p:set>
                                      <p:cBhvr>
                                        <p:cTn id="175" dur="1" fill="hold">
                                          <p:stCondLst>
                                            <p:cond delay="0"/>
                                          </p:stCondLst>
                                        </p:cTn>
                                        <p:tgtEl>
                                          <p:spTgt spid="158"/>
                                        </p:tgtEl>
                                        <p:attrNameLst>
                                          <p:attrName>style.visibility</p:attrName>
                                        </p:attrNameLst>
                                      </p:cBhvr>
                                      <p:to>
                                        <p:strVal val="visible"/>
                                      </p:to>
                                    </p:set>
                                  </p:childTnLst>
                                </p:cTn>
                              </p:par>
                            </p:childTnLst>
                          </p:cTn>
                        </p:par>
                        <p:par>
                          <p:cTn id="176" fill="hold">
                            <p:stCondLst>
                              <p:cond delay="500"/>
                            </p:stCondLst>
                            <p:childTnLst>
                              <p:par>
                                <p:cTn id="177" presetID="1" presetClass="entr" presetSubtype="0" fill="hold" nodeType="afterEffect">
                                  <p:stCondLst>
                                    <p:cond delay="0"/>
                                  </p:stCondLst>
                                  <p:childTnLst>
                                    <p:set>
                                      <p:cBhvr>
                                        <p:cTn id="178" dur="1" fill="hold">
                                          <p:stCondLst>
                                            <p:cond delay="0"/>
                                          </p:stCondLst>
                                        </p:cTn>
                                        <p:tgtEl>
                                          <p:spTgt spid="165"/>
                                        </p:tgtEl>
                                        <p:attrNameLst>
                                          <p:attrName>style.visibility</p:attrName>
                                        </p:attrNameLst>
                                      </p:cBhvr>
                                      <p:to>
                                        <p:strVal val="visible"/>
                                      </p:to>
                                    </p:set>
                                  </p:childTnLst>
                                </p:cTn>
                              </p:par>
                            </p:childTnLst>
                          </p:cTn>
                        </p:par>
                        <p:par>
                          <p:cTn id="179" fill="hold">
                            <p:stCondLst>
                              <p:cond delay="500"/>
                            </p:stCondLst>
                            <p:childTnLst>
                              <p:par>
                                <p:cTn id="180" presetID="1" presetClass="entr" presetSubtype="0" fill="hold" nodeType="afterEffect">
                                  <p:stCondLst>
                                    <p:cond delay="0"/>
                                  </p:stCondLst>
                                  <p:childTnLst>
                                    <p:set>
                                      <p:cBhvr>
                                        <p:cTn id="181" dur="1" fill="hold">
                                          <p:stCondLst>
                                            <p:cond delay="0"/>
                                          </p:stCondLst>
                                        </p:cTn>
                                        <p:tgtEl>
                                          <p:spTgt spid="166"/>
                                        </p:tgtEl>
                                        <p:attrNameLst>
                                          <p:attrName>style.visibility</p:attrName>
                                        </p:attrNameLst>
                                      </p:cBhvr>
                                      <p:to>
                                        <p:strVal val="visible"/>
                                      </p:to>
                                    </p:set>
                                  </p:childTnLst>
                                </p:cTn>
                              </p:par>
                            </p:childTnLst>
                          </p:cTn>
                        </p:par>
                        <p:par>
                          <p:cTn id="182" fill="hold">
                            <p:stCondLst>
                              <p:cond delay="500"/>
                            </p:stCondLst>
                            <p:childTnLst>
                              <p:par>
                                <p:cTn id="183" presetID="1" presetClass="entr" presetSubtype="0" fill="hold" nodeType="afterEffect">
                                  <p:stCondLst>
                                    <p:cond delay="0"/>
                                  </p:stCondLst>
                                  <p:childTnLst>
                                    <p:set>
                                      <p:cBhvr>
                                        <p:cTn id="184" dur="1" fill="hold">
                                          <p:stCondLst>
                                            <p:cond delay="0"/>
                                          </p:stCondLst>
                                        </p:cTn>
                                        <p:tgtEl>
                                          <p:spTgt spid="167"/>
                                        </p:tgtEl>
                                        <p:attrNameLst>
                                          <p:attrName>style.visibility</p:attrName>
                                        </p:attrNameLst>
                                      </p:cBhvr>
                                      <p:to>
                                        <p:strVal val="visible"/>
                                      </p:to>
                                    </p:set>
                                  </p:childTnLst>
                                </p:cTn>
                              </p:par>
                            </p:childTnLst>
                          </p:cTn>
                        </p:par>
                        <p:par>
                          <p:cTn id="185" fill="hold">
                            <p:stCondLst>
                              <p:cond delay="500"/>
                            </p:stCondLst>
                            <p:childTnLst>
                              <p:par>
                                <p:cTn id="186" presetID="1" presetClass="entr" presetSubtype="0" fill="hold" grpId="0" nodeType="afterEffect">
                                  <p:stCondLst>
                                    <p:cond delay="0"/>
                                  </p:stCondLst>
                                  <p:childTnLst>
                                    <p:set>
                                      <p:cBhvr>
                                        <p:cTn id="187" dur="1" fill="hold">
                                          <p:stCondLst>
                                            <p:cond delay="0"/>
                                          </p:stCondLst>
                                        </p:cTn>
                                        <p:tgtEl>
                                          <p:spTgt spid="168"/>
                                        </p:tgtEl>
                                        <p:attrNameLst>
                                          <p:attrName>style.visibility</p:attrName>
                                        </p:attrNameLst>
                                      </p:cBhvr>
                                      <p:to>
                                        <p:strVal val="visible"/>
                                      </p:to>
                                    </p:set>
                                  </p:childTnLst>
                                </p:cTn>
                              </p:par>
                            </p:childTnLst>
                          </p:cTn>
                        </p:par>
                        <p:par>
                          <p:cTn id="188" fill="hold">
                            <p:stCondLst>
                              <p:cond delay="500"/>
                            </p:stCondLst>
                            <p:childTnLst>
                              <p:par>
                                <p:cTn id="189" presetID="1" presetClass="entr" presetSubtype="0" fill="hold" grpId="0" nodeType="afterEffect">
                                  <p:stCondLst>
                                    <p:cond delay="0"/>
                                  </p:stCondLst>
                                  <p:childTnLst>
                                    <p:set>
                                      <p:cBhvr>
                                        <p:cTn id="190" dur="1" fill="hold">
                                          <p:stCondLst>
                                            <p:cond delay="0"/>
                                          </p:stCondLst>
                                        </p:cTn>
                                        <p:tgtEl>
                                          <p:spTgt spid="169"/>
                                        </p:tgtEl>
                                        <p:attrNameLst>
                                          <p:attrName>style.visibility</p:attrName>
                                        </p:attrNameLst>
                                      </p:cBhvr>
                                      <p:to>
                                        <p:strVal val="visible"/>
                                      </p:to>
                                    </p:set>
                                  </p:childTnLst>
                                </p:cTn>
                              </p:par>
                            </p:childTnLst>
                          </p:cTn>
                        </p:par>
                        <p:par>
                          <p:cTn id="191" fill="hold">
                            <p:stCondLst>
                              <p:cond delay="500"/>
                            </p:stCondLst>
                            <p:childTnLst>
                              <p:par>
                                <p:cTn id="192" presetID="1" presetClass="entr" presetSubtype="0" fill="hold" grpId="0" nodeType="afterEffect">
                                  <p:stCondLst>
                                    <p:cond delay="0"/>
                                  </p:stCondLst>
                                  <p:childTnLst>
                                    <p:set>
                                      <p:cBhvr>
                                        <p:cTn id="193" dur="1" fill="hold">
                                          <p:stCondLst>
                                            <p:cond delay="0"/>
                                          </p:stCondLst>
                                        </p:cTn>
                                        <p:tgtEl>
                                          <p:spTgt spid="170"/>
                                        </p:tgtEl>
                                        <p:attrNameLst>
                                          <p:attrName>style.visibility</p:attrName>
                                        </p:attrNameLst>
                                      </p:cBhvr>
                                      <p:to>
                                        <p:strVal val="visible"/>
                                      </p:to>
                                    </p:set>
                                  </p:childTnLst>
                                </p:cTn>
                              </p:par>
                            </p:childTnLst>
                          </p:cTn>
                        </p:par>
                        <p:par>
                          <p:cTn id="194" fill="hold">
                            <p:stCondLst>
                              <p:cond delay="500"/>
                            </p:stCondLst>
                            <p:childTnLst>
                              <p:par>
                                <p:cTn id="195" presetID="1" presetClass="entr" presetSubtype="0" fill="hold" nodeType="afterEffect">
                                  <p:stCondLst>
                                    <p:cond delay="0"/>
                                  </p:stCondLst>
                                  <p:childTnLst>
                                    <p:set>
                                      <p:cBhvr>
                                        <p:cTn id="196" dur="1" fill="hold">
                                          <p:stCondLst>
                                            <p:cond delay="0"/>
                                          </p:stCondLst>
                                        </p:cTn>
                                        <p:tgtEl>
                                          <p:spTgt spid="171"/>
                                        </p:tgtEl>
                                        <p:attrNameLst>
                                          <p:attrName>style.visibility</p:attrName>
                                        </p:attrNameLst>
                                      </p:cBhvr>
                                      <p:to>
                                        <p:strVal val="visible"/>
                                      </p:to>
                                    </p:set>
                                  </p:childTnLst>
                                </p:cTn>
                              </p:par>
                            </p:childTnLst>
                          </p:cTn>
                        </p:par>
                        <p:par>
                          <p:cTn id="197" fill="hold">
                            <p:stCondLst>
                              <p:cond delay="500"/>
                            </p:stCondLst>
                            <p:childTnLst>
                              <p:par>
                                <p:cTn id="198" presetID="1" presetClass="entr" presetSubtype="0" fill="hold" nodeType="afterEffect">
                                  <p:stCondLst>
                                    <p:cond delay="0"/>
                                  </p:stCondLst>
                                  <p:childTnLst>
                                    <p:set>
                                      <p:cBhvr>
                                        <p:cTn id="199" dur="1" fill="hold">
                                          <p:stCondLst>
                                            <p:cond delay="0"/>
                                          </p:stCondLst>
                                        </p:cTn>
                                        <p:tgtEl>
                                          <p:spTgt spid="174"/>
                                        </p:tgtEl>
                                        <p:attrNameLst>
                                          <p:attrName>style.visibility</p:attrName>
                                        </p:attrNameLst>
                                      </p:cBhvr>
                                      <p:to>
                                        <p:strVal val="visible"/>
                                      </p:to>
                                    </p:set>
                                  </p:childTnLst>
                                </p:cTn>
                              </p:par>
                            </p:childTnLst>
                          </p:cTn>
                        </p:par>
                        <p:par>
                          <p:cTn id="200" fill="hold">
                            <p:stCondLst>
                              <p:cond delay="500"/>
                            </p:stCondLst>
                            <p:childTnLst>
                              <p:par>
                                <p:cTn id="201" presetID="1" presetClass="entr" presetSubtype="0" fill="hold" grpId="0" nodeType="afterEffect">
                                  <p:stCondLst>
                                    <p:cond delay="0"/>
                                  </p:stCondLst>
                                  <p:childTnLst>
                                    <p:set>
                                      <p:cBhvr>
                                        <p:cTn id="202" dur="1" fill="hold">
                                          <p:stCondLst>
                                            <p:cond delay="0"/>
                                          </p:stCondLst>
                                        </p:cTn>
                                        <p:tgtEl>
                                          <p:spTgt spid="172"/>
                                        </p:tgtEl>
                                        <p:attrNameLst>
                                          <p:attrName>style.visibility</p:attrName>
                                        </p:attrNameLst>
                                      </p:cBhvr>
                                      <p:to>
                                        <p:strVal val="visible"/>
                                      </p:to>
                                    </p:set>
                                  </p:childTnLst>
                                </p:cTn>
                              </p:par>
                            </p:childTnLst>
                          </p:cTn>
                        </p:par>
                        <p:par>
                          <p:cTn id="203" fill="hold">
                            <p:stCondLst>
                              <p:cond delay="500"/>
                            </p:stCondLst>
                            <p:childTnLst>
                              <p:par>
                                <p:cTn id="204" presetID="1" presetClass="entr" presetSubtype="0" fill="hold" grpId="0" nodeType="afterEffect">
                                  <p:stCondLst>
                                    <p:cond delay="0"/>
                                  </p:stCondLst>
                                  <p:childTnLst>
                                    <p:set>
                                      <p:cBhvr>
                                        <p:cTn id="205" dur="1" fill="hold">
                                          <p:stCondLst>
                                            <p:cond delay="0"/>
                                          </p:stCondLst>
                                        </p:cTn>
                                        <p:tgtEl>
                                          <p:spTgt spid="173"/>
                                        </p:tgtEl>
                                        <p:attrNameLst>
                                          <p:attrName>style.visibility</p:attrName>
                                        </p:attrNameLst>
                                      </p:cBhvr>
                                      <p:to>
                                        <p:strVal val="visible"/>
                                      </p:to>
                                    </p:set>
                                  </p:childTnLst>
                                </p:cTn>
                              </p:par>
                            </p:childTnLst>
                          </p:cTn>
                        </p:par>
                        <p:par>
                          <p:cTn id="206" fill="hold">
                            <p:stCondLst>
                              <p:cond delay="500"/>
                            </p:stCondLst>
                            <p:childTnLst>
                              <p:par>
                                <p:cTn id="207" presetID="1" presetClass="entr" presetSubtype="0" fill="hold" grpId="0" nodeType="afterEffect">
                                  <p:stCondLst>
                                    <p:cond delay="0"/>
                                  </p:stCondLst>
                                  <p:childTnLst>
                                    <p:set>
                                      <p:cBhvr>
                                        <p:cTn id="208" dur="1" fill="hold">
                                          <p:stCondLst>
                                            <p:cond delay="0"/>
                                          </p:stCondLst>
                                        </p:cTn>
                                        <p:tgtEl>
                                          <p:spTgt spid="175"/>
                                        </p:tgtEl>
                                        <p:attrNameLst>
                                          <p:attrName>style.visibility</p:attrName>
                                        </p:attrNameLst>
                                      </p:cBhvr>
                                      <p:to>
                                        <p:strVal val="visible"/>
                                      </p:to>
                                    </p:set>
                                  </p:childTnLst>
                                </p:cTn>
                              </p:par>
                            </p:childTnLst>
                          </p:cTn>
                        </p:par>
                        <p:par>
                          <p:cTn id="209" fill="hold">
                            <p:stCondLst>
                              <p:cond delay="500"/>
                            </p:stCondLst>
                            <p:childTnLst>
                              <p:par>
                                <p:cTn id="210" presetID="1" presetClass="entr" presetSubtype="0" fill="hold" nodeType="afterEffect">
                                  <p:stCondLst>
                                    <p:cond delay="0"/>
                                  </p:stCondLst>
                                  <p:childTnLst>
                                    <p:set>
                                      <p:cBhvr>
                                        <p:cTn id="211" dur="1" fill="hold">
                                          <p:stCondLst>
                                            <p:cond delay="0"/>
                                          </p:stCondLst>
                                        </p:cTn>
                                        <p:tgtEl>
                                          <p:spTgt spid="176"/>
                                        </p:tgtEl>
                                        <p:attrNameLst>
                                          <p:attrName>style.visibility</p:attrName>
                                        </p:attrNameLst>
                                      </p:cBhvr>
                                      <p:to>
                                        <p:strVal val="visible"/>
                                      </p:to>
                                    </p:set>
                                  </p:childTnLst>
                                </p:cTn>
                              </p:par>
                            </p:childTnLst>
                          </p:cTn>
                        </p:par>
                        <p:par>
                          <p:cTn id="212" fill="hold">
                            <p:stCondLst>
                              <p:cond delay="500"/>
                            </p:stCondLst>
                            <p:childTnLst>
                              <p:par>
                                <p:cTn id="213" presetID="1" presetClass="entr" presetSubtype="0" fill="hold" grpId="0" nodeType="afterEffect">
                                  <p:stCondLst>
                                    <p:cond delay="0"/>
                                  </p:stCondLst>
                                  <p:childTnLst>
                                    <p:set>
                                      <p:cBhvr>
                                        <p:cTn id="214" dur="1" fill="hold">
                                          <p:stCondLst>
                                            <p:cond delay="0"/>
                                          </p:stCondLst>
                                        </p:cTn>
                                        <p:tgtEl>
                                          <p:spTgt spid="177"/>
                                        </p:tgtEl>
                                        <p:attrNameLst>
                                          <p:attrName>style.visibility</p:attrName>
                                        </p:attrNameLst>
                                      </p:cBhvr>
                                      <p:to>
                                        <p:strVal val="visible"/>
                                      </p:to>
                                    </p:set>
                                  </p:childTnLst>
                                </p:cTn>
                              </p:par>
                            </p:childTnLst>
                          </p:cTn>
                        </p:par>
                        <p:par>
                          <p:cTn id="215" fill="hold">
                            <p:stCondLst>
                              <p:cond delay="500"/>
                            </p:stCondLst>
                            <p:childTnLst>
                              <p:par>
                                <p:cTn id="216" presetID="1" presetClass="entr" presetSubtype="0" fill="hold" grpId="0" nodeType="afterEffect">
                                  <p:stCondLst>
                                    <p:cond delay="0"/>
                                  </p:stCondLst>
                                  <p:childTnLst>
                                    <p:set>
                                      <p:cBhvr>
                                        <p:cTn id="217" dur="1" fill="hold">
                                          <p:stCondLst>
                                            <p:cond delay="0"/>
                                          </p:stCondLst>
                                        </p:cTn>
                                        <p:tgtEl>
                                          <p:spTgt spid="178"/>
                                        </p:tgtEl>
                                        <p:attrNameLst>
                                          <p:attrName>style.visibility</p:attrName>
                                        </p:attrNameLst>
                                      </p:cBhvr>
                                      <p:to>
                                        <p:strVal val="visible"/>
                                      </p:to>
                                    </p:set>
                                  </p:childTnLst>
                                </p:cTn>
                              </p:par>
                            </p:childTnLst>
                          </p:cTn>
                        </p:par>
                        <p:par>
                          <p:cTn id="218" fill="hold">
                            <p:stCondLst>
                              <p:cond delay="500"/>
                            </p:stCondLst>
                            <p:childTnLst>
                              <p:par>
                                <p:cTn id="219" presetID="1" presetClass="entr" presetSubtype="0" fill="hold" grpId="0" nodeType="afterEffect">
                                  <p:stCondLst>
                                    <p:cond delay="0"/>
                                  </p:stCondLst>
                                  <p:childTnLst>
                                    <p:set>
                                      <p:cBhvr>
                                        <p:cTn id="220" dur="1" fill="hold">
                                          <p:stCondLst>
                                            <p:cond delay="0"/>
                                          </p:stCondLst>
                                        </p:cTn>
                                        <p:tgtEl>
                                          <p:spTgt spid="179"/>
                                        </p:tgtEl>
                                        <p:attrNameLst>
                                          <p:attrName>style.visibility</p:attrName>
                                        </p:attrNameLst>
                                      </p:cBhvr>
                                      <p:to>
                                        <p:strVal val="visible"/>
                                      </p:to>
                                    </p:set>
                                  </p:childTnLst>
                                </p:cTn>
                              </p:par>
                            </p:childTnLst>
                          </p:cTn>
                        </p:par>
                        <p:par>
                          <p:cTn id="221" fill="hold">
                            <p:stCondLst>
                              <p:cond delay="500"/>
                            </p:stCondLst>
                            <p:childTnLst>
                              <p:par>
                                <p:cTn id="222" presetID="1" presetClass="entr" presetSubtype="0" fill="hold" nodeType="afterEffect">
                                  <p:stCondLst>
                                    <p:cond delay="0"/>
                                  </p:stCondLst>
                                  <p:childTnLst>
                                    <p:set>
                                      <p:cBhvr>
                                        <p:cTn id="223" dur="1" fill="hold">
                                          <p:stCondLst>
                                            <p:cond delay="0"/>
                                          </p:stCondLst>
                                        </p:cTn>
                                        <p:tgtEl>
                                          <p:spTgt spid="181"/>
                                        </p:tgtEl>
                                        <p:attrNameLst>
                                          <p:attrName>style.visibility</p:attrName>
                                        </p:attrNameLst>
                                      </p:cBhvr>
                                      <p:to>
                                        <p:strVal val="visible"/>
                                      </p:to>
                                    </p:set>
                                  </p:childTnLst>
                                </p:cTn>
                              </p:par>
                            </p:childTnLst>
                          </p:cTn>
                        </p:par>
                        <p:par>
                          <p:cTn id="224" fill="hold">
                            <p:stCondLst>
                              <p:cond delay="500"/>
                            </p:stCondLst>
                            <p:childTnLst>
                              <p:par>
                                <p:cTn id="225" presetID="1" presetClass="entr" presetSubtype="0" fill="hold" grpId="0" nodeType="afterEffect">
                                  <p:stCondLst>
                                    <p:cond delay="0"/>
                                  </p:stCondLst>
                                  <p:childTnLst>
                                    <p:set>
                                      <p:cBhvr>
                                        <p:cTn id="226" dur="1" fill="hold">
                                          <p:stCondLst>
                                            <p:cond delay="0"/>
                                          </p:stCondLst>
                                        </p:cTn>
                                        <p:tgtEl>
                                          <p:spTgt spid="182"/>
                                        </p:tgtEl>
                                        <p:attrNameLst>
                                          <p:attrName>style.visibility</p:attrName>
                                        </p:attrNameLst>
                                      </p:cBhvr>
                                      <p:to>
                                        <p:strVal val="visible"/>
                                      </p:to>
                                    </p:set>
                                  </p:childTnLst>
                                </p:cTn>
                              </p:par>
                            </p:childTnLst>
                          </p:cTn>
                        </p:par>
                        <p:par>
                          <p:cTn id="227" fill="hold">
                            <p:stCondLst>
                              <p:cond delay="500"/>
                            </p:stCondLst>
                            <p:childTnLst>
                              <p:par>
                                <p:cTn id="228" presetID="1" presetClass="entr" presetSubtype="0" fill="hold" grpId="0" nodeType="afterEffect">
                                  <p:stCondLst>
                                    <p:cond delay="0"/>
                                  </p:stCondLst>
                                  <p:childTnLst>
                                    <p:set>
                                      <p:cBhvr>
                                        <p:cTn id="229" dur="1" fill="hold">
                                          <p:stCondLst>
                                            <p:cond delay="0"/>
                                          </p:stCondLst>
                                        </p:cTn>
                                        <p:tgtEl>
                                          <p:spTgt spid="180"/>
                                        </p:tgtEl>
                                        <p:attrNameLst>
                                          <p:attrName>style.visibility</p:attrName>
                                        </p:attrNameLst>
                                      </p:cBhvr>
                                      <p:to>
                                        <p:strVal val="visible"/>
                                      </p:to>
                                    </p:set>
                                  </p:childTnLst>
                                </p:cTn>
                              </p:par>
                            </p:childTnLst>
                          </p:cTn>
                        </p:par>
                        <p:par>
                          <p:cTn id="230" fill="hold">
                            <p:stCondLst>
                              <p:cond delay="500"/>
                            </p:stCondLst>
                            <p:childTnLst>
                              <p:par>
                                <p:cTn id="231" presetID="1" presetClass="emph" presetSubtype="2" fill="hold" grpId="1" nodeType="afterEffect">
                                  <p:stCondLst>
                                    <p:cond delay="0"/>
                                  </p:stCondLst>
                                  <p:childTnLst>
                                    <p:animClr clrSpc="rgb" dir="cw">
                                      <p:cBhvr>
                                        <p:cTn id="232" dur="750" fill="hold"/>
                                        <p:tgtEl>
                                          <p:spTgt spid="147"/>
                                        </p:tgtEl>
                                        <p:attrNameLst>
                                          <p:attrName>fillcolor</p:attrName>
                                        </p:attrNameLst>
                                      </p:cBhvr>
                                      <p:to>
                                        <a:srgbClr val="00B0F0"/>
                                      </p:to>
                                    </p:animClr>
                                    <p:set>
                                      <p:cBhvr>
                                        <p:cTn id="233" dur="750" fill="hold"/>
                                        <p:tgtEl>
                                          <p:spTgt spid="147"/>
                                        </p:tgtEl>
                                        <p:attrNameLst>
                                          <p:attrName>fill.type</p:attrName>
                                        </p:attrNameLst>
                                      </p:cBhvr>
                                      <p:to>
                                        <p:strVal val="solid"/>
                                      </p:to>
                                    </p:set>
                                    <p:set>
                                      <p:cBhvr>
                                        <p:cTn id="234" dur="750" fill="hold"/>
                                        <p:tgtEl>
                                          <p:spTgt spid="147"/>
                                        </p:tgtEl>
                                        <p:attrNameLst>
                                          <p:attrName>fill.on</p:attrName>
                                        </p:attrNameLst>
                                      </p:cBhvr>
                                      <p:to>
                                        <p:strVal val="true"/>
                                      </p:to>
                                    </p:set>
                                  </p:childTnLst>
                                </p:cTn>
                              </p:par>
                            </p:childTnLst>
                          </p:cTn>
                        </p:par>
                        <p:par>
                          <p:cTn id="235" fill="hold">
                            <p:stCondLst>
                              <p:cond delay="1250"/>
                            </p:stCondLst>
                            <p:childTnLst>
                              <p:par>
                                <p:cTn id="236" presetID="1" presetClass="entr" presetSubtype="0" fill="hold" nodeType="afterEffect">
                                  <p:stCondLst>
                                    <p:cond delay="0"/>
                                  </p:stCondLst>
                                  <p:childTnLst>
                                    <p:set>
                                      <p:cBhvr>
                                        <p:cTn id="237" dur="1" fill="hold">
                                          <p:stCondLst>
                                            <p:cond delay="0"/>
                                          </p:stCondLst>
                                        </p:cTn>
                                        <p:tgtEl>
                                          <p:spTgt spid="183"/>
                                        </p:tgtEl>
                                        <p:attrNameLst>
                                          <p:attrName>style.visibility</p:attrName>
                                        </p:attrNameLst>
                                      </p:cBhvr>
                                      <p:to>
                                        <p:strVal val="visible"/>
                                      </p:to>
                                    </p:set>
                                  </p:childTnLst>
                                </p:cTn>
                              </p:par>
                            </p:childTnLst>
                          </p:cTn>
                        </p:par>
                        <p:par>
                          <p:cTn id="238" fill="hold">
                            <p:stCondLst>
                              <p:cond delay="1250"/>
                            </p:stCondLst>
                            <p:childTnLst>
                              <p:par>
                                <p:cTn id="239" presetID="1" presetClass="entr" presetSubtype="0" fill="hold" nodeType="afterEffect">
                                  <p:stCondLst>
                                    <p:cond delay="0"/>
                                  </p:stCondLst>
                                  <p:childTnLst>
                                    <p:set>
                                      <p:cBhvr>
                                        <p:cTn id="240" dur="1" fill="hold">
                                          <p:stCondLst>
                                            <p:cond delay="0"/>
                                          </p:stCondLst>
                                        </p:cTn>
                                        <p:tgtEl>
                                          <p:spTgt spid="184"/>
                                        </p:tgtEl>
                                        <p:attrNameLst>
                                          <p:attrName>style.visibility</p:attrName>
                                        </p:attrNameLst>
                                      </p:cBhvr>
                                      <p:to>
                                        <p:strVal val="visible"/>
                                      </p:to>
                                    </p:set>
                                  </p:childTnLst>
                                </p:cTn>
                              </p:par>
                            </p:childTnLst>
                          </p:cTn>
                        </p:par>
                        <p:par>
                          <p:cTn id="241" fill="hold">
                            <p:stCondLst>
                              <p:cond delay="1250"/>
                            </p:stCondLst>
                            <p:childTnLst>
                              <p:par>
                                <p:cTn id="242" presetID="1" presetClass="entr" presetSubtype="0" fill="hold" grpId="0" nodeType="afterEffect">
                                  <p:stCondLst>
                                    <p:cond delay="0"/>
                                  </p:stCondLst>
                                  <p:childTnLst>
                                    <p:set>
                                      <p:cBhvr>
                                        <p:cTn id="243" dur="1" fill="hold">
                                          <p:stCondLst>
                                            <p:cond delay="0"/>
                                          </p:stCondLst>
                                        </p:cTn>
                                        <p:tgtEl>
                                          <p:spTgt spid="185"/>
                                        </p:tgtEl>
                                        <p:attrNameLst>
                                          <p:attrName>style.visibility</p:attrName>
                                        </p:attrNameLst>
                                      </p:cBhvr>
                                      <p:to>
                                        <p:strVal val="visible"/>
                                      </p:to>
                                    </p:set>
                                  </p:childTnLst>
                                </p:cTn>
                              </p:par>
                            </p:childTnLst>
                          </p:cTn>
                        </p:par>
                        <p:par>
                          <p:cTn id="244" fill="hold">
                            <p:stCondLst>
                              <p:cond delay="1250"/>
                            </p:stCondLst>
                            <p:childTnLst>
                              <p:par>
                                <p:cTn id="245" presetID="1" presetClass="entr" presetSubtype="0" fill="hold" grpId="0" nodeType="afterEffect">
                                  <p:stCondLst>
                                    <p:cond delay="0"/>
                                  </p:stCondLst>
                                  <p:childTnLst>
                                    <p:set>
                                      <p:cBhvr>
                                        <p:cTn id="246" dur="1" fill="hold">
                                          <p:stCondLst>
                                            <p:cond delay="0"/>
                                          </p:stCondLst>
                                        </p:cTn>
                                        <p:tgtEl>
                                          <p:spTgt spid="186"/>
                                        </p:tgtEl>
                                        <p:attrNameLst>
                                          <p:attrName>style.visibility</p:attrName>
                                        </p:attrNameLst>
                                      </p:cBhvr>
                                      <p:to>
                                        <p:strVal val="visible"/>
                                      </p:to>
                                    </p:set>
                                  </p:childTnLst>
                                </p:cTn>
                              </p:par>
                            </p:childTnLst>
                          </p:cTn>
                        </p:par>
                        <p:par>
                          <p:cTn id="247" fill="hold">
                            <p:stCondLst>
                              <p:cond delay="1250"/>
                            </p:stCondLst>
                            <p:childTnLst>
                              <p:par>
                                <p:cTn id="248" presetID="1" presetClass="entr" presetSubtype="0" fill="hold" grpId="0" nodeType="afterEffect">
                                  <p:stCondLst>
                                    <p:cond delay="0"/>
                                  </p:stCondLst>
                                  <p:childTnLst>
                                    <p:set>
                                      <p:cBhvr>
                                        <p:cTn id="249" dur="1" fill="hold">
                                          <p:stCondLst>
                                            <p:cond delay="0"/>
                                          </p:stCondLst>
                                        </p:cTn>
                                        <p:tgtEl>
                                          <p:spTgt spid="187"/>
                                        </p:tgtEl>
                                        <p:attrNameLst>
                                          <p:attrName>style.visibility</p:attrName>
                                        </p:attrNameLst>
                                      </p:cBhvr>
                                      <p:to>
                                        <p:strVal val="visible"/>
                                      </p:to>
                                    </p:set>
                                  </p:childTnLst>
                                </p:cTn>
                              </p:par>
                            </p:childTnLst>
                          </p:cTn>
                        </p:par>
                        <p:par>
                          <p:cTn id="250" fill="hold">
                            <p:stCondLst>
                              <p:cond delay="1250"/>
                            </p:stCondLst>
                            <p:childTnLst>
                              <p:par>
                                <p:cTn id="251" presetID="1" presetClass="entr" presetSubtype="0" fill="hold" nodeType="afterEffect">
                                  <p:stCondLst>
                                    <p:cond delay="0"/>
                                  </p:stCondLst>
                                  <p:childTnLst>
                                    <p:set>
                                      <p:cBhvr>
                                        <p:cTn id="252" dur="1" fill="hold">
                                          <p:stCondLst>
                                            <p:cond delay="0"/>
                                          </p:stCondLst>
                                        </p:cTn>
                                        <p:tgtEl>
                                          <p:spTgt spid="188"/>
                                        </p:tgtEl>
                                        <p:attrNameLst>
                                          <p:attrName>style.visibility</p:attrName>
                                        </p:attrNameLst>
                                      </p:cBhvr>
                                      <p:to>
                                        <p:strVal val="visible"/>
                                      </p:to>
                                    </p:set>
                                  </p:childTnLst>
                                </p:cTn>
                              </p:par>
                            </p:childTnLst>
                          </p:cTn>
                        </p:par>
                        <p:par>
                          <p:cTn id="253" fill="hold">
                            <p:stCondLst>
                              <p:cond delay="1250"/>
                            </p:stCondLst>
                            <p:childTnLst>
                              <p:par>
                                <p:cTn id="254" presetID="1" presetClass="entr" presetSubtype="0" fill="hold" grpId="0" nodeType="afterEffect">
                                  <p:stCondLst>
                                    <p:cond delay="0"/>
                                  </p:stCondLst>
                                  <p:childTnLst>
                                    <p:set>
                                      <p:cBhvr>
                                        <p:cTn id="255" dur="1" fill="hold">
                                          <p:stCondLst>
                                            <p:cond delay="0"/>
                                          </p:stCondLst>
                                        </p:cTn>
                                        <p:tgtEl>
                                          <p:spTgt spid="189"/>
                                        </p:tgtEl>
                                        <p:attrNameLst>
                                          <p:attrName>style.visibility</p:attrName>
                                        </p:attrNameLst>
                                      </p:cBhvr>
                                      <p:to>
                                        <p:strVal val="visible"/>
                                      </p:to>
                                    </p:set>
                                  </p:childTnLst>
                                </p:cTn>
                              </p:par>
                            </p:childTnLst>
                          </p:cTn>
                        </p:par>
                        <p:par>
                          <p:cTn id="256" fill="hold">
                            <p:stCondLst>
                              <p:cond delay="1250"/>
                            </p:stCondLst>
                            <p:childTnLst>
                              <p:par>
                                <p:cTn id="257" presetID="1" presetClass="entr" presetSubtype="0" fill="hold" grpId="0" nodeType="afterEffect">
                                  <p:stCondLst>
                                    <p:cond delay="0"/>
                                  </p:stCondLst>
                                  <p:childTnLst>
                                    <p:set>
                                      <p:cBhvr>
                                        <p:cTn id="258" dur="1" fill="hold">
                                          <p:stCondLst>
                                            <p:cond delay="0"/>
                                          </p:stCondLst>
                                        </p:cTn>
                                        <p:tgtEl>
                                          <p:spTgt spid="190"/>
                                        </p:tgtEl>
                                        <p:attrNameLst>
                                          <p:attrName>style.visibility</p:attrName>
                                        </p:attrNameLst>
                                      </p:cBhvr>
                                      <p:to>
                                        <p:strVal val="visible"/>
                                      </p:to>
                                    </p:set>
                                  </p:childTnLst>
                                </p:cTn>
                              </p:par>
                            </p:childTnLst>
                          </p:cTn>
                        </p:par>
                        <p:par>
                          <p:cTn id="259" fill="hold">
                            <p:stCondLst>
                              <p:cond delay="1250"/>
                            </p:stCondLst>
                            <p:childTnLst>
                              <p:par>
                                <p:cTn id="260" presetID="1" presetClass="entr" presetSubtype="0" fill="hold" grpId="0" nodeType="afterEffect">
                                  <p:stCondLst>
                                    <p:cond delay="0"/>
                                  </p:stCondLst>
                                  <p:childTnLst>
                                    <p:set>
                                      <p:cBhvr>
                                        <p:cTn id="261" dur="1" fill="hold">
                                          <p:stCondLst>
                                            <p:cond delay="0"/>
                                          </p:stCondLst>
                                        </p:cTn>
                                        <p:tgtEl>
                                          <p:spTgt spid="191"/>
                                        </p:tgtEl>
                                        <p:attrNameLst>
                                          <p:attrName>style.visibility</p:attrName>
                                        </p:attrNameLst>
                                      </p:cBhvr>
                                      <p:to>
                                        <p:strVal val="visible"/>
                                      </p:to>
                                    </p:set>
                                  </p:childTnLst>
                                </p:cTn>
                              </p:par>
                            </p:childTnLst>
                          </p:cTn>
                        </p:par>
                        <p:par>
                          <p:cTn id="262" fill="hold">
                            <p:stCondLst>
                              <p:cond delay="1250"/>
                            </p:stCondLst>
                            <p:childTnLst>
                              <p:par>
                                <p:cTn id="263" presetID="1" presetClass="entr" presetSubtype="0" fill="hold" nodeType="afterEffect">
                                  <p:stCondLst>
                                    <p:cond delay="0"/>
                                  </p:stCondLst>
                                  <p:childTnLst>
                                    <p:set>
                                      <p:cBhvr>
                                        <p:cTn id="264" dur="1" fill="hold">
                                          <p:stCondLst>
                                            <p:cond delay="0"/>
                                          </p:stCondLst>
                                        </p:cTn>
                                        <p:tgtEl>
                                          <p:spTgt spid="193"/>
                                        </p:tgtEl>
                                        <p:attrNameLst>
                                          <p:attrName>style.visibility</p:attrName>
                                        </p:attrNameLst>
                                      </p:cBhvr>
                                      <p:to>
                                        <p:strVal val="visible"/>
                                      </p:to>
                                    </p:set>
                                  </p:childTnLst>
                                </p:cTn>
                              </p:par>
                            </p:childTnLst>
                          </p:cTn>
                        </p:par>
                        <p:par>
                          <p:cTn id="265" fill="hold">
                            <p:stCondLst>
                              <p:cond delay="1250"/>
                            </p:stCondLst>
                            <p:childTnLst>
                              <p:par>
                                <p:cTn id="266" presetID="1" presetClass="entr" presetSubtype="0" fill="hold" grpId="0" nodeType="afterEffect">
                                  <p:stCondLst>
                                    <p:cond delay="0"/>
                                  </p:stCondLst>
                                  <p:childTnLst>
                                    <p:set>
                                      <p:cBhvr>
                                        <p:cTn id="267" dur="1" fill="hold">
                                          <p:stCondLst>
                                            <p:cond delay="0"/>
                                          </p:stCondLst>
                                        </p:cTn>
                                        <p:tgtEl>
                                          <p:spTgt spid="194"/>
                                        </p:tgtEl>
                                        <p:attrNameLst>
                                          <p:attrName>style.visibility</p:attrName>
                                        </p:attrNameLst>
                                      </p:cBhvr>
                                      <p:to>
                                        <p:strVal val="visible"/>
                                      </p:to>
                                    </p:set>
                                  </p:childTnLst>
                                </p:cTn>
                              </p:par>
                            </p:childTnLst>
                          </p:cTn>
                        </p:par>
                        <p:par>
                          <p:cTn id="268" fill="hold">
                            <p:stCondLst>
                              <p:cond delay="1250"/>
                            </p:stCondLst>
                            <p:childTnLst>
                              <p:par>
                                <p:cTn id="269" presetID="1" presetClass="entr" presetSubtype="0" fill="hold" grpId="0" nodeType="afterEffect">
                                  <p:stCondLst>
                                    <p:cond delay="0"/>
                                  </p:stCondLst>
                                  <p:childTnLst>
                                    <p:set>
                                      <p:cBhvr>
                                        <p:cTn id="270" dur="1" fill="hold">
                                          <p:stCondLst>
                                            <p:cond delay="0"/>
                                          </p:stCondLst>
                                        </p:cTn>
                                        <p:tgtEl>
                                          <p:spTgt spid="192"/>
                                        </p:tgtEl>
                                        <p:attrNameLst>
                                          <p:attrName>style.visibility</p:attrName>
                                        </p:attrNameLst>
                                      </p:cBhvr>
                                      <p:to>
                                        <p:strVal val="visible"/>
                                      </p:to>
                                    </p:set>
                                  </p:childTnLst>
                                </p:cTn>
                              </p:par>
                            </p:childTnLst>
                          </p:cTn>
                        </p:par>
                        <p:par>
                          <p:cTn id="271" fill="hold">
                            <p:stCondLst>
                              <p:cond delay="1250"/>
                            </p:stCondLst>
                            <p:childTnLst>
                              <p:par>
                                <p:cTn id="272" presetID="1" presetClass="entr" presetSubtype="0" fill="hold" nodeType="afterEffect">
                                  <p:stCondLst>
                                    <p:cond delay="0"/>
                                  </p:stCondLst>
                                  <p:childTnLst>
                                    <p:set>
                                      <p:cBhvr>
                                        <p:cTn id="273" dur="1" fill="hold">
                                          <p:stCondLst>
                                            <p:cond delay="0"/>
                                          </p:stCondLst>
                                        </p:cTn>
                                        <p:tgtEl>
                                          <p:spTgt spid="200"/>
                                        </p:tgtEl>
                                        <p:attrNameLst>
                                          <p:attrName>style.visibility</p:attrName>
                                        </p:attrNameLst>
                                      </p:cBhvr>
                                      <p:to>
                                        <p:strVal val="visible"/>
                                      </p:to>
                                    </p:set>
                                  </p:childTnLst>
                                </p:cTn>
                              </p:par>
                            </p:childTnLst>
                          </p:cTn>
                        </p:par>
                        <p:par>
                          <p:cTn id="274" fill="hold">
                            <p:stCondLst>
                              <p:cond delay="1250"/>
                            </p:stCondLst>
                            <p:childTnLst>
                              <p:par>
                                <p:cTn id="275" presetID="1" presetClass="entr" presetSubtype="0" fill="hold" nodeType="afterEffect">
                                  <p:stCondLst>
                                    <p:cond delay="0"/>
                                  </p:stCondLst>
                                  <p:childTnLst>
                                    <p:set>
                                      <p:cBhvr>
                                        <p:cTn id="276" dur="1" fill="hold">
                                          <p:stCondLst>
                                            <p:cond delay="0"/>
                                          </p:stCondLst>
                                        </p:cTn>
                                        <p:tgtEl>
                                          <p:spTgt spid="199"/>
                                        </p:tgtEl>
                                        <p:attrNameLst>
                                          <p:attrName>style.visibility</p:attrName>
                                        </p:attrNameLst>
                                      </p:cBhvr>
                                      <p:to>
                                        <p:strVal val="visible"/>
                                      </p:to>
                                    </p:set>
                                  </p:childTnLst>
                                </p:cTn>
                              </p:par>
                            </p:childTnLst>
                          </p:cTn>
                        </p:par>
                        <p:par>
                          <p:cTn id="277" fill="hold">
                            <p:stCondLst>
                              <p:cond delay="1250"/>
                            </p:stCondLst>
                            <p:childTnLst>
                              <p:par>
                                <p:cTn id="278" presetID="1" presetClass="entr" presetSubtype="0" fill="hold" nodeType="afterEffect">
                                  <p:stCondLst>
                                    <p:cond delay="0"/>
                                  </p:stCondLst>
                                  <p:childTnLst>
                                    <p:set>
                                      <p:cBhvr>
                                        <p:cTn id="279" dur="1" fill="hold">
                                          <p:stCondLst>
                                            <p:cond delay="0"/>
                                          </p:stCondLst>
                                        </p:cTn>
                                        <p:tgtEl>
                                          <p:spTgt spid="195"/>
                                        </p:tgtEl>
                                        <p:attrNameLst>
                                          <p:attrName>style.visibility</p:attrName>
                                        </p:attrNameLst>
                                      </p:cBhvr>
                                      <p:to>
                                        <p:strVal val="visible"/>
                                      </p:to>
                                    </p:set>
                                  </p:childTnLst>
                                </p:cTn>
                              </p:par>
                            </p:childTnLst>
                          </p:cTn>
                        </p:par>
                        <p:par>
                          <p:cTn id="280" fill="hold">
                            <p:stCondLst>
                              <p:cond delay="1250"/>
                            </p:stCondLst>
                            <p:childTnLst>
                              <p:par>
                                <p:cTn id="281" presetID="1" presetClass="entr" presetSubtype="0" fill="hold" grpId="0" nodeType="afterEffect">
                                  <p:stCondLst>
                                    <p:cond delay="0"/>
                                  </p:stCondLst>
                                  <p:childTnLst>
                                    <p:set>
                                      <p:cBhvr>
                                        <p:cTn id="282" dur="1" fill="hold">
                                          <p:stCondLst>
                                            <p:cond delay="0"/>
                                          </p:stCondLst>
                                        </p:cTn>
                                        <p:tgtEl>
                                          <p:spTgt spid="196"/>
                                        </p:tgtEl>
                                        <p:attrNameLst>
                                          <p:attrName>style.visibility</p:attrName>
                                        </p:attrNameLst>
                                      </p:cBhvr>
                                      <p:to>
                                        <p:strVal val="visible"/>
                                      </p:to>
                                    </p:set>
                                  </p:childTnLst>
                                </p:cTn>
                              </p:par>
                            </p:childTnLst>
                          </p:cTn>
                        </p:par>
                        <p:par>
                          <p:cTn id="283" fill="hold">
                            <p:stCondLst>
                              <p:cond delay="1250"/>
                            </p:stCondLst>
                            <p:childTnLst>
                              <p:par>
                                <p:cTn id="284" presetID="1" presetClass="entr" presetSubtype="0" fill="hold" grpId="0" nodeType="afterEffect">
                                  <p:stCondLst>
                                    <p:cond delay="0"/>
                                  </p:stCondLst>
                                  <p:childTnLst>
                                    <p:set>
                                      <p:cBhvr>
                                        <p:cTn id="285" dur="1" fill="hold">
                                          <p:stCondLst>
                                            <p:cond delay="0"/>
                                          </p:stCondLst>
                                        </p:cTn>
                                        <p:tgtEl>
                                          <p:spTgt spid="197"/>
                                        </p:tgtEl>
                                        <p:attrNameLst>
                                          <p:attrName>style.visibility</p:attrName>
                                        </p:attrNameLst>
                                      </p:cBhvr>
                                      <p:to>
                                        <p:strVal val="visible"/>
                                      </p:to>
                                    </p:set>
                                  </p:childTnLst>
                                </p:cTn>
                              </p:par>
                            </p:childTnLst>
                          </p:cTn>
                        </p:par>
                        <p:par>
                          <p:cTn id="286" fill="hold">
                            <p:stCondLst>
                              <p:cond delay="1250"/>
                            </p:stCondLst>
                            <p:childTnLst>
                              <p:par>
                                <p:cTn id="287" presetID="1" presetClass="entr" presetSubtype="0" fill="hold" grpId="0" nodeType="afterEffect">
                                  <p:stCondLst>
                                    <p:cond delay="0"/>
                                  </p:stCondLst>
                                  <p:childTnLst>
                                    <p:set>
                                      <p:cBhvr>
                                        <p:cTn id="288" dur="1" fill="hold">
                                          <p:stCondLst>
                                            <p:cond delay="0"/>
                                          </p:stCondLst>
                                        </p:cTn>
                                        <p:tgtEl>
                                          <p:spTgt spid="198"/>
                                        </p:tgtEl>
                                        <p:attrNameLst>
                                          <p:attrName>style.visibility</p:attrName>
                                        </p:attrNameLst>
                                      </p:cBhvr>
                                      <p:to>
                                        <p:strVal val="visible"/>
                                      </p:to>
                                    </p:set>
                                  </p:childTnLst>
                                </p:cTn>
                              </p:par>
                            </p:childTnLst>
                          </p:cTn>
                        </p:par>
                        <p:par>
                          <p:cTn id="289" fill="hold">
                            <p:stCondLst>
                              <p:cond delay="1250"/>
                            </p:stCondLst>
                            <p:childTnLst>
                              <p:par>
                                <p:cTn id="290" presetID="1" presetClass="entr" presetSubtype="0" fill="hold" nodeType="afterEffect">
                                  <p:stCondLst>
                                    <p:cond delay="0"/>
                                  </p:stCondLst>
                                  <p:childTnLst>
                                    <p:set>
                                      <p:cBhvr>
                                        <p:cTn id="291" dur="1" fill="hold">
                                          <p:stCondLst>
                                            <p:cond delay="0"/>
                                          </p:stCondLst>
                                        </p:cTn>
                                        <p:tgtEl>
                                          <p:spTgt spid="201"/>
                                        </p:tgtEl>
                                        <p:attrNameLst>
                                          <p:attrName>style.visibility</p:attrName>
                                        </p:attrNameLst>
                                      </p:cBhvr>
                                      <p:to>
                                        <p:strVal val="visible"/>
                                      </p:to>
                                    </p:set>
                                  </p:childTnLst>
                                </p:cTn>
                              </p:par>
                            </p:childTnLst>
                          </p:cTn>
                        </p:par>
                        <p:par>
                          <p:cTn id="292" fill="hold">
                            <p:stCondLst>
                              <p:cond delay="1250"/>
                            </p:stCondLst>
                            <p:childTnLst>
                              <p:par>
                                <p:cTn id="293" presetID="1" presetClass="entr" presetSubtype="0" fill="hold" nodeType="afterEffect">
                                  <p:stCondLst>
                                    <p:cond delay="0"/>
                                  </p:stCondLst>
                                  <p:childTnLst>
                                    <p:set>
                                      <p:cBhvr>
                                        <p:cTn id="294" dur="1" fill="hold">
                                          <p:stCondLst>
                                            <p:cond delay="0"/>
                                          </p:stCondLst>
                                        </p:cTn>
                                        <p:tgtEl>
                                          <p:spTgt spid="204"/>
                                        </p:tgtEl>
                                        <p:attrNameLst>
                                          <p:attrName>style.visibility</p:attrName>
                                        </p:attrNameLst>
                                      </p:cBhvr>
                                      <p:to>
                                        <p:strVal val="visible"/>
                                      </p:to>
                                    </p:set>
                                  </p:childTnLst>
                                </p:cTn>
                              </p:par>
                            </p:childTnLst>
                          </p:cTn>
                        </p:par>
                        <p:par>
                          <p:cTn id="295" fill="hold">
                            <p:stCondLst>
                              <p:cond delay="1250"/>
                            </p:stCondLst>
                            <p:childTnLst>
                              <p:par>
                                <p:cTn id="296" presetID="1" presetClass="entr" presetSubtype="0" fill="hold" grpId="0" nodeType="afterEffect">
                                  <p:stCondLst>
                                    <p:cond delay="0"/>
                                  </p:stCondLst>
                                  <p:childTnLst>
                                    <p:set>
                                      <p:cBhvr>
                                        <p:cTn id="297" dur="1" fill="hold">
                                          <p:stCondLst>
                                            <p:cond delay="0"/>
                                          </p:stCondLst>
                                        </p:cTn>
                                        <p:tgtEl>
                                          <p:spTgt spid="202"/>
                                        </p:tgtEl>
                                        <p:attrNameLst>
                                          <p:attrName>style.visibility</p:attrName>
                                        </p:attrNameLst>
                                      </p:cBhvr>
                                      <p:to>
                                        <p:strVal val="visible"/>
                                      </p:to>
                                    </p:set>
                                  </p:childTnLst>
                                </p:cTn>
                              </p:par>
                            </p:childTnLst>
                          </p:cTn>
                        </p:par>
                        <p:par>
                          <p:cTn id="298" fill="hold">
                            <p:stCondLst>
                              <p:cond delay="1250"/>
                            </p:stCondLst>
                            <p:childTnLst>
                              <p:par>
                                <p:cTn id="299" presetID="1" presetClass="entr" presetSubtype="0" fill="hold" grpId="0" nodeType="afterEffect">
                                  <p:stCondLst>
                                    <p:cond delay="0"/>
                                  </p:stCondLst>
                                  <p:childTnLst>
                                    <p:set>
                                      <p:cBhvr>
                                        <p:cTn id="300" dur="1" fill="hold">
                                          <p:stCondLst>
                                            <p:cond delay="0"/>
                                          </p:stCondLst>
                                        </p:cTn>
                                        <p:tgtEl>
                                          <p:spTgt spid="203"/>
                                        </p:tgtEl>
                                        <p:attrNameLst>
                                          <p:attrName>style.visibility</p:attrName>
                                        </p:attrNameLst>
                                      </p:cBhvr>
                                      <p:to>
                                        <p:strVal val="visible"/>
                                      </p:to>
                                    </p:set>
                                  </p:childTnLst>
                                </p:cTn>
                              </p:par>
                            </p:childTnLst>
                          </p:cTn>
                        </p:par>
                        <p:par>
                          <p:cTn id="301" fill="hold">
                            <p:stCondLst>
                              <p:cond delay="1250"/>
                            </p:stCondLst>
                            <p:childTnLst>
                              <p:par>
                                <p:cTn id="302" presetID="1" presetClass="entr" presetSubtype="0" fill="hold" grpId="0" nodeType="afterEffect">
                                  <p:stCondLst>
                                    <p:cond delay="0"/>
                                  </p:stCondLst>
                                  <p:childTnLst>
                                    <p:set>
                                      <p:cBhvr>
                                        <p:cTn id="303" dur="1" fill="hold">
                                          <p:stCondLst>
                                            <p:cond delay="0"/>
                                          </p:stCondLst>
                                        </p:cTn>
                                        <p:tgtEl>
                                          <p:spTgt spid="205"/>
                                        </p:tgtEl>
                                        <p:attrNameLst>
                                          <p:attrName>style.visibility</p:attrName>
                                        </p:attrNameLst>
                                      </p:cBhvr>
                                      <p:to>
                                        <p:strVal val="visible"/>
                                      </p:to>
                                    </p:set>
                                  </p:childTnLst>
                                </p:cTn>
                              </p:par>
                            </p:childTnLst>
                          </p:cTn>
                        </p:par>
                        <p:par>
                          <p:cTn id="304" fill="hold">
                            <p:stCondLst>
                              <p:cond delay="1250"/>
                            </p:stCondLst>
                            <p:childTnLst>
                              <p:par>
                                <p:cTn id="305" presetID="1" presetClass="entr" presetSubtype="0" fill="hold" nodeType="afterEffect">
                                  <p:stCondLst>
                                    <p:cond delay="0"/>
                                  </p:stCondLst>
                                  <p:childTnLst>
                                    <p:set>
                                      <p:cBhvr>
                                        <p:cTn id="306" dur="1" fill="hold">
                                          <p:stCondLst>
                                            <p:cond delay="0"/>
                                          </p:stCondLst>
                                        </p:cTn>
                                        <p:tgtEl>
                                          <p:spTgt spid="206"/>
                                        </p:tgtEl>
                                        <p:attrNameLst>
                                          <p:attrName>style.visibility</p:attrName>
                                        </p:attrNameLst>
                                      </p:cBhvr>
                                      <p:to>
                                        <p:strVal val="visible"/>
                                      </p:to>
                                    </p:set>
                                  </p:childTnLst>
                                </p:cTn>
                              </p:par>
                            </p:childTnLst>
                          </p:cTn>
                        </p:par>
                        <p:par>
                          <p:cTn id="307" fill="hold">
                            <p:stCondLst>
                              <p:cond delay="1250"/>
                            </p:stCondLst>
                            <p:childTnLst>
                              <p:par>
                                <p:cTn id="308" presetID="1" presetClass="entr" presetSubtype="0" fill="hold" grpId="0" nodeType="afterEffect">
                                  <p:stCondLst>
                                    <p:cond delay="0"/>
                                  </p:stCondLst>
                                  <p:childTnLst>
                                    <p:set>
                                      <p:cBhvr>
                                        <p:cTn id="309" dur="1" fill="hold">
                                          <p:stCondLst>
                                            <p:cond delay="0"/>
                                          </p:stCondLst>
                                        </p:cTn>
                                        <p:tgtEl>
                                          <p:spTgt spid="207"/>
                                        </p:tgtEl>
                                        <p:attrNameLst>
                                          <p:attrName>style.visibility</p:attrName>
                                        </p:attrNameLst>
                                      </p:cBhvr>
                                      <p:to>
                                        <p:strVal val="visible"/>
                                      </p:to>
                                    </p:set>
                                  </p:childTnLst>
                                </p:cTn>
                              </p:par>
                            </p:childTnLst>
                          </p:cTn>
                        </p:par>
                        <p:par>
                          <p:cTn id="310" fill="hold">
                            <p:stCondLst>
                              <p:cond delay="1250"/>
                            </p:stCondLst>
                            <p:childTnLst>
                              <p:par>
                                <p:cTn id="311" presetID="1" presetClass="entr" presetSubtype="0" fill="hold" grpId="0" nodeType="afterEffect">
                                  <p:stCondLst>
                                    <p:cond delay="0"/>
                                  </p:stCondLst>
                                  <p:childTnLst>
                                    <p:set>
                                      <p:cBhvr>
                                        <p:cTn id="312" dur="1" fill="hold">
                                          <p:stCondLst>
                                            <p:cond delay="0"/>
                                          </p:stCondLst>
                                        </p:cTn>
                                        <p:tgtEl>
                                          <p:spTgt spid="208"/>
                                        </p:tgtEl>
                                        <p:attrNameLst>
                                          <p:attrName>style.visibility</p:attrName>
                                        </p:attrNameLst>
                                      </p:cBhvr>
                                      <p:to>
                                        <p:strVal val="visible"/>
                                      </p:to>
                                    </p:set>
                                  </p:childTnLst>
                                </p:cTn>
                              </p:par>
                            </p:childTnLst>
                          </p:cTn>
                        </p:par>
                        <p:par>
                          <p:cTn id="313" fill="hold">
                            <p:stCondLst>
                              <p:cond delay="1250"/>
                            </p:stCondLst>
                            <p:childTnLst>
                              <p:par>
                                <p:cTn id="314" presetID="1" presetClass="entr" presetSubtype="0" fill="hold" grpId="0" nodeType="afterEffect">
                                  <p:stCondLst>
                                    <p:cond delay="0"/>
                                  </p:stCondLst>
                                  <p:childTnLst>
                                    <p:set>
                                      <p:cBhvr>
                                        <p:cTn id="315" dur="1" fill="hold">
                                          <p:stCondLst>
                                            <p:cond delay="0"/>
                                          </p:stCondLst>
                                        </p:cTn>
                                        <p:tgtEl>
                                          <p:spTgt spid="209"/>
                                        </p:tgtEl>
                                        <p:attrNameLst>
                                          <p:attrName>style.visibility</p:attrName>
                                        </p:attrNameLst>
                                      </p:cBhvr>
                                      <p:to>
                                        <p:strVal val="visible"/>
                                      </p:to>
                                    </p:set>
                                  </p:childTnLst>
                                </p:cTn>
                              </p:par>
                            </p:childTnLst>
                          </p:cTn>
                        </p:par>
                        <p:par>
                          <p:cTn id="316" fill="hold">
                            <p:stCondLst>
                              <p:cond delay="1250"/>
                            </p:stCondLst>
                            <p:childTnLst>
                              <p:par>
                                <p:cTn id="317" presetID="1" presetClass="entr" presetSubtype="0" fill="hold" nodeType="afterEffect">
                                  <p:stCondLst>
                                    <p:cond delay="0"/>
                                  </p:stCondLst>
                                  <p:childTnLst>
                                    <p:set>
                                      <p:cBhvr>
                                        <p:cTn id="318" dur="1" fill="hold">
                                          <p:stCondLst>
                                            <p:cond delay="0"/>
                                          </p:stCondLst>
                                        </p:cTn>
                                        <p:tgtEl>
                                          <p:spTgt spid="211"/>
                                        </p:tgtEl>
                                        <p:attrNameLst>
                                          <p:attrName>style.visibility</p:attrName>
                                        </p:attrNameLst>
                                      </p:cBhvr>
                                      <p:to>
                                        <p:strVal val="visible"/>
                                      </p:to>
                                    </p:set>
                                  </p:childTnLst>
                                </p:cTn>
                              </p:par>
                            </p:childTnLst>
                          </p:cTn>
                        </p:par>
                        <p:par>
                          <p:cTn id="319" fill="hold">
                            <p:stCondLst>
                              <p:cond delay="1250"/>
                            </p:stCondLst>
                            <p:childTnLst>
                              <p:par>
                                <p:cTn id="320" presetID="1" presetClass="entr" presetSubtype="0" fill="hold" grpId="0" nodeType="afterEffect">
                                  <p:stCondLst>
                                    <p:cond delay="0"/>
                                  </p:stCondLst>
                                  <p:childTnLst>
                                    <p:set>
                                      <p:cBhvr>
                                        <p:cTn id="321" dur="1" fill="hold">
                                          <p:stCondLst>
                                            <p:cond delay="0"/>
                                          </p:stCondLst>
                                        </p:cTn>
                                        <p:tgtEl>
                                          <p:spTgt spid="212"/>
                                        </p:tgtEl>
                                        <p:attrNameLst>
                                          <p:attrName>style.visibility</p:attrName>
                                        </p:attrNameLst>
                                      </p:cBhvr>
                                      <p:to>
                                        <p:strVal val="visible"/>
                                      </p:to>
                                    </p:set>
                                  </p:childTnLst>
                                </p:cTn>
                              </p:par>
                            </p:childTnLst>
                          </p:cTn>
                        </p:par>
                        <p:par>
                          <p:cTn id="322" fill="hold">
                            <p:stCondLst>
                              <p:cond delay="1250"/>
                            </p:stCondLst>
                            <p:childTnLst>
                              <p:par>
                                <p:cTn id="323" presetID="1" presetClass="entr" presetSubtype="0" fill="hold" grpId="0" nodeType="afterEffect">
                                  <p:stCondLst>
                                    <p:cond delay="0"/>
                                  </p:stCondLst>
                                  <p:childTnLst>
                                    <p:set>
                                      <p:cBhvr>
                                        <p:cTn id="324" dur="1" fill="hold">
                                          <p:stCondLst>
                                            <p:cond delay="0"/>
                                          </p:stCondLst>
                                        </p:cTn>
                                        <p:tgtEl>
                                          <p:spTgt spid="210"/>
                                        </p:tgtEl>
                                        <p:attrNameLst>
                                          <p:attrName>style.visibility</p:attrName>
                                        </p:attrNameLst>
                                      </p:cBhvr>
                                      <p:to>
                                        <p:strVal val="visible"/>
                                      </p:to>
                                    </p:set>
                                  </p:childTnLst>
                                </p:cTn>
                              </p:par>
                            </p:childTnLst>
                          </p:cTn>
                        </p:par>
                        <p:par>
                          <p:cTn id="325" fill="hold">
                            <p:stCondLst>
                              <p:cond delay="1250"/>
                            </p:stCondLst>
                            <p:childTnLst>
                              <p:par>
                                <p:cTn id="326" presetID="1" presetClass="entr" presetSubtype="0" fill="hold" nodeType="afterEffect">
                                  <p:stCondLst>
                                    <p:cond delay="0"/>
                                  </p:stCondLst>
                                  <p:childTnLst>
                                    <p:set>
                                      <p:cBhvr>
                                        <p:cTn id="327" dur="1" fill="hold">
                                          <p:stCondLst>
                                            <p:cond delay="0"/>
                                          </p:stCondLst>
                                        </p:cTn>
                                        <p:tgtEl>
                                          <p:spTgt spid="213"/>
                                        </p:tgtEl>
                                        <p:attrNameLst>
                                          <p:attrName>style.visibility</p:attrName>
                                        </p:attrNameLst>
                                      </p:cBhvr>
                                      <p:to>
                                        <p:strVal val="visible"/>
                                      </p:to>
                                    </p:set>
                                  </p:childTnLst>
                                </p:cTn>
                              </p:par>
                            </p:childTnLst>
                          </p:cTn>
                        </p:par>
                        <p:par>
                          <p:cTn id="328" fill="hold">
                            <p:stCondLst>
                              <p:cond delay="1250"/>
                            </p:stCondLst>
                            <p:childTnLst>
                              <p:par>
                                <p:cTn id="329" presetID="1" presetClass="entr" presetSubtype="0" fill="hold" nodeType="afterEffect">
                                  <p:stCondLst>
                                    <p:cond delay="0"/>
                                  </p:stCondLst>
                                  <p:childTnLst>
                                    <p:set>
                                      <p:cBhvr>
                                        <p:cTn id="330" dur="1" fill="hold">
                                          <p:stCondLst>
                                            <p:cond delay="0"/>
                                          </p:stCondLst>
                                        </p:cTn>
                                        <p:tgtEl>
                                          <p:spTgt spid="214"/>
                                        </p:tgtEl>
                                        <p:attrNameLst>
                                          <p:attrName>style.visibility</p:attrName>
                                        </p:attrNameLst>
                                      </p:cBhvr>
                                      <p:to>
                                        <p:strVal val="visible"/>
                                      </p:to>
                                    </p:set>
                                  </p:childTnLst>
                                </p:cTn>
                              </p:par>
                            </p:childTnLst>
                          </p:cTn>
                        </p:par>
                        <p:par>
                          <p:cTn id="331" fill="hold">
                            <p:stCondLst>
                              <p:cond delay="1250"/>
                            </p:stCondLst>
                            <p:childTnLst>
                              <p:par>
                                <p:cTn id="332" presetID="1" presetClass="entr" presetSubtype="0" fill="hold" grpId="0" nodeType="afterEffect">
                                  <p:stCondLst>
                                    <p:cond delay="0"/>
                                  </p:stCondLst>
                                  <p:childTnLst>
                                    <p:set>
                                      <p:cBhvr>
                                        <p:cTn id="333" dur="1" fill="hold">
                                          <p:stCondLst>
                                            <p:cond delay="0"/>
                                          </p:stCondLst>
                                        </p:cTn>
                                        <p:tgtEl>
                                          <p:spTgt spid="215"/>
                                        </p:tgtEl>
                                        <p:attrNameLst>
                                          <p:attrName>style.visibility</p:attrName>
                                        </p:attrNameLst>
                                      </p:cBhvr>
                                      <p:to>
                                        <p:strVal val="visible"/>
                                      </p:to>
                                    </p:set>
                                  </p:childTnLst>
                                </p:cTn>
                              </p:par>
                            </p:childTnLst>
                          </p:cTn>
                        </p:par>
                        <p:par>
                          <p:cTn id="334" fill="hold">
                            <p:stCondLst>
                              <p:cond delay="1250"/>
                            </p:stCondLst>
                            <p:childTnLst>
                              <p:par>
                                <p:cTn id="335" presetID="1" presetClass="entr" presetSubtype="0" fill="hold" grpId="0" nodeType="afterEffect">
                                  <p:stCondLst>
                                    <p:cond delay="0"/>
                                  </p:stCondLst>
                                  <p:childTnLst>
                                    <p:set>
                                      <p:cBhvr>
                                        <p:cTn id="336" dur="1" fill="hold">
                                          <p:stCondLst>
                                            <p:cond delay="0"/>
                                          </p:stCondLst>
                                        </p:cTn>
                                        <p:tgtEl>
                                          <p:spTgt spid="216"/>
                                        </p:tgtEl>
                                        <p:attrNameLst>
                                          <p:attrName>style.visibility</p:attrName>
                                        </p:attrNameLst>
                                      </p:cBhvr>
                                      <p:to>
                                        <p:strVal val="visible"/>
                                      </p:to>
                                    </p:set>
                                  </p:childTnLst>
                                </p:cTn>
                              </p:par>
                            </p:childTnLst>
                          </p:cTn>
                        </p:par>
                        <p:par>
                          <p:cTn id="337" fill="hold">
                            <p:stCondLst>
                              <p:cond delay="1250"/>
                            </p:stCondLst>
                            <p:childTnLst>
                              <p:par>
                                <p:cTn id="338" presetID="1" presetClass="entr" presetSubtype="0" fill="hold" grpId="0" nodeType="afterEffect">
                                  <p:stCondLst>
                                    <p:cond delay="0"/>
                                  </p:stCondLst>
                                  <p:childTnLst>
                                    <p:set>
                                      <p:cBhvr>
                                        <p:cTn id="339" dur="1" fill="hold">
                                          <p:stCondLst>
                                            <p:cond delay="0"/>
                                          </p:stCondLst>
                                        </p:cTn>
                                        <p:tgtEl>
                                          <p:spTgt spid="217"/>
                                        </p:tgtEl>
                                        <p:attrNameLst>
                                          <p:attrName>style.visibility</p:attrName>
                                        </p:attrNameLst>
                                      </p:cBhvr>
                                      <p:to>
                                        <p:strVal val="visible"/>
                                      </p:to>
                                    </p:set>
                                  </p:childTnLst>
                                </p:cTn>
                              </p:par>
                            </p:childTnLst>
                          </p:cTn>
                        </p:par>
                        <p:par>
                          <p:cTn id="340" fill="hold">
                            <p:stCondLst>
                              <p:cond delay="1250"/>
                            </p:stCondLst>
                            <p:childTnLst>
                              <p:par>
                                <p:cTn id="341" presetID="1" presetClass="entr" presetSubtype="0" fill="hold" nodeType="afterEffect">
                                  <p:stCondLst>
                                    <p:cond delay="0"/>
                                  </p:stCondLst>
                                  <p:childTnLst>
                                    <p:set>
                                      <p:cBhvr>
                                        <p:cTn id="342" dur="1" fill="hold">
                                          <p:stCondLst>
                                            <p:cond delay="0"/>
                                          </p:stCondLst>
                                        </p:cTn>
                                        <p:tgtEl>
                                          <p:spTgt spid="218"/>
                                        </p:tgtEl>
                                        <p:attrNameLst>
                                          <p:attrName>style.visibility</p:attrName>
                                        </p:attrNameLst>
                                      </p:cBhvr>
                                      <p:to>
                                        <p:strVal val="visible"/>
                                      </p:to>
                                    </p:set>
                                  </p:childTnLst>
                                </p:cTn>
                              </p:par>
                            </p:childTnLst>
                          </p:cTn>
                        </p:par>
                        <p:par>
                          <p:cTn id="343" fill="hold">
                            <p:stCondLst>
                              <p:cond delay="1250"/>
                            </p:stCondLst>
                            <p:childTnLst>
                              <p:par>
                                <p:cTn id="344" presetID="1" presetClass="entr" presetSubtype="0" fill="hold" grpId="0" nodeType="afterEffect">
                                  <p:stCondLst>
                                    <p:cond delay="0"/>
                                  </p:stCondLst>
                                  <p:childTnLst>
                                    <p:set>
                                      <p:cBhvr>
                                        <p:cTn id="345" dur="1" fill="hold">
                                          <p:stCondLst>
                                            <p:cond delay="0"/>
                                          </p:stCondLst>
                                        </p:cTn>
                                        <p:tgtEl>
                                          <p:spTgt spid="219"/>
                                        </p:tgtEl>
                                        <p:attrNameLst>
                                          <p:attrName>style.visibility</p:attrName>
                                        </p:attrNameLst>
                                      </p:cBhvr>
                                      <p:to>
                                        <p:strVal val="visible"/>
                                      </p:to>
                                    </p:set>
                                  </p:childTnLst>
                                </p:cTn>
                              </p:par>
                            </p:childTnLst>
                          </p:cTn>
                        </p:par>
                        <p:par>
                          <p:cTn id="346" fill="hold">
                            <p:stCondLst>
                              <p:cond delay="1250"/>
                            </p:stCondLst>
                            <p:childTnLst>
                              <p:par>
                                <p:cTn id="347" presetID="1" presetClass="entr" presetSubtype="0" fill="hold" grpId="0" nodeType="afterEffect">
                                  <p:stCondLst>
                                    <p:cond delay="0"/>
                                  </p:stCondLst>
                                  <p:childTnLst>
                                    <p:set>
                                      <p:cBhvr>
                                        <p:cTn id="348" dur="1" fill="hold">
                                          <p:stCondLst>
                                            <p:cond delay="0"/>
                                          </p:stCondLst>
                                        </p:cTn>
                                        <p:tgtEl>
                                          <p:spTgt spid="220"/>
                                        </p:tgtEl>
                                        <p:attrNameLst>
                                          <p:attrName>style.visibility</p:attrName>
                                        </p:attrNameLst>
                                      </p:cBhvr>
                                      <p:to>
                                        <p:strVal val="visible"/>
                                      </p:to>
                                    </p:set>
                                  </p:childTnLst>
                                </p:cTn>
                              </p:par>
                            </p:childTnLst>
                          </p:cTn>
                        </p:par>
                        <p:par>
                          <p:cTn id="349" fill="hold">
                            <p:stCondLst>
                              <p:cond delay="1250"/>
                            </p:stCondLst>
                            <p:childTnLst>
                              <p:par>
                                <p:cTn id="350" presetID="1" presetClass="entr" presetSubtype="0" fill="hold" grpId="0" nodeType="afterEffect">
                                  <p:stCondLst>
                                    <p:cond delay="0"/>
                                  </p:stCondLst>
                                  <p:childTnLst>
                                    <p:set>
                                      <p:cBhvr>
                                        <p:cTn id="351" dur="1" fill="hold">
                                          <p:stCondLst>
                                            <p:cond delay="0"/>
                                          </p:stCondLst>
                                        </p:cTn>
                                        <p:tgtEl>
                                          <p:spTgt spid="221"/>
                                        </p:tgtEl>
                                        <p:attrNameLst>
                                          <p:attrName>style.visibility</p:attrName>
                                        </p:attrNameLst>
                                      </p:cBhvr>
                                      <p:to>
                                        <p:strVal val="visible"/>
                                      </p:to>
                                    </p:set>
                                  </p:childTnLst>
                                </p:cTn>
                              </p:par>
                            </p:childTnLst>
                          </p:cTn>
                        </p:par>
                        <p:par>
                          <p:cTn id="352" fill="hold">
                            <p:stCondLst>
                              <p:cond delay="1250"/>
                            </p:stCondLst>
                            <p:childTnLst>
                              <p:par>
                                <p:cTn id="353" presetID="1" presetClass="entr" presetSubtype="0" fill="hold" nodeType="afterEffect">
                                  <p:stCondLst>
                                    <p:cond delay="0"/>
                                  </p:stCondLst>
                                  <p:childTnLst>
                                    <p:set>
                                      <p:cBhvr>
                                        <p:cTn id="354" dur="1" fill="hold">
                                          <p:stCondLst>
                                            <p:cond delay="0"/>
                                          </p:stCondLst>
                                        </p:cTn>
                                        <p:tgtEl>
                                          <p:spTgt spid="223"/>
                                        </p:tgtEl>
                                        <p:attrNameLst>
                                          <p:attrName>style.visibility</p:attrName>
                                        </p:attrNameLst>
                                      </p:cBhvr>
                                      <p:to>
                                        <p:strVal val="visible"/>
                                      </p:to>
                                    </p:set>
                                  </p:childTnLst>
                                </p:cTn>
                              </p:par>
                            </p:childTnLst>
                          </p:cTn>
                        </p:par>
                        <p:par>
                          <p:cTn id="355" fill="hold">
                            <p:stCondLst>
                              <p:cond delay="1250"/>
                            </p:stCondLst>
                            <p:childTnLst>
                              <p:par>
                                <p:cTn id="356" presetID="1" presetClass="entr" presetSubtype="0" fill="hold" grpId="0" nodeType="afterEffect">
                                  <p:stCondLst>
                                    <p:cond delay="0"/>
                                  </p:stCondLst>
                                  <p:childTnLst>
                                    <p:set>
                                      <p:cBhvr>
                                        <p:cTn id="357" dur="1" fill="hold">
                                          <p:stCondLst>
                                            <p:cond delay="0"/>
                                          </p:stCondLst>
                                        </p:cTn>
                                        <p:tgtEl>
                                          <p:spTgt spid="224"/>
                                        </p:tgtEl>
                                        <p:attrNameLst>
                                          <p:attrName>style.visibility</p:attrName>
                                        </p:attrNameLst>
                                      </p:cBhvr>
                                      <p:to>
                                        <p:strVal val="visible"/>
                                      </p:to>
                                    </p:set>
                                  </p:childTnLst>
                                </p:cTn>
                              </p:par>
                            </p:childTnLst>
                          </p:cTn>
                        </p:par>
                        <p:par>
                          <p:cTn id="358" fill="hold">
                            <p:stCondLst>
                              <p:cond delay="1250"/>
                            </p:stCondLst>
                            <p:childTnLst>
                              <p:par>
                                <p:cTn id="359" presetID="1" presetClass="entr" presetSubtype="0" fill="hold" grpId="0" nodeType="afterEffect">
                                  <p:stCondLst>
                                    <p:cond delay="0"/>
                                  </p:stCondLst>
                                  <p:childTnLst>
                                    <p:set>
                                      <p:cBhvr>
                                        <p:cTn id="360" dur="1" fill="hold">
                                          <p:stCondLst>
                                            <p:cond delay="0"/>
                                          </p:stCondLst>
                                        </p:cTn>
                                        <p:tgtEl>
                                          <p:spTgt spid="222"/>
                                        </p:tgtEl>
                                        <p:attrNameLst>
                                          <p:attrName>style.visibility</p:attrName>
                                        </p:attrNameLst>
                                      </p:cBhvr>
                                      <p:to>
                                        <p:strVal val="visible"/>
                                      </p:to>
                                    </p:set>
                                  </p:childTnLst>
                                </p:cTn>
                              </p:par>
                            </p:childTnLst>
                          </p:cTn>
                        </p:par>
                        <p:par>
                          <p:cTn id="361" fill="hold">
                            <p:stCondLst>
                              <p:cond delay="1250"/>
                            </p:stCondLst>
                            <p:childTnLst>
                              <p:par>
                                <p:cTn id="362" presetID="1" presetClass="entr" presetSubtype="0" fill="hold" nodeType="afterEffect">
                                  <p:stCondLst>
                                    <p:cond delay="0"/>
                                  </p:stCondLst>
                                  <p:childTnLst>
                                    <p:set>
                                      <p:cBhvr>
                                        <p:cTn id="363" dur="1" fill="hold">
                                          <p:stCondLst>
                                            <p:cond delay="0"/>
                                          </p:stCondLst>
                                        </p:cTn>
                                        <p:tgtEl>
                                          <p:spTgt spid="226"/>
                                        </p:tgtEl>
                                        <p:attrNameLst>
                                          <p:attrName>style.visibility</p:attrName>
                                        </p:attrNameLst>
                                      </p:cBhvr>
                                      <p:to>
                                        <p:strVal val="visible"/>
                                      </p:to>
                                    </p:set>
                                  </p:childTnLst>
                                </p:cTn>
                              </p:par>
                            </p:childTnLst>
                          </p:cTn>
                        </p:par>
                        <p:par>
                          <p:cTn id="364" fill="hold">
                            <p:stCondLst>
                              <p:cond delay="1250"/>
                            </p:stCondLst>
                            <p:childTnLst>
                              <p:par>
                                <p:cTn id="365" presetID="1" presetClass="entr" presetSubtype="0" fill="hold" nodeType="afterEffect">
                                  <p:stCondLst>
                                    <p:cond delay="0"/>
                                  </p:stCondLst>
                                  <p:childTnLst>
                                    <p:set>
                                      <p:cBhvr>
                                        <p:cTn id="366" dur="1" fill="hold">
                                          <p:stCondLst>
                                            <p:cond delay="0"/>
                                          </p:stCondLst>
                                        </p:cTn>
                                        <p:tgtEl>
                                          <p:spTgt spid="225"/>
                                        </p:tgtEl>
                                        <p:attrNameLst>
                                          <p:attrName>style.visibility</p:attrName>
                                        </p:attrNameLst>
                                      </p:cBhvr>
                                      <p:to>
                                        <p:strVal val="visible"/>
                                      </p:to>
                                    </p:set>
                                  </p:childTnLst>
                                </p:cTn>
                              </p:par>
                            </p:childTnLst>
                          </p:cTn>
                        </p:par>
                        <p:par>
                          <p:cTn id="367" fill="hold">
                            <p:stCondLst>
                              <p:cond delay="1250"/>
                            </p:stCondLst>
                            <p:childTnLst>
                              <p:par>
                                <p:cTn id="368" presetID="1" presetClass="entr" presetSubtype="0" fill="hold" nodeType="afterEffect">
                                  <p:stCondLst>
                                    <p:cond delay="0"/>
                                  </p:stCondLst>
                                  <p:childTnLst>
                                    <p:set>
                                      <p:cBhvr>
                                        <p:cTn id="369"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98" grpId="0" animBg="1"/>
      <p:bldP spid="108" grpId="0" animBg="1"/>
      <p:bldP spid="109" grpId="0" animBg="1"/>
      <p:bldP spid="110" grpId="0" animBg="1"/>
      <p:bldP spid="114" grpId="0" animBg="1"/>
      <p:bldP spid="115" grpId="0" animBg="1"/>
      <p:bldP spid="116" grpId="0" animBg="1"/>
      <p:bldP spid="117" grpId="0" animBg="1"/>
      <p:bldP spid="118" grpId="0"/>
      <p:bldP spid="119" grpId="0"/>
      <p:bldP spid="120" grpId="0"/>
      <p:bldP spid="121" grpId="0"/>
      <p:bldP spid="122" grpId="0"/>
      <p:bldP spid="123" grpId="0"/>
      <p:bldP spid="124" grpId="0" animBg="1"/>
      <p:bldP spid="125" grpId="0" animBg="1"/>
      <p:bldP spid="126" grpId="0" animBg="1"/>
      <p:bldP spid="127" grpId="0" animBg="1"/>
      <p:bldP spid="128" grpId="0"/>
      <p:bldP spid="129" grpId="0"/>
      <p:bldP spid="130" grpId="0"/>
      <p:bldP spid="131" grpId="0"/>
      <p:bldP spid="135" grpId="0"/>
      <p:bldP spid="136" grpId="0"/>
      <p:bldP spid="137" grpId="0" animBg="1"/>
      <p:bldP spid="139" grpId="0" animBg="1"/>
      <p:bldP spid="140" grpId="0"/>
      <p:bldP spid="141" grpId="0"/>
      <p:bldP spid="142" grpId="0" animBg="1"/>
      <p:bldP spid="143" grpId="0" animBg="1"/>
      <p:bldP spid="144" grpId="0" animBg="1"/>
      <p:bldP spid="145" grpId="0" animBg="1"/>
      <p:bldP spid="146" grpId="0"/>
      <p:bldP spid="147" grpId="0" animBg="1"/>
      <p:bldP spid="147" grpId="1" animBg="1"/>
      <p:bldP spid="149" grpId="0"/>
      <p:bldP spid="155" grpId="0"/>
      <p:bldP spid="156" grpId="0" animBg="1"/>
      <p:bldP spid="157" grpId="0" animBg="1"/>
      <p:bldP spid="158" grpId="0" animBg="1"/>
      <p:bldP spid="160" grpId="0"/>
      <p:bldP spid="161" grpId="0" animBg="1"/>
      <p:bldP spid="162" grpId="0"/>
      <p:bldP spid="163" grpId="0" animBg="1"/>
      <p:bldP spid="164" grpId="0"/>
      <p:bldP spid="168" grpId="0"/>
      <p:bldP spid="169" grpId="0" animBg="1"/>
      <p:bldP spid="170" grpId="0" animBg="1"/>
      <p:bldP spid="172" grpId="0"/>
      <p:bldP spid="173" grpId="0" animBg="1"/>
      <p:bldP spid="175" grpId="0" animBg="1"/>
      <p:bldP spid="177" grpId="0"/>
      <p:bldP spid="178" grpId="0" animBg="1"/>
      <p:bldP spid="179" grpId="0" animBg="1"/>
      <p:bldP spid="180" grpId="0" animBg="1"/>
      <p:bldP spid="182" grpId="0"/>
      <p:bldP spid="185" grpId="0"/>
      <p:bldP spid="186" grpId="0" animBg="1"/>
      <p:bldP spid="187" grpId="0" animBg="1"/>
      <p:bldP spid="189" grpId="0"/>
      <p:bldP spid="190" grpId="0" animBg="1"/>
      <p:bldP spid="191" grpId="0" animBg="1"/>
      <p:bldP spid="192" grpId="0" animBg="1"/>
      <p:bldP spid="194" grpId="0"/>
      <p:bldP spid="196" grpId="0"/>
      <p:bldP spid="197" grpId="0" animBg="1"/>
      <p:bldP spid="198" grpId="0" animBg="1"/>
      <p:bldP spid="202" grpId="0"/>
      <p:bldP spid="203" grpId="0" animBg="1"/>
      <p:bldP spid="205" grpId="0" animBg="1"/>
      <p:bldP spid="207" grpId="0"/>
      <p:bldP spid="208" grpId="0" animBg="1"/>
      <p:bldP spid="209" grpId="0" animBg="1"/>
      <p:bldP spid="210" grpId="0" animBg="1"/>
      <p:bldP spid="212" grpId="0"/>
      <p:bldP spid="215" grpId="0"/>
      <p:bldP spid="216" grpId="0" animBg="1"/>
      <p:bldP spid="217" grpId="0" animBg="1"/>
      <p:bldP spid="219" grpId="0"/>
      <p:bldP spid="220" grpId="0" animBg="1"/>
      <p:bldP spid="221" grpId="0" animBg="1"/>
      <p:bldP spid="222" grpId="0" animBg="1"/>
      <p:bldP spid="2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34</a:t>
            </a:fld>
            <a:endParaRPr lang="zh-CN" altLang="en-US" dirty="0"/>
          </a:p>
        </p:txBody>
      </p:sp>
      <p:sp>
        <p:nvSpPr>
          <p:cNvPr id="3" name="标题 2"/>
          <p:cNvSpPr>
            <a:spLocks noGrp="1"/>
          </p:cNvSpPr>
          <p:nvPr>
            <p:ph type="ctrTitle"/>
          </p:nvPr>
        </p:nvSpPr>
        <p:spPr/>
        <p:txBody>
          <a:bodyPr/>
          <a:lstStyle/>
          <a:p>
            <a:r>
              <a:rPr lang="zh-CN" altLang="en-US" dirty="0"/>
              <a:t>四</a:t>
            </a:r>
            <a:r>
              <a:rPr lang="zh-CN" altLang="en-US" dirty="0" smtClean="0"/>
              <a:t>、</a:t>
            </a:r>
            <a:r>
              <a:rPr lang="zh-CN" altLang="en-US" dirty="0"/>
              <a:t>旅行售货员问题</a:t>
            </a:r>
            <a:r>
              <a:rPr lang="en-US" altLang="zh-CN" dirty="0"/>
              <a:t/>
            </a:r>
            <a:br>
              <a:rPr lang="en-US" altLang="zh-CN" dirty="0"/>
            </a:b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dirty="0" smtClean="0">
                    <a:latin typeface="Times New Roman" panose="02020603050405020304" pitchFamily="18" charset="0"/>
                    <a:cs typeface="Times New Roman" panose="02020603050405020304" pitchFamily="18" charset="0"/>
                  </a:rPr>
                  <a:t>排列树</a:t>
                </a:r>
                <a:endParaRPr lang="en-US" altLang="zh-CN"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通用回溯框架</a:t>
                </a:r>
                <a:endParaRPr lang="en-US" altLang="zh-CN" sz="2200" b="1" dirty="0" smtClean="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r>
                  <a:rPr lang="en-US" altLang="zh-CN" sz="2200" b="1" dirty="0" smtClean="0">
                    <a:latin typeface="Times New Roman" panose="02020603050405020304" pitchFamily="18" charset="0"/>
                    <a:cs typeface="Times New Roman" panose="02020603050405020304" pitchFamily="18" charset="0"/>
                  </a:rPr>
                  <a:t>backtrack(t)—</a:t>
                </a:r>
                <a:r>
                  <a:rPr lang="zh-CN" altLang="en-US" sz="2200" b="1" dirty="0" smtClean="0">
                    <a:latin typeface="Times New Roman" panose="02020603050405020304" pitchFamily="18" charset="0"/>
                    <a:cs typeface="Times New Roman" panose="02020603050405020304" pitchFamily="18" charset="0"/>
                  </a:rPr>
                  <a:t>递归</a:t>
                </a:r>
                <a:endParaRPr lang="en-US" altLang="zh-CN" sz="22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sz="2200" b="1" dirty="0" smtClean="0">
                  <a:latin typeface="Times New Roman" panose="02020603050405020304" pitchFamily="18" charset="0"/>
                  <a:cs typeface="Times New Roman" panose="02020603050405020304" pitchFamily="18" charset="0"/>
                </a:endParaRPr>
              </a:p>
              <a:p>
                <a:pPr marL="742950" lvl="2" indent="-342900">
                  <a:buFont typeface="Wingdings" pitchFamily="2" charset="2"/>
                  <a:buChar char="n"/>
                </a:pPr>
                <a:endParaRPr lang="en-US" altLang="zh-CN" sz="2200" b="1" dirty="0" smtClean="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r>
                  <a:rPr lang="en-US" altLang="zh-CN" sz="2200" b="1" dirty="0" smtClean="0">
                    <a:latin typeface="Times New Roman" panose="02020603050405020304" pitchFamily="18" charset="0"/>
                    <a:cs typeface="Times New Roman" panose="02020603050405020304" pitchFamily="18" charset="0"/>
                  </a:rPr>
                  <a:t>T(n)=O(</a:t>
                </a:r>
                <a14:m>
                  <m:oMath xmlns:m="http://schemas.openxmlformats.org/officeDocument/2006/math">
                    <m:r>
                      <a:rPr lang="en-US" altLang="zh-CN" sz="2200" b="1" i="1" smtClean="0">
                        <a:latin typeface="Cambria Math" panose="02040503050406030204" pitchFamily="18" charset="0"/>
                        <a:cs typeface="Times New Roman" panose="02020603050405020304" pitchFamily="18" charset="0"/>
                      </a:rPr>
                      <m:t>𝒏</m:t>
                    </m:r>
                    <m:r>
                      <a:rPr lang="en-US" altLang="zh-CN" sz="2200" b="1" i="1" smtClean="0">
                        <a:latin typeface="Cambria Math" panose="02040503050406030204" pitchFamily="18" charset="0"/>
                        <a:cs typeface="Times New Roman" panose="02020603050405020304" pitchFamily="18" charset="0"/>
                      </a:rPr>
                      <m:t>!</m:t>
                    </m:r>
                  </m:oMath>
                </a14:m>
                <a:r>
                  <a:rPr lang="en-US" altLang="zh-CN" sz="2200" b="1" dirty="0" smtClean="0">
                    <a:latin typeface="Times New Roman" panose="02020603050405020304" pitchFamily="18" charset="0"/>
                    <a:cs typeface="Times New Roman" panose="02020603050405020304" pitchFamily="18" charset="0"/>
                  </a:rPr>
                  <a:t>)</a:t>
                </a:r>
              </a:p>
              <a:p>
                <a:pPr marL="1200150" lvl="3" indent="-342900">
                  <a:buFont typeface="Wingdings" pitchFamily="2" charset="2"/>
                  <a:buChar char="n"/>
                </a:pPr>
                <a:endParaRPr lang="en-US" altLang="zh-CN" sz="2200" b="1" dirty="0" smtClean="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endParaRPr lang="en-US" altLang="zh-CN" sz="2200" b="1" dirty="0">
                  <a:latin typeface="Times New Roman" panose="02020603050405020304" pitchFamily="18" charset="0"/>
                  <a:cs typeface="Times New Roman" panose="02020603050405020304" pitchFamily="18" charset="0"/>
                </a:endParaRPr>
              </a:p>
              <a:p>
                <a:pPr marL="1200150" lvl="3" indent="-342900">
                  <a:buFont typeface="Wingdings" pitchFamily="2" charset="2"/>
                  <a:buChar char="n"/>
                </a:pPr>
                <a:r>
                  <a:rPr lang="zh-CN" altLang="en-US" sz="2200" b="1" dirty="0" smtClean="0">
                    <a:latin typeface="Times New Roman" panose="02020603050405020304" pitchFamily="18" charset="0"/>
                    <a:cs typeface="Times New Roman" panose="02020603050405020304" pitchFamily="18" charset="0"/>
                  </a:rPr>
                  <a:t>减枝策略</a:t>
                </a:r>
                <a:r>
                  <a:rPr lang="en-US" altLang="zh-CN" sz="2200" b="1" dirty="0" smtClean="0">
                    <a:latin typeface="Times New Roman" panose="02020603050405020304" pitchFamily="18" charset="0"/>
                    <a:cs typeface="Times New Roman" panose="02020603050405020304" pitchFamily="18" charset="0"/>
                  </a:rPr>
                  <a:t>pruning(t)</a:t>
                </a:r>
                <a:endParaRPr lang="zh-CN" altLang="en-US" sz="2200" b="1" dirty="0" smtClean="0">
                  <a:latin typeface="Times New Roman" panose="02020603050405020304" pitchFamily="18" charset="0"/>
                  <a:cs typeface="Times New Roman" panose="02020603050405020304" pitchFamily="18" charset="0"/>
                </a:endParaRPr>
              </a:p>
              <a:p>
                <a:pPr lvl="1"/>
                <a:endParaRPr lang="zh-CN" altLang="en-US" dirty="0" smtClean="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1879" y="235974"/>
            <a:ext cx="7720785" cy="6408712"/>
          </a:xfrm>
          <a:prstGeom prst="rect">
            <a:avLst/>
          </a:prstGeom>
        </p:spPr>
      </p:pic>
    </p:spTree>
    <p:extLst>
      <p:ext uri="{BB962C8B-B14F-4D97-AF65-F5344CB8AC3E}">
        <p14:creationId xmlns:p14="http://schemas.microsoft.com/office/powerpoint/2010/main" val="2008818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35</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a:t>问题描述：给定一个无向连通图</a:t>
            </a:r>
            <a:r>
              <a:rPr lang="en-US" altLang="zh-CN" dirty="0"/>
              <a:t>G</a:t>
            </a:r>
            <a:r>
              <a:rPr lang="zh-CN" altLang="en-US" dirty="0"/>
              <a:t>和</a:t>
            </a:r>
            <a:r>
              <a:rPr lang="en-US" altLang="zh-CN" dirty="0"/>
              <a:t>m</a:t>
            </a:r>
            <a:r>
              <a:rPr lang="zh-CN" altLang="en-US" dirty="0"/>
              <a:t>种不同的颜色。用这些颜色为图</a:t>
            </a:r>
            <a:r>
              <a:rPr lang="en-US" altLang="zh-CN" dirty="0"/>
              <a:t>G</a:t>
            </a:r>
            <a:r>
              <a:rPr lang="zh-CN" altLang="en-US" dirty="0"/>
              <a:t>的各顶点着色，每个顶点着一种颜色。要求任何一条边连接的</a:t>
            </a:r>
            <a:r>
              <a:rPr lang="en-US" altLang="zh-CN" dirty="0"/>
              <a:t>2</a:t>
            </a:r>
            <a:r>
              <a:rPr lang="zh-CN" altLang="en-US" dirty="0"/>
              <a:t>个顶点着有不同的颜色。设计一个算法，找出用</a:t>
            </a:r>
            <a:r>
              <a:rPr lang="en-US" altLang="zh-CN" dirty="0"/>
              <a:t>m</a:t>
            </a:r>
            <a:r>
              <a:rPr lang="zh-CN" altLang="en-US" dirty="0"/>
              <a:t>种颜色对一个图进行着色的不同方案。</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636" y="2564904"/>
            <a:ext cx="6696744" cy="3175776"/>
          </a:xfrm>
          <a:prstGeom prst="rect">
            <a:avLst/>
          </a:prstGeom>
        </p:spPr>
      </p:pic>
    </p:spTree>
    <p:extLst>
      <p:ext uri="{BB962C8B-B14F-4D97-AF65-F5344CB8AC3E}">
        <p14:creationId xmlns:p14="http://schemas.microsoft.com/office/powerpoint/2010/main" val="29274150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36</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dirty="0" smtClean="0"/>
                  <a:t>实例：</a:t>
                </a:r>
                <a:endParaRPr lang="en-US" altLang="zh-CN" dirty="0" smtClean="0"/>
              </a:p>
              <a:p>
                <a:pPr lvl="1"/>
                <a:endParaRPr lang="en-US" altLang="zh-CN" dirty="0" smtClean="0"/>
              </a:p>
              <a:p>
                <a:pPr lvl="1"/>
                <a:r>
                  <a:rPr lang="zh-CN" altLang="en-US" dirty="0" smtClean="0"/>
                  <a:t>回溯算法</a:t>
                </a:r>
                <a:endParaRPr lang="en-US" altLang="zh-CN" dirty="0" smtClean="0"/>
              </a:p>
              <a:p>
                <a:pPr lvl="2"/>
                <a:r>
                  <a:rPr lang="zh-CN" altLang="en-US" dirty="0">
                    <a:latin typeface="Times New Roman" panose="02020603050405020304" pitchFamily="18" charset="0"/>
                    <a:cs typeface="Times New Roman" panose="02020603050405020304" pitchFamily="18" charset="0"/>
                  </a:rPr>
                  <a:t>定义解向量：</a:t>
                </a:r>
                <a:r>
                  <a:rPr lang="en-US" altLang="zh-CN" dirty="0">
                    <a:latin typeface="Times New Roman" panose="02020603050405020304" pitchFamily="18" charset="0"/>
                    <a:cs typeface="Times New Roman" panose="02020603050405020304" pitchFamily="18" charset="0"/>
                  </a:rPr>
                  <a:t> X=</a:t>
                </a:r>
                <a:r>
                  <a:rPr lang="en-US" altLang="zh-CN" dirty="0">
                    <a:latin typeface="Times New Roman" panose="02020603050405020304" pitchFamily="18" charset="0"/>
                    <a:ea typeface="楷体_GB2312" pitchFamily="49" charset="-122"/>
                    <a:cs typeface="Times New Roman" panose="02020603050405020304" pitchFamily="18" charset="0"/>
                  </a:rPr>
                  <a:t>&lt;</a:t>
                </a:r>
                <a14:m>
                  <m:oMath xmlns:m="http://schemas.openxmlformats.org/officeDocument/2006/math">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i="1">
                            <a:latin typeface="Cambria Math" panose="02040503050406030204" pitchFamily="18" charset="0"/>
                            <a:ea typeface="楷体_GB2312" pitchFamily="49" charset="-122"/>
                          </a:rPr>
                          <m:t>1</m:t>
                        </m:r>
                      </m:sub>
                    </m:sSub>
                    <m:r>
                      <a:rPr lang="en-US" altLang="zh-CN">
                        <a:latin typeface="Cambria Math" panose="02040503050406030204" pitchFamily="18" charset="0"/>
                        <a:ea typeface="楷体_GB2312" pitchFamily="49" charset="-122"/>
                      </a:rPr>
                      <m:t>,</m:t>
                    </m:r>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i="1">
                            <a:latin typeface="Cambria Math" panose="02040503050406030204" pitchFamily="18" charset="0"/>
                            <a:ea typeface="楷体_GB2312" pitchFamily="49" charset="-122"/>
                          </a:rPr>
                          <m:t>2</m:t>
                        </m:r>
                      </m:sub>
                    </m:sSub>
                    <m:r>
                      <a:rPr lang="en-US" altLang="zh-CN">
                        <a:latin typeface="Cambria Math" panose="02040503050406030204" pitchFamily="18" charset="0"/>
                        <a:ea typeface="楷体_GB2312" pitchFamily="49" charset="-122"/>
                      </a:rPr>
                      <m:t>,</m:t>
                    </m:r>
                  </m:oMath>
                </a14:m>
                <a:r>
                  <a:rPr lang="en-US" altLang="zh-CN" dirty="0">
                    <a:latin typeface="Times New Roman" panose="02020603050405020304" pitchFamily="18" charset="0"/>
                    <a:ea typeface="楷体_GB2312" pitchFamily="49" charset="-122"/>
                    <a:cs typeface="Times New Roman" panose="02020603050405020304" pitchFamily="18" charset="0"/>
                  </a:rPr>
                  <a:t> </a:t>
                </a:r>
                <a14:m>
                  <m:oMath xmlns:m="http://schemas.openxmlformats.org/officeDocument/2006/math">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i="1">
                            <a:latin typeface="Cambria Math" panose="02040503050406030204" pitchFamily="18" charset="0"/>
                            <a:ea typeface="楷体_GB2312" pitchFamily="49" charset="-122"/>
                          </a:rPr>
                          <m:t>3</m:t>
                        </m:r>
                      </m:sub>
                    </m:sSub>
                  </m:oMath>
                </a14:m>
                <a:r>
                  <a:rPr lang="en-US" altLang="zh-CN" dirty="0" smtClean="0">
                    <a:latin typeface="Times New Roman" panose="02020603050405020304" pitchFamily="18" charset="0"/>
                    <a:ea typeface="楷体_GB2312" pitchFamily="49" charset="-122"/>
                    <a:cs typeface="Times New Roman" panose="02020603050405020304" pitchFamily="18" charset="0"/>
                  </a:rPr>
                  <a:t>,</a:t>
                </a:r>
                <a:r>
                  <a:rPr lang="en-US" altLang="zh-CN" dirty="0">
                    <a:ea typeface="楷体_GB2312" pitchFamily="49" charset="-122"/>
                  </a:rPr>
                  <a:t> </a:t>
                </a:r>
                <a14:m>
                  <m:oMath xmlns:m="http://schemas.openxmlformats.org/officeDocument/2006/math">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b="0" i="1" smtClean="0">
                            <a:latin typeface="Cambria Math" panose="02040503050406030204" pitchFamily="18" charset="0"/>
                            <a:ea typeface="楷体_GB2312" pitchFamily="49" charset="-122"/>
                          </a:rPr>
                          <m:t>4</m:t>
                        </m:r>
                      </m:sub>
                    </m:sSub>
                  </m:oMath>
                </a14:m>
                <a:r>
                  <a:rPr lang="en-US" altLang="zh-CN" dirty="0" smtClean="0">
                    <a:latin typeface="Times New Roman" panose="02020603050405020304" pitchFamily="18" charset="0"/>
                    <a:ea typeface="楷体_GB2312" pitchFamily="49" charset="-122"/>
                    <a:cs typeface="Times New Roman" panose="02020603050405020304" pitchFamily="18" charset="0"/>
                  </a:rPr>
                  <a:t>&gt;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3"/>
                <a14:m>
                  <m:oMath xmlns:m="http://schemas.openxmlformats.org/officeDocument/2006/math">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i="1" smtClean="0">
                            <a:latin typeface="Cambria Math" panose="02040503050406030204" pitchFamily="18" charset="0"/>
                            <a:ea typeface="楷体_GB2312" pitchFamily="49" charset="-122"/>
                          </a:rPr>
                          <m:t>𝑖</m:t>
                        </m:r>
                      </m:sub>
                    </m:sSub>
                  </m:oMath>
                </a14:m>
                <a:r>
                  <a:rPr lang="en-US" altLang="zh-CN"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或</a:t>
                </a:r>
                <a:r>
                  <a:rPr lang="en-US" altLang="zh-CN" dirty="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或</a:t>
                </a:r>
                <a:r>
                  <a:rPr lang="en-US" altLang="zh-CN" dirty="0" smtClean="0">
                    <a:latin typeface="Times New Roman" panose="02020603050405020304" pitchFamily="18" charset="0"/>
                    <a:cs typeface="Times New Roman" panose="02020603050405020304" pitchFamily="18" charset="0"/>
                  </a:rPr>
                  <a:t>3</a:t>
                </a:r>
              </a:p>
              <a:p>
                <a:pPr lvl="3"/>
                <a14:m>
                  <m:oMath xmlns:m="http://schemas.openxmlformats.org/officeDocument/2006/math">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b="0" i="1" smtClean="0">
                            <a:latin typeface="Cambria Math" panose="02040503050406030204" pitchFamily="18" charset="0"/>
                            <a:ea typeface="楷体_GB2312" pitchFamily="49" charset="-122"/>
                          </a:rPr>
                          <m:t>𝑖</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楷体_GB2312" pitchFamily="49" charset="-122"/>
                          </a:rPr>
                        </m:ctrlPr>
                      </m:sSubPr>
                      <m:e>
                        <m:r>
                          <a:rPr lang="en-US" altLang="zh-CN" i="1">
                            <a:latin typeface="Cambria Math" panose="02040503050406030204" pitchFamily="18" charset="0"/>
                            <a:ea typeface="楷体_GB2312" pitchFamily="49" charset="-122"/>
                          </a:rPr>
                          <m:t>𝑥</m:t>
                        </m:r>
                      </m:e>
                      <m:sub>
                        <m:r>
                          <a:rPr lang="en-US" altLang="zh-CN" b="0" i="1" smtClean="0">
                            <a:latin typeface="Cambria Math" panose="02040503050406030204" pitchFamily="18" charset="0"/>
                            <a:ea typeface="楷体_GB2312" pitchFamily="49" charset="-122"/>
                          </a:rPr>
                          <m:t>𝑗</m:t>
                        </m:r>
                      </m:sub>
                    </m:sSub>
                  </m:oMath>
                </a14:m>
                <a:r>
                  <a:rPr lang="en-US" altLang="zh-CN" dirty="0" smtClean="0">
                    <a:latin typeface="Times New Roman" panose="02020603050405020304" pitchFamily="18" charset="0"/>
                    <a:cs typeface="Times New Roman" panose="02020603050405020304" pitchFamily="18" charset="0"/>
                  </a:rPr>
                  <a:t>(a[</a:t>
                </a:r>
                <a:r>
                  <a:rPr lang="en-US" altLang="zh-CN" dirty="0" err="1" smtClean="0">
                    <a:latin typeface="Times New Roman" panose="02020603050405020304" pitchFamily="18" charset="0"/>
                    <a:cs typeface="Times New Roman" panose="02020603050405020304" pitchFamily="18" charset="0"/>
                  </a:rPr>
                  <a:t>i</a:t>
                </a:r>
                <a:r>
                  <a:rPr lang="en-US" altLang="zh-CN" dirty="0" err="1" smtClean="0">
                    <a:ea typeface="Cambria Math" panose="02040503050406030204" pitchFamily="18" charset="0"/>
                  </a:rPr>
                  <a:t>,</a:t>
                </a:r>
                <a:r>
                  <a:rPr lang="en-US" altLang="zh-CN" dirty="0" err="1" smtClean="0">
                    <a:latin typeface="Times New Roman" panose="02020603050405020304" pitchFamily="18" charset="0"/>
                    <a:cs typeface="Times New Roman" panose="02020603050405020304" pitchFamily="18" charset="0"/>
                  </a:rPr>
                  <a:t>j</a:t>
                </a:r>
                <a:r>
                  <a:rPr lang="en-US" altLang="zh-CN" dirty="0" smtClean="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a:p>
                <a:pPr marL="1371600" lvl="3" indent="0">
                  <a:buNone/>
                </a:pPr>
                <a:endParaRPr lang="en-US" altLang="zh-CN" dirty="0">
                  <a:latin typeface="Times New Roman" panose="02020603050405020304" pitchFamily="18" charset="0"/>
                  <a:cs typeface="Times New Roman" panose="02020603050405020304" pitchFamily="18" charset="0"/>
                </a:endParaRPr>
              </a:p>
              <a:p>
                <a:pPr lvl="2"/>
                <a:r>
                  <a:rPr lang="zh-CN" altLang="en-US" dirty="0">
                    <a:latin typeface="Times New Roman" panose="02020603050405020304" pitchFamily="18" charset="0"/>
                    <a:cs typeface="Times New Roman" panose="02020603050405020304" pitchFamily="18" charset="0"/>
                  </a:rPr>
                  <a:t>搜索解空间树</a:t>
                </a:r>
                <a:endParaRPr lang="en-US" altLang="zh-CN" dirty="0">
                  <a:latin typeface="Times New Roman" panose="02020603050405020304" pitchFamily="18" charset="0"/>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lvl="2"/>
                <a:r>
                  <a:rPr lang="zh-CN" altLang="en-US" dirty="0" smtClean="0">
                    <a:solidFill>
                      <a:srgbClr val="FF0000"/>
                    </a:solidFill>
                  </a:rPr>
                  <a:t>解：叶子节点路径</a:t>
                </a:r>
                <a:endParaRPr lang="zh-CN" altLang="en-US" dirty="0">
                  <a:solidFill>
                    <a:srgbClr val="FF0000"/>
                  </a:solidFill>
                </a:endParaRPr>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sp>
        <p:nvSpPr>
          <p:cNvPr id="126" name="Oval 2"/>
          <p:cNvSpPr>
            <a:spLocks noChangeArrowheads="1"/>
          </p:cNvSpPr>
          <p:nvPr/>
        </p:nvSpPr>
        <p:spPr bwMode="auto">
          <a:xfrm>
            <a:off x="3270920" y="1158634"/>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28" name="Oval 3"/>
          <p:cNvSpPr>
            <a:spLocks noChangeArrowheads="1"/>
          </p:cNvSpPr>
          <p:nvPr/>
        </p:nvSpPr>
        <p:spPr bwMode="auto">
          <a:xfrm>
            <a:off x="4337720" y="1158634"/>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dirty="0"/>
              <a:t>2</a:t>
            </a:r>
          </a:p>
        </p:txBody>
      </p:sp>
      <p:sp>
        <p:nvSpPr>
          <p:cNvPr id="129" name="Oval 4"/>
          <p:cNvSpPr>
            <a:spLocks noChangeArrowheads="1"/>
          </p:cNvSpPr>
          <p:nvPr/>
        </p:nvSpPr>
        <p:spPr bwMode="auto">
          <a:xfrm>
            <a:off x="4337720" y="1768234"/>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dirty="0"/>
              <a:t>3</a:t>
            </a:r>
          </a:p>
        </p:txBody>
      </p:sp>
      <p:sp>
        <p:nvSpPr>
          <p:cNvPr id="130" name="Oval 5"/>
          <p:cNvSpPr>
            <a:spLocks noChangeArrowheads="1"/>
          </p:cNvSpPr>
          <p:nvPr/>
        </p:nvSpPr>
        <p:spPr bwMode="auto">
          <a:xfrm>
            <a:off x="3270920" y="1768234"/>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31" name="Line 6"/>
          <p:cNvSpPr>
            <a:spLocks noChangeShapeType="1"/>
          </p:cNvSpPr>
          <p:nvPr/>
        </p:nvSpPr>
        <p:spPr bwMode="auto">
          <a:xfrm>
            <a:off x="3575720" y="1311034"/>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 name="Line 7"/>
          <p:cNvSpPr>
            <a:spLocks noChangeShapeType="1"/>
          </p:cNvSpPr>
          <p:nvPr/>
        </p:nvSpPr>
        <p:spPr bwMode="auto">
          <a:xfrm>
            <a:off x="3577308" y="1899997"/>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 name="Line 8"/>
          <p:cNvSpPr>
            <a:spLocks noChangeShapeType="1"/>
          </p:cNvSpPr>
          <p:nvPr/>
        </p:nvSpPr>
        <p:spPr bwMode="auto">
          <a:xfrm>
            <a:off x="3412208" y="1463434"/>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4" name="Line 9"/>
          <p:cNvSpPr>
            <a:spLocks noChangeShapeType="1"/>
          </p:cNvSpPr>
          <p:nvPr/>
        </p:nvSpPr>
        <p:spPr bwMode="auto">
          <a:xfrm>
            <a:off x="4490120" y="1463434"/>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5" name="Oval 10"/>
          <p:cNvSpPr>
            <a:spLocks noChangeArrowheads="1"/>
          </p:cNvSpPr>
          <p:nvPr/>
        </p:nvSpPr>
        <p:spPr bwMode="auto">
          <a:xfrm>
            <a:off x="4871864" y="1124744"/>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36" name="Oval 11"/>
          <p:cNvSpPr>
            <a:spLocks noChangeArrowheads="1"/>
          </p:cNvSpPr>
          <p:nvPr/>
        </p:nvSpPr>
        <p:spPr bwMode="auto">
          <a:xfrm>
            <a:off x="5305499" y="1124744"/>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37" name="Oval 12"/>
          <p:cNvSpPr>
            <a:spLocks noChangeArrowheads="1"/>
          </p:cNvSpPr>
          <p:nvPr/>
        </p:nvSpPr>
        <p:spPr bwMode="auto">
          <a:xfrm>
            <a:off x="5735960" y="1124744"/>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42" name="Text Box 176"/>
          <p:cNvSpPr txBox="1">
            <a:spLocks noChangeArrowheads="1"/>
          </p:cNvSpPr>
          <p:nvPr/>
        </p:nvSpPr>
        <p:spPr bwMode="auto">
          <a:xfrm>
            <a:off x="4916314" y="1505744"/>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dirty="0"/>
              <a:t>1</a:t>
            </a:r>
          </a:p>
        </p:txBody>
      </p:sp>
      <p:sp>
        <p:nvSpPr>
          <p:cNvPr id="143" name="Text Box 177"/>
          <p:cNvSpPr txBox="1">
            <a:spLocks noChangeArrowheads="1"/>
          </p:cNvSpPr>
          <p:nvPr/>
        </p:nvSpPr>
        <p:spPr bwMode="auto">
          <a:xfrm>
            <a:off x="5303912" y="148351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dirty="0"/>
              <a:t>2</a:t>
            </a:r>
          </a:p>
        </p:txBody>
      </p:sp>
      <p:sp>
        <p:nvSpPr>
          <p:cNvPr id="149" name="Text Box 178"/>
          <p:cNvSpPr txBox="1">
            <a:spLocks noChangeArrowheads="1"/>
          </p:cNvSpPr>
          <p:nvPr/>
        </p:nvSpPr>
        <p:spPr bwMode="auto">
          <a:xfrm>
            <a:off x="5770885" y="1461294"/>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3</a:t>
            </a:r>
          </a:p>
        </p:txBody>
      </p:sp>
      <p:graphicFrame>
        <p:nvGraphicFramePr>
          <p:cNvPr id="31" name="表格 30"/>
          <p:cNvGraphicFramePr>
            <a:graphicFrameLocks noGrp="1"/>
          </p:cNvGraphicFramePr>
          <p:nvPr>
            <p:extLst>
              <p:ext uri="{D42A27DB-BD31-4B8C-83A1-F6EECF244321}">
                <p14:modId xmlns:p14="http://schemas.microsoft.com/office/powerpoint/2010/main" val="1774589779"/>
              </p:ext>
            </p:extLst>
          </p:nvPr>
        </p:nvGraphicFramePr>
        <p:xfrm>
          <a:off x="6168008" y="992347"/>
          <a:ext cx="1719685" cy="1284525"/>
        </p:xfrm>
        <a:graphic>
          <a:graphicData uri="http://schemas.openxmlformats.org/drawingml/2006/table">
            <a:tbl>
              <a:tblPr firstRow="1" bandRow="1">
                <a:tableStyleId>{5C22544A-7EE6-4342-B048-85BDC9FD1C3A}</a:tableStyleId>
              </a:tblPr>
              <a:tblGrid>
                <a:gridCol w="343937"/>
                <a:gridCol w="343937"/>
                <a:gridCol w="343937"/>
                <a:gridCol w="343937"/>
                <a:gridCol w="343937"/>
              </a:tblGrid>
              <a:tr h="256905">
                <a:tc>
                  <a:txBody>
                    <a:bodyPr/>
                    <a:lstStyle/>
                    <a:p>
                      <a:pPr algn="ctr">
                        <a:lnSpc>
                          <a:spcPts val="1200"/>
                        </a:lnSpc>
                      </a:pPr>
                      <a:endParaRPr lang="zh-CN" altLang="en-US" dirty="0">
                        <a:solidFill>
                          <a:schemeClr val="tx1"/>
                        </a:solidFill>
                      </a:endParaRPr>
                    </a:p>
                  </a:txBody>
                  <a:tcPr anchor="b" anchorCtr="1">
                    <a:noFill/>
                  </a:tcPr>
                </a:tc>
                <a:tc>
                  <a:txBody>
                    <a:bodyPr/>
                    <a:lstStyle/>
                    <a:p>
                      <a:pPr algn="ctr">
                        <a:lnSpc>
                          <a:spcPts val="1200"/>
                        </a:lnSpc>
                      </a:pPr>
                      <a:r>
                        <a:rPr lang="en-US" altLang="zh-CN" dirty="0" smtClean="0">
                          <a:solidFill>
                            <a:srgbClr val="00B0F0"/>
                          </a:solidFill>
                        </a:rPr>
                        <a:t>1</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solidFill>
                            <a:srgbClr val="00B0F0"/>
                          </a:solidFill>
                        </a:rPr>
                        <a:t>2</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solidFill>
                            <a:srgbClr val="00B0F0"/>
                          </a:solidFill>
                        </a:rPr>
                        <a:t>3</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solidFill>
                            <a:srgbClr val="00B0F0"/>
                          </a:solidFill>
                        </a:rPr>
                        <a:t>4</a:t>
                      </a:r>
                      <a:endParaRPr lang="zh-CN" altLang="en-US" dirty="0">
                        <a:solidFill>
                          <a:srgbClr val="00B0F0"/>
                        </a:solidFill>
                      </a:endParaRPr>
                    </a:p>
                  </a:txBody>
                  <a:tcPr anchor="b" anchorCtr="1">
                    <a:noFill/>
                  </a:tcPr>
                </a:tc>
              </a:tr>
              <a:tr h="256905">
                <a:tc>
                  <a:txBody>
                    <a:bodyPr/>
                    <a:lstStyle/>
                    <a:p>
                      <a:pPr algn="ctr">
                        <a:lnSpc>
                          <a:spcPts val="1200"/>
                        </a:lnSpc>
                      </a:pPr>
                      <a:r>
                        <a:rPr lang="en-US" altLang="zh-CN" dirty="0" smtClean="0">
                          <a:solidFill>
                            <a:srgbClr val="00B0F0"/>
                          </a:solidFill>
                        </a:rPr>
                        <a:t>1</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r>
              <a:tr h="256905">
                <a:tc>
                  <a:txBody>
                    <a:bodyPr/>
                    <a:lstStyle/>
                    <a:p>
                      <a:pPr algn="ctr">
                        <a:lnSpc>
                          <a:spcPts val="1200"/>
                        </a:lnSpc>
                      </a:pPr>
                      <a:r>
                        <a:rPr lang="en-US" altLang="zh-CN" dirty="0" smtClean="0">
                          <a:solidFill>
                            <a:srgbClr val="00B0F0"/>
                          </a:solidFill>
                        </a:rPr>
                        <a:t>2</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r>
              <a:tr h="256905">
                <a:tc>
                  <a:txBody>
                    <a:bodyPr/>
                    <a:lstStyle/>
                    <a:p>
                      <a:pPr algn="ctr">
                        <a:lnSpc>
                          <a:spcPts val="1200"/>
                        </a:lnSpc>
                      </a:pPr>
                      <a:r>
                        <a:rPr lang="en-US" altLang="zh-CN" dirty="0" smtClean="0">
                          <a:solidFill>
                            <a:srgbClr val="00B0F0"/>
                          </a:solidFill>
                        </a:rPr>
                        <a:t>3</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r>
              <a:tr h="256905">
                <a:tc>
                  <a:txBody>
                    <a:bodyPr/>
                    <a:lstStyle/>
                    <a:p>
                      <a:pPr algn="ctr">
                        <a:lnSpc>
                          <a:spcPts val="1200"/>
                        </a:lnSpc>
                      </a:pPr>
                      <a:r>
                        <a:rPr lang="en-US" altLang="zh-CN" dirty="0" smtClean="0">
                          <a:solidFill>
                            <a:srgbClr val="00B0F0"/>
                          </a:solidFill>
                        </a:rPr>
                        <a:t>4</a:t>
                      </a:r>
                      <a:endParaRPr lang="zh-CN" altLang="en-US" dirty="0">
                        <a:solidFill>
                          <a:srgbClr val="00B0F0"/>
                        </a:solidFill>
                      </a:endParaRPr>
                    </a:p>
                  </a:txBody>
                  <a:tcPr anchor="b" anchorCtr="1">
                    <a:noFill/>
                  </a:tcPr>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c>
                  <a:txBody>
                    <a:bodyPr/>
                    <a:lstStyle/>
                    <a:p>
                      <a:pPr algn="ctr">
                        <a:lnSpc>
                          <a:spcPts val="1200"/>
                        </a:lnSpc>
                      </a:pPr>
                      <a:r>
                        <a:rPr lang="en-US" altLang="zh-CN" dirty="0" smtClean="0"/>
                        <a:t>1</a:t>
                      </a:r>
                      <a:endParaRPr lang="zh-CN" altLang="en-US" dirty="0"/>
                    </a:p>
                  </a:txBody>
                  <a:tcPr anchor="b" anchorCtr="1"/>
                </a:tc>
                <a:tc>
                  <a:txBody>
                    <a:bodyPr/>
                    <a:lstStyle/>
                    <a:p>
                      <a:pPr algn="ctr">
                        <a:lnSpc>
                          <a:spcPts val="1200"/>
                        </a:lnSpc>
                      </a:pPr>
                      <a:r>
                        <a:rPr lang="en-US" altLang="zh-CN" dirty="0" smtClean="0"/>
                        <a:t>0</a:t>
                      </a:r>
                      <a:endParaRPr lang="zh-CN" altLang="en-US" dirty="0"/>
                    </a:p>
                  </a:txBody>
                  <a:tcPr anchor="b" anchorCtr="1"/>
                </a:tc>
              </a:tr>
            </a:tbl>
          </a:graphicData>
        </a:graphic>
      </p:graphicFrame>
      <p:sp>
        <p:nvSpPr>
          <p:cNvPr id="36" name="文本框 35"/>
          <p:cNvSpPr txBox="1"/>
          <p:nvPr/>
        </p:nvSpPr>
        <p:spPr>
          <a:xfrm>
            <a:off x="7858480" y="1202958"/>
            <a:ext cx="627095"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a[</a:t>
            </a:r>
            <a:r>
              <a:rPr lang="en-US" altLang="zh-CN" dirty="0" err="1" smtClean="0">
                <a:latin typeface="Times New Roman" panose="02020603050405020304" pitchFamily="18" charset="0"/>
                <a:cs typeface="Times New Roman" panose="02020603050405020304" pitchFamily="18" charset="0"/>
              </a:rPr>
              <a:t>i,j</a:t>
            </a:r>
            <a:r>
              <a:rPr lang="en-US" altLang="zh-CN"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51" name="Oval 175"/>
          <p:cNvSpPr>
            <a:spLocks noChangeArrowheads="1"/>
          </p:cNvSpPr>
          <p:nvPr/>
        </p:nvSpPr>
        <p:spPr bwMode="auto">
          <a:xfrm>
            <a:off x="8870528" y="1844824"/>
            <a:ext cx="228600" cy="228600"/>
          </a:xfrm>
          <a:prstGeom prst="ellipse">
            <a:avLst/>
          </a:prstGeom>
          <a:noFill/>
          <a:ln w="1905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52" name="Oval 179"/>
          <p:cNvSpPr>
            <a:spLocks noChangeArrowheads="1"/>
          </p:cNvSpPr>
          <p:nvPr/>
        </p:nvSpPr>
        <p:spPr bwMode="auto">
          <a:xfrm>
            <a:off x="7117928" y="2456012"/>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54" name="Oval 180"/>
          <p:cNvSpPr>
            <a:spLocks noChangeArrowheads="1"/>
          </p:cNvSpPr>
          <p:nvPr/>
        </p:nvSpPr>
        <p:spPr bwMode="auto">
          <a:xfrm>
            <a:off x="8861003" y="242267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55" name="Oval 181"/>
          <p:cNvSpPr>
            <a:spLocks noChangeArrowheads="1"/>
          </p:cNvSpPr>
          <p:nvPr/>
        </p:nvSpPr>
        <p:spPr bwMode="auto">
          <a:xfrm>
            <a:off x="10272464" y="2456012"/>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56" name="Line 182"/>
          <p:cNvSpPr>
            <a:spLocks noChangeShapeType="1"/>
          </p:cNvSpPr>
          <p:nvPr/>
        </p:nvSpPr>
        <p:spPr bwMode="auto">
          <a:xfrm flipH="1">
            <a:off x="7346528" y="1997224"/>
            <a:ext cx="1524000" cy="5334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8" name="Line 183"/>
          <p:cNvSpPr>
            <a:spLocks noChangeShapeType="1"/>
          </p:cNvSpPr>
          <p:nvPr/>
        </p:nvSpPr>
        <p:spPr bwMode="auto">
          <a:xfrm>
            <a:off x="8968953" y="2084537"/>
            <a:ext cx="0" cy="3048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9" name="Line 184"/>
          <p:cNvSpPr>
            <a:spLocks noChangeShapeType="1"/>
          </p:cNvSpPr>
          <p:nvPr/>
        </p:nvSpPr>
        <p:spPr bwMode="auto">
          <a:xfrm>
            <a:off x="9099128" y="1997223"/>
            <a:ext cx="1219200" cy="477837"/>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0" name="Oval 186"/>
          <p:cNvSpPr>
            <a:spLocks noChangeArrowheads="1"/>
          </p:cNvSpPr>
          <p:nvPr/>
        </p:nvSpPr>
        <p:spPr bwMode="auto">
          <a:xfrm>
            <a:off x="5101803" y="3303737"/>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61" name="Oval 187"/>
          <p:cNvSpPr>
            <a:spLocks noChangeArrowheads="1"/>
          </p:cNvSpPr>
          <p:nvPr/>
        </p:nvSpPr>
        <p:spPr bwMode="auto">
          <a:xfrm>
            <a:off x="5761772" y="3319160"/>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62" name="Oval 188"/>
          <p:cNvSpPr>
            <a:spLocks noChangeArrowheads="1"/>
          </p:cNvSpPr>
          <p:nvPr/>
        </p:nvSpPr>
        <p:spPr bwMode="auto">
          <a:xfrm>
            <a:off x="6813128" y="32926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64" name="Line 190"/>
          <p:cNvSpPr>
            <a:spLocks noChangeShapeType="1"/>
          </p:cNvSpPr>
          <p:nvPr/>
        </p:nvSpPr>
        <p:spPr bwMode="auto">
          <a:xfrm flipH="1">
            <a:off x="5289128" y="2606824"/>
            <a:ext cx="1828800" cy="685800"/>
          </a:xfrm>
          <a:prstGeom prst="line">
            <a:avLst/>
          </a:prstGeom>
          <a:noFill/>
          <a:ln w="19050" cap="rnd">
            <a:solidFill>
              <a:schemeClr val="accent2"/>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 name="Line 191"/>
          <p:cNvSpPr>
            <a:spLocks noChangeShapeType="1"/>
          </p:cNvSpPr>
          <p:nvPr/>
        </p:nvSpPr>
        <p:spPr bwMode="auto">
          <a:xfrm flipH="1">
            <a:off x="5898728" y="2606824"/>
            <a:ext cx="1219200" cy="6858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 name="Line 192"/>
          <p:cNvSpPr>
            <a:spLocks noChangeShapeType="1"/>
          </p:cNvSpPr>
          <p:nvPr/>
        </p:nvSpPr>
        <p:spPr bwMode="auto">
          <a:xfrm flipH="1">
            <a:off x="6922666" y="2683024"/>
            <a:ext cx="228600" cy="609600"/>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8" name="Oval 194"/>
          <p:cNvSpPr>
            <a:spLocks noChangeArrowheads="1"/>
          </p:cNvSpPr>
          <p:nvPr/>
        </p:nvSpPr>
        <p:spPr bwMode="auto">
          <a:xfrm>
            <a:off x="4776366" y="4262587"/>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69" name="Oval 195"/>
          <p:cNvSpPr>
            <a:spLocks noChangeArrowheads="1"/>
          </p:cNvSpPr>
          <p:nvPr/>
        </p:nvSpPr>
        <p:spPr bwMode="auto">
          <a:xfrm>
            <a:off x="5131966" y="4262587"/>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70" name="Line 196"/>
          <p:cNvSpPr>
            <a:spLocks noChangeShapeType="1"/>
          </p:cNvSpPr>
          <p:nvPr/>
        </p:nvSpPr>
        <p:spPr bwMode="auto">
          <a:xfrm flipH="1">
            <a:off x="4962103" y="3489474"/>
            <a:ext cx="762000" cy="7620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 name="Line 197"/>
          <p:cNvSpPr>
            <a:spLocks noChangeShapeType="1"/>
          </p:cNvSpPr>
          <p:nvPr/>
        </p:nvSpPr>
        <p:spPr bwMode="auto">
          <a:xfrm flipH="1">
            <a:off x="5289128" y="3521224"/>
            <a:ext cx="457200" cy="7620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 name="Oval 198"/>
          <p:cNvSpPr>
            <a:spLocks noChangeArrowheads="1"/>
          </p:cNvSpPr>
          <p:nvPr/>
        </p:nvSpPr>
        <p:spPr bwMode="auto">
          <a:xfrm>
            <a:off x="5474866" y="4249887"/>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75" name="Line 199"/>
          <p:cNvSpPr>
            <a:spLocks noChangeShapeType="1"/>
          </p:cNvSpPr>
          <p:nvPr/>
        </p:nvSpPr>
        <p:spPr bwMode="auto">
          <a:xfrm flipH="1">
            <a:off x="5593928" y="3521224"/>
            <a:ext cx="228600" cy="762000"/>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 name="Oval 200"/>
          <p:cNvSpPr>
            <a:spLocks noChangeArrowheads="1"/>
          </p:cNvSpPr>
          <p:nvPr/>
        </p:nvSpPr>
        <p:spPr bwMode="auto">
          <a:xfrm>
            <a:off x="4439816" y="5731024"/>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77" name="Line 201"/>
          <p:cNvSpPr>
            <a:spLocks noChangeShapeType="1"/>
          </p:cNvSpPr>
          <p:nvPr/>
        </p:nvSpPr>
        <p:spPr bwMode="auto">
          <a:xfrm flipH="1">
            <a:off x="4527128" y="4511824"/>
            <a:ext cx="304800" cy="12192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8" name="Oval 202"/>
          <p:cNvSpPr>
            <a:spLocks noChangeArrowheads="1"/>
          </p:cNvSpPr>
          <p:nvPr/>
        </p:nvSpPr>
        <p:spPr bwMode="auto">
          <a:xfrm>
            <a:off x="4755728" y="57310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80" name="Oval 203"/>
          <p:cNvSpPr>
            <a:spLocks noChangeArrowheads="1"/>
          </p:cNvSpPr>
          <p:nvPr/>
        </p:nvSpPr>
        <p:spPr bwMode="auto">
          <a:xfrm>
            <a:off x="5060528" y="57310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81" name="Line 204"/>
          <p:cNvSpPr>
            <a:spLocks noChangeShapeType="1"/>
          </p:cNvSpPr>
          <p:nvPr/>
        </p:nvSpPr>
        <p:spPr bwMode="auto">
          <a:xfrm>
            <a:off x="4885903" y="4511824"/>
            <a:ext cx="0" cy="12192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2" name="Line 205"/>
          <p:cNvSpPr>
            <a:spLocks noChangeShapeType="1"/>
          </p:cNvSpPr>
          <p:nvPr/>
        </p:nvSpPr>
        <p:spPr bwMode="auto">
          <a:xfrm>
            <a:off x="4908128" y="4511824"/>
            <a:ext cx="228600" cy="1219200"/>
          </a:xfrm>
          <a:prstGeom prst="line">
            <a:avLst/>
          </a:prstGeom>
          <a:noFill/>
          <a:ln w="19050">
            <a:solidFill>
              <a:schemeClr val="tx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 name="Oval 206"/>
          <p:cNvSpPr>
            <a:spLocks noChangeArrowheads="1"/>
          </p:cNvSpPr>
          <p:nvPr/>
        </p:nvSpPr>
        <p:spPr bwMode="auto">
          <a:xfrm>
            <a:off x="5363741" y="5731024"/>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85" name="Oval 207"/>
          <p:cNvSpPr>
            <a:spLocks noChangeArrowheads="1"/>
          </p:cNvSpPr>
          <p:nvPr/>
        </p:nvSpPr>
        <p:spPr bwMode="auto">
          <a:xfrm>
            <a:off x="5679653" y="57310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86" name="Oval 208"/>
          <p:cNvSpPr>
            <a:spLocks noChangeArrowheads="1"/>
          </p:cNvSpPr>
          <p:nvPr/>
        </p:nvSpPr>
        <p:spPr bwMode="auto">
          <a:xfrm>
            <a:off x="5984453" y="5731024"/>
            <a:ext cx="228600" cy="228600"/>
          </a:xfrm>
          <a:prstGeom prst="ellipse">
            <a:avLst/>
          </a:prstGeom>
          <a:solidFill>
            <a:srgbClr val="FFFF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88" name="Line 209"/>
          <p:cNvSpPr>
            <a:spLocks noChangeShapeType="1"/>
          </p:cNvSpPr>
          <p:nvPr/>
        </p:nvSpPr>
        <p:spPr bwMode="auto">
          <a:xfrm flipH="1">
            <a:off x="5441528" y="4511824"/>
            <a:ext cx="98425" cy="12192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9" name="Line 210"/>
          <p:cNvSpPr>
            <a:spLocks noChangeShapeType="1"/>
          </p:cNvSpPr>
          <p:nvPr/>
        </p:nvSpPr>
        <p:spPr bwMode="auto">
          <a:xfrm>
            <a:off x="5593928" y="4511824"/>
            <a:ext cx="152400" cy="12192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1" name="Line 211"/>
          <p:cNvSpPr>
            <a:spLocks noChangeShapeType="1"/>
          </p:cNvSpPr>
          <p:nvPr/>
        </p:nvSpPr>
        <p:spPr bwMode="auto">
          <a:xfrm>
            <a:off x="5616153" y="4511824"/>
            <a:ext cx="434975" cy="1219200"/>
          </a:xfrm>
          <a:prstGeom prst="line">
            <a:avLst/>
          </a:prstGeom>
          <a:noFill/>
          <a:ln w="19050" cap="rnd">
            <a:solidFill>
              <a:schemeClr val="tx2"/>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2" name="Oval 217"/>
          <p:cNvSpPr>
            <a:spLocks noChangeArrowheads="1"/>
          </p:cNvSpPr>
          <p:nvPr/>
        </p:nvSpPr>
        <p:spPr bwMode="auto">
          <a:xfrm>
            <a:off x="6376566" y="42197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93" name="Oval 218"/>
          <p:cNvSpPr>
            <a:spLocks noChangeArrowheads="1"/>
          </p:cNvSpPr>
          <p:nvPr/>
        </p:nvSpPr>
        <p:spPr bwMode="auto">
          <a:xfrm>
            <a:off x="7051253" y="42070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94" name="Oval 219"/>
          <p:cNvSpPr>
            <a:spLocks noChangeArrowheads="1"/>
          </p:cNvSpPr>
          <p:nvPr/>
        </p:nvSpPr>
        <p:spPr bwMode="auto">
          <a:xfrm>
            <a:off x="7651328" y="4207024"/>
            <a:ext cx="228600" cy="228600"/>
          </a:xfrm>
          <a:prstGeom prst="ellipse">
            <a:avLst/>
          </a:prstGeom>
          <a:solidFill>
            <a:srgbClr val="FFFF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196" name="Line 220"/>
          <p:cNvSpPr>
            <a:spLocks noChangeShapeType="1"/>
          </p:cNvSpPr>
          <p:nvPr/>
        </p:nvSpPr>
        <p:spPr bwMode="auto">
          <a:xfrm flipH="1">
            <a:off x="6508328" y="3521224"/>
            <a:ext cx="381000" cy="6858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7" name="Line 221"/>
          <p:cNvSpPr>
            <a:spLocks noChangeShapeType="1"/>
          </p:cNvSpPr>
          <p:nvPr/>
        </p:nvSpPr>
        <p:spPr bwMode="auto">
          <a:xfrm>
            <a:off x="6965528" y="3521224"/>
            <a:ext cx="152400" cy="6858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9" name="Line 222"/>
          <p:cNvSpPr>
            <a:spLocks noChangeShapeType="1"/>
          </p:cNvSpPr>
          <p:nvPr/>
        </p:nvSpPr>
        <p:spPr bwMode="auto">
          <a:xfrm>
            <a:off x="7041728" y="3445024"/>
            <a:ext cx="609600" cy="762000"/>
          </a:xfrm>
          <a:prstGeom prst="line">
            <a:avLst/>
          </a:prstGeom>
          <a:noFill/>
          <a:ln w="19050" cap="rnd">
            <a:solidFill>
              <a:srgbClr val="080808"/>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0" name="Oval 223"/>
          <p:cNvSpPr>
            <a:spLocks noChangeArrowheads="1"/>
          </p:cNvSpPr>
          <p:nvPr/>
        </p:nvSpPr>
        <p:spPr bwMode="auto">
          <a:xfrm>
            <a:off x="6268616" y="5731024"/>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01" name="Oval 224"/>
          <p:cNvSpPr>
            <a:spLocks noChangeArrowheads="1"/>
          </p:cNvSpPr>
          <p:nvPr/>
        </p:nvSpPr>
        <p:spPr bwMode="auto">
          <a:xfrm>
            <a:off x="6584528" y="57310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03" name="Oval 225"/>
          <p:cNvSpPr>
            <a:spLocks noChangeArrowheads="1"/>
          </p:cNvSpPr>
          <p:nvPr/>
        </p:nvSpPr>
        <p:spPr bwMode="auto">
          <a:xfrm>
            <a:off x="6889328" y="57310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04" name="Line 226"/>
          <p:cNvSpPr>
            <a:spLocks noChangeShapeType="1"/>
          </p:cNvSpPr>
          <p:nvPr/>
        </p:nvSpPr>
        <p:spPr bwMode="auto">
          <a:xfrm flipH="1">
            <a:off x="6355928" y="4435624"/>
            <a:ext cx="152400" cy="12954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5" name="Line 227"/>
          <p:cNvSpPr>
            <a:spLocks noChangeShapeType="1"/>
          </p:cNvSpPr>
          <p:nvPr/>
        </p:nvSpPr>
        <p:spPr bwMode="auto">
          <a:xfrm>
            <a:off x="6508328" y="4511824"/>
            <a:ext cx="152400" cy="1219200"/>
          </a:xfrm>
          <a:prstGeom prst="line">
            <a:avLst/>
          </a:prstGeom>
          <a:noFill/>
          <a:ln w="9525">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6" name="Line 228"/>
          <p:cNvSpPr>
            <a:spLocks noChangeShapeType="1"/>
          </p:cNvSpPr>
          <p:nvPr/>
        </p:nvSpPr>
        <p:spPr bwMode="auto">
          <a:xfrm>
            <a:off x="6508328" y="4435624"/>
            <a:ext cx="457200" cy="1295400"/>
          </a:xfrm>
          <a:prstGeom prst="line">
            <a:avLst/>
          </a:prstGeom>
          <a:noFill/>
          <a:ln w="9525">
            <a:solidFill>
              <a:srgbClr val="08080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1" name="Oval 229"/>
          <p:cNvSpPr>
            <a:spLocks noChangeArrowheads="1"/>
          </p:cNvSpPr>
          <p:nvPr/>
        </p:nvSpPr>
        <p:spPr bwMode="auto">
          <a:xfrm>
            <a:off x="7203653" y="5731024"/>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14" name="Oval 230"/>
          <p:cNvSpPr>
            <a:spLocks noChangeArrowheads="1"/>
          </p:cNvSpPr>
          <p:nvPr/>
        </p:nvSpPr>
        <p:spPr bwMode="auto">
          <a:xfrm>
            <a:off x="7519566" y="5731024"/>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15" name="Oval 231"/>
          <p:cNvSpPr>
            <a:spLocks noChangeArrowheads="1"/>
          </p:cNvSpPr>
          <p:nvPr/>
        </p:nvSpPr>
        <p:spPr bwMode="auto">
          <a:xfrm>
            <a:off x="7835478" y="57310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17" name="Line 232"/>
          <p:cNvSpPr>
            <a:spLocks noChangeShapeType="1"/>
          </p:cNvSpPr>
          <p:nvPr/>
        </p:nvSpPr>
        <p:spPr bwMode="auto">
          <a:xfrm>
            <a:off x="7117928" y="4435624"/>
            <a:ext cx="152400" cy="12954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8" name="Line 233"/>
          <p:cNvSpPr>
            <a:spLocks noChangeShapeType="1"/>
          </p:cNvSpPr>
          <p:nvPr/>
        </p:nvSpPr>
        <p:spPr bwMode="auto">
          <a:xfrm>
            <a:off x="7160791" y="4435624"/>
            <a:ext cx="457200" cy="12954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9" name="Line 234"/>
          <p:cNvSpPr>
            <a:spLocks noChangeShapeType="1"/>
          </p:cNvSpPr>
          <p:nvPr/>
        </p:nvSpPr>
        <p:spPr bwMode="auto">
          <a:xfrm>
            <a:off x="7194128" y="4435624"/>
            <a:ext cx="762000" cy="12954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1" name="Oval 235"/>
          <p:cNvSpPr>
            <a:spLocks noChangeArrowheads="1"/>
          </p:cNvSpPr>
          <p:nvPr/>
        </p:nvSpPr>
        <p:spPr bwMode="auto">
          <a:xfrm>
            <a:off x="8433966" y="32926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22" name="Oval 236"/>
          <p:cNvSpPr>
            <a:spLocks noChangeArrowheads="1"/>
          </p:cNvSpPr>
          <p:nvPr/>
        </p:nvSpPr>
        <p:spPr bwMode="auto">
          <a:xfrm>
            <a:off x="9043566" y="3292624"/>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23" name="Oval 237"/>
          <p:cNvSpPr>
            <a:spLocks noChangeArrowheads="1"/>
          </p:cNvSpPr>
          <p:nvPr/>
        </p:nvSpPr>
        <p:spPr bwMode="auto">
          <a:xfrm>
            <a:off x="9632528" y="32926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24" name="Line 238"/>
          <p:cNvSpPr>
            <a:spLocks noChangeShapeType="1"/>
          </p:cNvSpPr>
          <p:nvPr/>
        </p:nvSpPr>
        <p:spPr bwMode="auto">
          <a:xfrm flipH="1">
            <a:off x="8565728" y="2683024"/>
            <a:ext cx="381000" cy="6096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5" name="Line 239"/>
          <p:cNvSpPr>
            <a:spLocks noChangeShapeType="1"/>
          </p:cNvSpPr>
          <p:nvPr/>
        </p:nvSpPr>
        <p:spPr bwMode="auto">
          <a:xfrm>
            <a:off x="8968953" y="2683024"/>
            <a:ext cx="152400" cy="6096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6" name="Line 240"/>
          <p:cNvSpPr>
            <a:spLocks noChangeShapeType="1"/>
          </p:cNvSpPr>
          <p:nvPr/>
        </p:nvSpPr>
        <p:spPr bwMode="auto">
          <a:xfrm>
            <a:off x="9022928" y="2683024"/>
            <a:ext cx="685800" cy="6096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7" name="Oval 241"/>
          <p:cNvSpPr>
            <a:spLocks noChangeArrowheads="1"/>
          </p:cNvSpPr>
          <p:nvPr/>
        </p:nvSpPr>
        <p:spPr bwMode="auto">
          <a:xfrm>
            <a:off x="7943428" y="4219724"/>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28" name="Oval 242"/>
          <p:cNvSpPr>
            <a:spLocks noChangeArrowheads="1"/>
          </p:cNvSpPr>
          <p:nvPr/>
        </p:nvSpPr>
        <p:spPr bwMode="auto">
          <a:xfrm>
            <a:off x="8299028" y="42197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29" name="Oval 243"/>
          <p:cNvSpPr>
            <a:spLocks noChangeArrowheads="1"/>
          </p:cNvSpPr>
          <p:nvPr/>
        </p:nvSpPr>
        <p:spPr bwMode="auto">
          <a:xfrm>
            <a:off x="8641928" y="42070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30" name="Line 244"/>
          <p:cNvSpPr>
            <a:spLocks noChangeShapeType="1"/>
          </p:cNvSpPr>
          <p:nvPr/>
        </p:nvSpPr>
        <p:spPr bwMode="auto">
          <a:xfrm flipH="1">
            <a:off x="8108528" y="3521224"/>
            <a:ext cx="381000" cy="6858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1" name="Line 245"/>
          <p:cNvSpPr>
            <a:spLocks noChangeShapeType="1"/>
          </p:cNvSpPr>
          <p:nvPr/>
        </p:nvSpPr>
        <p:spPr bwMode="auto">
          <a:xfrm flipH="1">
            <a:off x="8413328" y="3521224"/>
            <a:ext cx="76200" cy="6858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2" name="Line 246"/>
          <p:cNvSpPr>
            <a:spLocks noChangeShapeType="1"/>
          </p:cNvSpPr>
          <p:nvPr/>
        </p:nvSpPr>
        <p:spPr bwMode="auto">
          <a:xfrm>
            <a:off x="8489528" y="3521224"/>
            <a:ext cx="228600" cy="6858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3" name="Oval 247"/>
          <p:cNvSpPr>
            <a:spLocks noChangeArrowheads="1"/>
          </p:cNvSpPr>
          <p:nvPr/>
        </p:nvSpPr>
        <p:spPr bwMode="auto">
          <a:xfrm>
            <a:off x="8129166" y="57310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34" name="Oval 248"/>
          <p:cNvSpPr>
            <a:spLocks noChangeArrowheads="1"/>
          </p:cNvSpPr>
          <p:nvPr/>
        </p:nvSpPr>
        <p:spPr bwMode="auto">
          <a:xfrm>
            <a:off x="8445078" y="5731024"/>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35" name="Oval 249"/>
          <p:cNvSpPr>
            <a:spLocks noChangeArrowheads="1"/>
          </p:cNvSpPr>
          <p:nvPr/>
        </p:nvSpPr>
        <p:spPr bwMode="auto">
          <a:xfrm>
            <a:off x="8760991" y="5731024"/>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36" name="Line 250"/>
          <p:cNvSpPr>
            <a:spLocks noChangeShapeType="1"/>
          </p:cNvSpPr>
          <p:nvPr/>
        </p:nvSpPr>
        <p:spPr bwMode="auto">
          <a:xfrm flipH="1">
            <a:off x="8260928" y="4435624"/>
            <a:ext cx="152400" cy="12954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9" name="Line 251"/>
          <p:cNvSpPr>
            <a:spLocks noChangeShapeType="1"/>
          </p:cNvSpPr>
          <p:nvPr/>
        </p:nvSpPr>
        <p:spPr bwMode="auto">
          <a:xfrm>
            <a:off x="8413328" y="4435624"/>
            <a:ext cx="152400" cy="12954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0" name="Line 252"/>
          <p:cNvSpPr>
            <a:spLocks noChangeShapeType="1"/>
          </p:cNvSpPr>
          <p:nvPr/>
        </p:nvSpPr>
        <p:spPr bwMode="auto">
          <a:xfrm>
            <a:off x="8413328" y="4435624"/>
            <a:ext cx="457200" cy="1295400"/>
          </a:xfrm>
          <a:prstGeom prst="line">
            <a:avLst/>
          </a:prstGeom>
          <a:noFill/>
          <a:ln w="19050">
            <a:solidFill>
              <a:srgbClr val="08080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1" name="Oval 253"/>
          <p:cNvSpPr>
            <a:spLocks noChangeArrowheads="1"/>
          </p:cNvSpPr>
          <p:nvPr/>
        </p:nvSpPr>
        <p:spPr bwMode="auto">
          <a:xfrm>
            <a:off x="9032453" y="57310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43" name="Oval 254"/>
          <p:cNvSpPr>
            <a:spLocks noChangeArrowheads="1"/>
          </p:cNvSpPr>
          <p:nvPr/>
        </p:nvSpPr>
        <p:spPr bwMode="auto">
          <a:xfrm>
            <a:off x="9348366" y="5731024"/>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44" name="Oval 255"/>
          <p:cNvSpPr>
            <a:spLocks noChangeArrowheads="1"/>
          </p:cNvSpPr>
          <p:nvPr/>
        </p:nvSpPr>
        <p:spPr bwMode="auto">
          <a:xfrm>
            <a:off x="9664278" y="5731024"/>
            <a:ext cx="228600" cy="228600"/>
          </a:xfrm>
          <a:prstGeom prst="ellipse">
            <a:avLst/>
          </a:prstGeom>
          <a:solidFill>
            <a:srgbClr val="FFFF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46" name="Line 256"/>
          <p:cNvSpPr>
            <a:spLocks noChangeShapeType="1"/>
          </p:cNvSpPr>
          <p:nvPr/>
        </p:nvSpPr>
        <p:spPr bwMode="auto">
          <a:xfrm>
            <a:off x="8718128" y="4435624"/>
            <a:ext cx="381000" cy="12954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7" name="Line 257"/>
          <p:cNvSpPr>
            <a:spLocks noChangeShapeType="1"/>
          </p:cNvSpPr>
          <p:nvPr/>
        </p:nvSpPr>
        <p:spPr bwMode="auto">
          <a:xfrm>
            <a:off x="8794328" y="4435624"/>
            <a:ext cx="609600" cy="12954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8" name="Line 258"/>
          <p:cNvSpPr>
            <a:spLocks noChangeShapeType="1"/>
          </p:cNvSpPr>
          <p:nvPr/>
        </p:nvSpPr>
        <p:spPr bwMode="auto">
          <a:xfrm>
            <a:off x="8870528" y="4359424"/>
            <a:ext cx="838200" cy="1371600"/>
          </a:xfrm>
          <a:prstGeom prst="line">
            <a:avLst/>
          </a:prstGeom>
          <a:noFill/>
          <a:ln w="19050"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0" name="Oval 262"/>
          <p:cNvSpPr>
            <a:spLocks noChangeArrowheads="1"/>
          </p:cNvSpPr>
          <p:nvPr/>
        </p:nvSpPr>
        <p:spPr bwMode="auto">
          <a:xfrm>
            <a:off x="9654753" y="42197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51" name="Oval 263"/>
          <p:cNvSpPr>
            <a:spLocks noChangeArrowheads="1"/>
          </p:cNvSpPr>
          <p:nvPr/>
        </p:nvSpPr>
        <p:spPr bwMode="auto">
          <a:xfrm>
            <a:off x="10051628" y="42197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55" name="Oval 264"/>
          <p:cNvSpPr>
            <a:spLocks noChangeArrowheads="1"/>
          </p:cNvSpPr>
          <p:nvPr/>
        </p:nvSpPr>
        <p:spPr bwMode="auto">
          <a:xfrm>
            <a:off x="10394528" y="4207024"/>
            <a:ext cx="228600" cy="228600"/>
          </a:xfrm>
          <a:prstGeom prst="ellipse">
            <a:avLst/>
          </a:prstGeom>
          <a:solidFill>
            <a:srgbClr val="FFFF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57" name="Line 265"/>
          <p:cNvSpPr>
            <a:spLocks noChangeShapeType="1"/>
          </p:cNvSpPr>
          <p:nvPr/>
        </p:nvSpPr>
        <p:spPr bwMode="auto">
          <a:xfrm>
            <a:off x="9784928" y="3521224"/>
            <a:ext cx="0" cy="6858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8" name="Line 266"/>
          <p:cNvSpPr>
            <a:spLocks noChangeShapeType="1"/>
          </p:cNvSpPr>
          <p:nvPr/>
        </p:nvSpPr>
        <p:spPr bwMode="auto">
          <a:xfrm>
            <a:off x="9838903" y="3510112"/>
            <a:ext cx="304800" cy="6858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9" name="Line 267"/>
          <p:cNvSpPr>
            <a:spLocks noChangeShapeType="1"/>
          </p:cNvSpPr>
          <p:nvPr/>
        </p:nvSpPr>
        <p:spPr bwMode="auto">
          <a:xfrm>
            <a:off x="9861128" y="3445024"/>
            <a:ext cx="609600" cy="762000"/>
          </a:xfrm>
          <a:prstGeom prst="line">
            <a:avLst/>
          </a:prstGeom>
          <a:noFill/>
          <a:ln w="19050" cap="rnd">
            <a:solidFill>
              <a:schemeClr val="hlink"/>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0" name="Oval 268"/>
          <p:cNvSpPr>
            <a:spLocks noChangeArrowheads="1"/>
          </p:cNvSpPr>
          <p:nvPr/>
        </p:nvSpPr>
        <p:spPr bwMode="auto">
          <a:xfrm>
            <a:off x="9969078" y="5710387"/>
            <a:ext cx="228600" cy="228600"/>
          </a:xfrm>
          <a:prstGeom prst="ellipse">
            <a:avLst/>
          </a:prstGeom>
          <a:solidFill>
            <a:schemeClr val="accent1"/>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62" name="Oval 269"/>
          <p:cNvSpPr>
            <a:spLocks noChangeArrowheads="1"/>
          </p:cNvSpPr>
          <p:nvPr/>
        </p:nvSpPr>
        <p:spPr bwMode="auto">
          <a:xfrm>
            <a:off x="10284991" y="5710387"/>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63" name="Oval 270"/>
          <p:cNvSpPr>
            <a:spLocks noChangeArrowheads="1"/>
          </p:cNvSpPr>
          <p:nvPr/>
        </p:nvSpPr>
        <p:spPr bwMode="auto">
          <a:xfrm>
            <a:off x="10600903" y="5710387"/>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64" name="Line 271"/>
          <p:cNvSpPr>
            <a:spLocks noChangeShapeType="1"/>
          </p:cNvSpPr>
          <p:nvPr/>
        </p:nvSpPr>
        <p:spPr bwMode="auto">
          <a:xfrm>
            <a:off x="9784928" y="4435624"/>
            <a:ext cx="304800" cy="1295400"/>
          </a:xfrm>
          <a:prstGeom prst="line">
            <a:avLst/>
          </a:prstGeom>
          <a:noFill/>
          <a:ln w="19050" cap="rnd">
            <a:solidFill>
              <a:schemeClr val="accent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6" name="Line 272"/>
          <p:cNvSpPr>
            <a:spLocks noChangeShapeType="1"/>
          </p:cNvSpPr>
          <p:nvPr/>
        </p:nvSpPr>
        <p:spPr bwMode="auto">
          <a:xfrm>
            <a:off x="9818266" y="4435624"/>
            <a:ext cx="500062" cy="12954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7" name="Line 273"/>
          <p:cNvSpPr>
            <a:spLocks noChangeShapeType="1"/>
          </p:cNvSpPr>
          <p:nvPr/>
        </p:nvSpPr>
        <p:spPr bwMode="auto">
          <a:xfrm>
            <a:off x="9861128" y="4435624"/>
            <a:ext cx="838200" cy="1295400"/>
          </a:xfrm>
          <a:prstGeom prst="line">
            <a:avLst/>
          </a:prstGeom>
          <a:noFill/>
          <a:ln w="19050">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8" name="Oval 274"/>
          <p:cNvSpPr>
            <a:spLocks noChangeArrowheads="1"/>
          </p:cNvSpPr>
          <p:nvPr/>
        </p:nvSpPr>
        <p:spPr bwMode="auto">
          <a:xfrm>
            <a:off x="10894591" y="5688162"/>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69" name="Oval 275"/>
          <p:cNvSpPr>
            <a:spLocks noChangeArrowheads="1"/>
          </p:cNvSpPr>
          <p:nvPr/>
        </p:nvSpPr>
        <p:spPr bwMode="auto">
          <a:xfrm>
            <a:off x="11210503" y="5688162"/>
            <a:ext cx="228600" cy="228600"/>
          </a:xfrm>
          <a:prstGeom prst="ellipse">
            <a:avLst/>
          </a:prstGeom>
          <a:solidFill>
            <a:srgbClr val="FF33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71" name="Oval 276"/>
          <p:cNvSpPr>
            <a:spLocks noChangeArrowheads="1"/>
          </p:cNvSpPr>
          <p:nvPr/>
        </p:nvSpPr>
        <p:spPr bwMode="auto">
          <a:xfrm>
            <a:off x="11526416" y="5688162"/>
            <a:ext cx="228600" cy="228600"/>
          </a:xfrm>
          <a:prstGeom prst="ellipse">
            <a:avLst/>
          </a:prstGeom>
          <a:solidFill>
            <a:srgbClr val="FFFF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272" name="Line 277"/>
          <p:cNvSpPr>
            <a:spLocks noChangeShapeType="1"/>
          </p:cNvSpPr>
          <p:nvPr/>
        </p:nvSpPr>
        <p:spPr bwMode="auto">
          <a:xfrm>
            <a:off x="10165928" y="4435624"/>
            <a:ext cx="838200" cy="12192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5" name="Line 278"/>
          <p:cNvSpPr>
            <a:spLocks noChangeShapeType="1"/>
          </p:cNvSpPr>
          <p:nvPr/>
        </p:nvSpPr>
        <p:spPr bwMode="auto">
          <a:xfrm>
            <a:off x="10208791" y="4435624"/>
            <a:ext cx="1066800" cy="1219200"/>
          </a:xfrm>
          <a:prstGeom prst="line">
            <a:avLst/>
          </a:prstGeom>
          <a:noFill/>
          <a:ln w="19050" cap="rnd">
            <a:solidFill>
              <a:srgbClr val="FF330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 name="Line 279"/>
          <p:cNvSpPr>
            <a:spLocks noChangeShapeType="1"/>
          </p:cNvSpPr>
          <p:nvPr/>
        </p:nvSpPr>
        <p:spPr bwMode="auto">
          <a:xfrm>
            <a:off x="10242128" y="4435624"/>
            <a:ext cx="1371600" cy="1219200"/>
          </a:xfrm>
          <a:prstGeom prst="line">
            <a:avLst/>
          </a:prstGeom>
          <a:noFill/>
          <a:ln w="19050">
            <a:solidFill>
              <a:srgbClr val="08080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3" name="Text Box 280"/>
          <p:cNvSpPr txBox="1">
            <a:spLocks noChangeArrowheads="1"/>
          </p:cNvSpPr>
          <p:nvPr/>
        </p:nvSpPr>
        <p:spPr bwMode="auto">
          <a:xfrm>
            <a:off x="10377239" y="3552974"/>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a:t>
            </a:r>
          </a:p>
        </p:txBody>
      </p:sp>
      <p:sp>
        <p:nvSpPr>
          <p:cNvPr id="304" name="Oval 281"/>
          <p:cNvSpPr>
            <a:spLocks noChangeArrowheads="1"/>
          </p:cNvSpPr>
          <p:nvPr/>
        </p:nvSpPr>
        <p:spPr bwMode="auto">
          <a:xfrm>
            <a:off x="10369302" y="3292624"/>
            <a:ext cx="228600" cy="228600"/>
          </a:xfrm>
          <a:prstGeom prst="ellipse">
            <a:avLst/>
          </a:prstGeom>
          <a:solidFill>
            <a:schemeClr val="accent1"/>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305" name="Oval 282"/>
          <p:cNvSpPr>
            <a:spLocks noChangeArrowheads="1"/>
          </p:cNvSpPr>
          <p:nvPr/>
        </p:nvSpPr>
        <p:spPr bwMode="auto">
          <a:xfrm>
            <a:off x="10978902" y="3292624"/>
            <a:ext cx="228600" cy="228600"/>
          </a:xfrm>
          <a:prstGeom prst="ellipse">
            <a:avLst/>
          </a:prstGeom>
          <a:solidFill>
            <a:srgbClr val="FF3300"/>
          </a:solidFill>
          <a:ln w="19050">
            <a:solidFill>
              <a:srgbClr val="080808"/>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306" name="Oval 283"/>
          <p:cNvSpPr>
            <a:spLocks noChangeArrowheads="1"/>
          </p:cNvSpPr>
          <p:nvPr/>
        </p:nvSpPr>
        <p:spPr bwMode="auto">
          <a:xfrm>
            <a:off x="11567864" y="3292624"/>
            <a:ext cx="228600" cy="228600"/>
          </a:xfrm>
          <a:prstGeom prst="ellipse">
            <a:avLst/>
          </a:prstGeom>
          <a:solidFill>
            <a:srgbClr val="FFFF00"/>
          </a:solidFill>
          <a:ln w="19050" cap="rnd">
            <a:solidFill>
              <a:srgbClr val="080808"/>
            </a:solidFill>
            <a:prstDash val="sysDot"/>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800"/>
          </a:p>
        </p:txBody>
      </p:sp>
      <p:sp>
        <p:nvSpPr>
          <p:cNvPr id="307" name="Line 284"/>
          <p:cNvSpPr>
            <a:spLocks noChangeShapeType="1"/>
          </p:cNvSpPr>
          <p:nvPr/>
        </p:nvSpPr>
        <p:spPr bwMode="auto">
          <a:xfrm>
            <a:off x="10402639" y="2683024"/>
            <a:ext cx="76200" cy="609600"/>
          </a:xfrm>
          <a:prstGeom prst="line">
            <a:avLst/>
          </a:prstGeom>
          <a:noFill/>
          <a:ln w="19050">
            <a:solidFill>
              <a:schemeClr val="accent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9" name="Line 285"/>
          <p:cNvSpPr>
            <a:spLocks noChangeShapeType="1"/>
          </p:cNvSpPr>
          <p:nvPr/>
        </p:nvSpPr>
        <p:spPr bwMode="auto">
          <a:xfrm>
            <a:off x="10501064" y="2683024"/>
            <a:ext cx="533400" cy="609600"/>
          </a:xfrm>
          <a:prstGeom prst="line">
            <a:avLst/>
          </a:prstGeom>
          <a:noFill/>
          <a:ln w="19050">
            <a:solidFill>
              <a:srgbClr val="FF33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0" name="Line 286"/>
          <p:cNvSpPr>
            <a:spLocks noChangeShapeType="1"/>
          </p:cNvSpPr>
          <p:nvPr/>
        </p:nvSpPr>
        <p:spPr bwMode="auto">
          <a:xfrm>
            <a:off x="10501064" y="2606824"/>
            <a:ext cx="1143000" cy="685800"/>
          </a:xfrm>
          <a:prstGeom prst="line">
            <a:avLst/>
          </a:prstGeom>
          <a:noFill/>
          <a:ln w="19050" cap="rnd">
            <a:solidFill>
              <a:srgbClr val="080808"/>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1" name="Text Box 287"/>
          <p:cNvSpPr txBox="1">
            <a:spLocks noChangeArrowheads="1"/>
          </p:cNvSpPr>
          <p:nvPr/>
        </p:nvSpPr>
        <p:spPr bwMode="auto">
          <a:xfrm>
            <a:off x="10958264" y="3554562"/>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a:t>
            </a:r>
          </a:p>
        </p:txBody>
      </p:sp>
      <p:sp>
        <p:nvSpPr>
          <p:cNvPr id="312" name="Text Box 288"/>
          <p:cNvSpPr txBox="1">
            <a:spLocks noChangeArrowheads="1"/>
          </p:cNvSpPr>
          <p:nvPr/>
        </p:nvSpPr>
        <p:spPr bwMode="auto">
          <a:xfrm>
            <a:off x="11556752" y="3564087"/>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a:t>
            </a:r>
          </a:p>
        </p:txBody>
      </p:sp>
      <p:sp>
        <p:nvSpPr>
          <p:cNvPr id="317" name="Freeform 294"/>
          <p:cNvSpPr>
            <a:spLocks/>
          </p:cNvSpPr>
          <p:nvPr/>
        </p:nvSpPr>
        <p:spPr bwMode="auto">
          <a:xfrm>
            <a:off x="8641928" y="4435624"/>
            <a:ext cx="304800" cy="1295400"/>
          </a:xfrm>
          <a:custGeom>
            <a:avLst/>
            <a:gdLst>
              <a:gd name="T0" fmla="*/ 483870000 w 192"/>
              <a:gd name="T1" fmla="*/ 2056447500 h 816"/>
              <a:gd name="T2" fmla="*/ 362902500 w 192"/>
              <a:gd name="T3" fmla="*/ 1814512500 h 816"/>
              <a:gd name="T4" fmla="*/ 241935000 w 192"/>
              <a:gd name="T5" fmla="*/ 1330642500 h 816"/>
              <a:gd name="T6" fmla="*/ 120967500 w 192"/>
              <a:gd name="T7" fmla="*/ 725805000 h 816"/>
              <a:gd name="T8" fmla="*/ 0 w 192"/>
              <a:gd name="T9" fmla="*/ 241935000 h 816"/>
              <a:gd name="T10" fmla="*/ 120967500 w 192"/>
              <a:gd name="T11" fmla="*/ 0 h 816"/>
              <a:gd name="T12" fmla="*/ 0 60000 65536"/>
              <a:gd name="T13" fmla="*/ 0 60000 65536"/>
              <a:gd name="T14" fmla="*/ 0 60000 65536"/>
              <a:gd name="T15" fmla="*/ 0 60000 65536"/>
              <a:gd name="T16" fmla="*/ 0 60000 65536"/>
              <a:gd name="T17" fmla="*/ 0 60000 65536"/>
              <a:gd name="T18" fmla="*/ 0 w 192"/>
              <a:gd name="T19" fmla="*/ 0 h 816"/>
              <a:gd name="T20" fmla="*/ 192 w 192"/>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192" h="816">
                <a:moveTo>
                  <a:pt x="192" y="816"/>
                </a:moveTo>
                <a:cubicBezTo>
                  <a:pt x="176" y="792"/>
                  <a:pt x="160" y="768"/>
                  <a:pt x="144" y="720"/>
                </a:cubicBezTo>
                <a:cubicBezTo>
                  <a:pt x="128" y="672"/>
                  <a:pt x="112" y="600"/>
                  <a:pt x="96" y="528"/>
                </a:cubicBezTo>
                <a:cubicBezTo>
                  <a:pt x="80" y="456"/>
                  <a:pt x="64" y="360"/>
                  <a:pt x="48" y="288"/>
                </a:cubicBezTo>
                <a:cubicBezTo>
                  <a:pt x="32" y="216"/>
                  <a:pt x="0" y="144"/>
                  <a:pt x="0" y="96"/>
                </a:cubicBezTo>
                <a:cubicBezTo>
                  <a:pt x="0" y="48"/>
                  <a:pt x="24" y="24"/>
                  <a:pt x="48" y="0"/>
                </a:cubicBezTo>
              </a:path>
            </a:pathLst>
          </a:custGeom>
          <a:noFill/>
          <a:ln w="9525">
            <a:solidFill>
              <a:schemeClr val="accent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18" name="Freeform 295"/>
          <p:cNvSpPr>
            <a:spLocks/>
          </p:cNvSpPr>
          <p:nvPr/>
        </p:nvSpPr>
        <p:spPr bwMode="auto">
          <a:xfrm>
            <a:off x="8781628" y="2683024"/>
            <a:ext cx="177800" cy="1600200"/>
          </a:xfrm>
          <a:custGeom>
            <a:avLst/>
            <a:gdLst>
              <a:gd name="T0" fmla="*/ 141128750 w 112"/>
              <a:gd name="T1" fmla="*/ 2147483646 h 1008"/>
              <a:gd name="T2" fmla="*/ 262096250 w 112"/>
              <a:gd name="T3" fmla="*/ 2147483646 h 1008"/>
              <a:gd name="T4" fmla="*/ 262096250 w 112"/>
              <a:gd name="T5" fmla="*/ 2056447500 h 1008"/>
              <a:gd name="T6" fmla="*/ 141128750 w 112"/>
              <a:gd name="T7" fmla="*/ 1572577500 h 1008"/>
              <a:gd name="T8" fmla="*/ 20161250 w 112"/>
              <a:gd name="T9" fmla="*/ 1209675000 h 1008"/>
              <a:gd name="T10" fmla="*/ 20161250 w 112"/>
              <a:gd name="T11" fmla="*/ 725805000 h 1008"/>
              <a:gd name="T12" fmla="*/ 141128750 w 112"/>
              <a:gd name="T13" fmla="*/ 483870000 h 1008"/>
              <a:gd name="T14" fmla="*/ 262096250 w 112"/>
              <a:gd name="T15" fmla="*/ 0 h 1008"/>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1008"/>
              <a:gd name="T26" fmla="*/ 112 w 112"/>
              <a:gd name="T27" fmla="*/ 1008 h 100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1008">
                <a:moveTo>
                  <a:pt x="56" y="1008"/>
                </a:moveTo>
                <a:cubicBezTo>
                  <a:pt x="76" y="976"/>
                  <a:pt x="96" y="944"/>
                  <a:pt x="104" y="912"/>
                </a:cubicBezTo>
                <a:cubicBezTo>
                  <a:pt x="112" y="880"/>
                  <a:pt x="112" y="864"/>
                  <a:pt x="104" y="816"/>
                </a:cubicBezTo>
                <a:cubicBezTo>
                  <a:pt x="96" y="768"/>
                  <a:pt x="72" y="680"/>
                  <a:pt x="56" y="624"/>
                </a:cubicBezTo>
                <a:cubicBezTo>
                  <a:pt x="40" y="568"/>
                  <a:pt x="16" y="536"/>
                  <a:pt x="8" y="480"/>
                </a:cubicBezTo>
                <a:cubicBezTo>
                  <a:pt x="0" y="424"/>
                  <a:pt x="0" y="336"/>
                  <a:pt x="8" y="288"/>
                </a:cubicBezTo>
                <a:cubicBezTo>
                  <a:pt x="16" y="240"/>
                  <a:pt x="40" y="240"/>
                  <a:pt x="56" y="192"/>
                </a:cubicBezTo>
                <a:cubicBezTo>
                  <a:pt x="72" y="144"/>
                  <a:pt x="88" y="72"/>
                  <a:pt x="104" y="0"/>
                </a:cubicBezTo>
              </a:path>
            </a:pathLst>
          </a:custGeom>
          <a:noFill/>
          <a:ln w="9525">
            <a:solidFill>
              <a:schemeClr val="accent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19" name="Freeform 296"/>
          <p:cNvSpPr>
            <a:spLocks/>
          </p:cNvSpPr>
          <p:nvPr/>
        </p:nvSpPr>
        <p:spPr bwMode="auto">
          <a:xfrm>
            <a:off x="10089728" y="4435624"/>
            <a:ext cx="609600" cy="1295400"/>
          </a:xfrm>
          <a:custGeom>
            <a:avLst/>
            <a:gdLst>
              <a:gd name="T0" fmla="*/ 967740000 w 384"/>
              <a:gd name="T1" fmla="*/ 2056447500 h 816"/>
              <a:gd name="T2" fmla="*/ 846772500 w 384"/>
              <a:gd name="T3" fmla="*/ 1572577500 h 816"/>
              <a:gd name="T4" fmla="*/ 604837500 w 384"/>
              <a:gd name="T5" fmla="*/ 1088707500 h 816"/>
              <a:gd name="T6" fmla="*/ 241935000 w 384"/>
              <a:gd name="T7" fmla="*/ 725805000 h 816"/>
              <a:gd name="T8" fmla="*/ 120967500 w 384"/>
              <a:gd name="T9" fmla="*/ 483870000 h 816"/>
              <a:gd name="T10" fmla="*/ 0 w 384"/>
              <a:gd name="T11" fmla="*/ 0 h 816"/>
              <a:gd name="T12" fmla="*/ 0 60000 65536"/>
              <a:gd name="T13" fmla="*/ 0 60000 65536"/>
              <a:gd name="T14" fmla="*/ 0 60000 65536"/>
              <a:gd name="T15" fmla="*/ 0 60000 65536"/>
              <a:gd name="T16" fmla="*/ 0 60000 65536"/>
              <a:gd name="T17" fmla="*/ 0 60000 65536"/>
              <a:gd name="T18" fmla="*/ 0 w 384"/>
              <a:gd name="T19" fmla="*/ 0 h 816"/>
              <a:gd name="T20" fmla="*/ 384 w 384"/>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384" h="816">
                <a:moveTo>
                  <a:pt x="384" y="816"/>
                </a:moveTo>
                <a:cubicBezTo>
                  <a:pt x="372" y="752"/>
                  <a:pt x="360" y="688"/>
                  <a:pt x="336" y="624"/>
                </a:cubicBezTo>
                <a:cubicBezTo>
                  <a:pt x="312" y="560"/>
                  <a:pt x="280" y="488"/>
                  <a:pt x="240" y="432"/>
                </a:cubicBezTo>
                <a:cubicBezTo>
                  <a:pt x="200" y="376"/>
                  <a:pt x="128" y="328"/>
                  <a:pt x="96" y="288"/>
                </a:cubicBezTo>
                <a:cubicBezTo>
                  <a:pt x="64" y="248"/>
                  <a:pt x="64" y="240"/>
                  <a:pt x="48" y="192"/>
                </a:cubicBezTo>
                <a:cubicBezTo>
                  <a:pt x="32" y="144"/>
                  <a:pt x="16" y="72"/>
                  <a:pt x="0" y="0"/>
                </a:cubicBezTo>
              </a:path>
            </a:pathLst>
          </a:custGeom>
          <a:noFill/>
          <a:ln w="9525">
            <a:solidFill>
              <a:schemeClr val="accent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20" name="Freeform 298"/>
          <p:cNvSpPr>
            <a:spLocks/>
          </p:cNvSpPr>
          <p:nvPr/>
        </p:nvSpPr>
        <p:spPr bwMode="auto">
          <a:xfrm>
            <a:off x="9988128" y="2683024"/>
            <a:ext cx="1714500" cy="3098800"/>
          </a:xfrm>
          <a:custGeom>
            <a:avLst/>
            <a:gdLst>
              <a:gd name="T0" fmla="*/ 2147483646 w 1080"/>
              <a:gd name="T1" fmla="*/ 2147483646 h 1952"/>
              <a:gd name="T2" fmla="*/ 2147483646 w 1080"/>
              <a:gd name="T3" fmla="*/ 2147483646 h 1952"/>
              <a:gd name="T4" fmla="*/ 2147483646 w 1080"/>
              <a:gd name="T5" fmla="*/ 2147483646 h 1952"/>
              <a:gd name="T6" fmla="*/ 1854835000 w 1080"/>
              <a:gd name="T7" fmla="*/ 2147483646 h 1952"/>
              <a:gd name="T8" fmla="*/ 1491932500 w 1080"/>
              <a:gd name="T9" fmla="*/ 2147483646 h 1952"/>
              <a:gd name="T10" fmla="*/ 1008062500 w 1080"/>
              <a:gd name="T11" fmla="*/ 2147483646 h 1952"/>
              <a:gd name="T12" fmla="*/ 161290000 w 1080"/>
              <a:gd name="T13" fmla="*/ 1451610000 h 1952"/>
              <a:gd name="T14" fmla="*/ 40322500 w 1080"/>
              <a:gd name="T15" fmla="*/ 846772500 h 1952"/>
              <a:gd name="T16" fmla="*/ 403225000 w 1080"/>
              <a:gd name="T17" fmla="*/ 483870000 h 1952"/>
              <a:gd name="T18" fmla="*/ 766127500 w 1080"/>
              <a:gd name="T19" fmla="*/ 0 h 195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80"/>
              <a:gd name="T31" fmla="*/ 0 h 1952"/>
              <a:gd name="T32" fmla="*/ 1080 w 1080"/>
              <a:gd name="T33" fmla="*/ 1952 h 195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80" h="1952">
                <a:moveTo>
                  <a:pt x="1072" y="1872"/>
                </a:moveTo>
                <a:cubicBezTo>
                  <a:pt x="1076" y="1912"/>
                  <a:pt x="1080" y="1952"/>
                  <a:pt x="1072" y="1920"/>
                </a:cubicBezTo>
                <a:cubicBezTo>
                  <a:pt x="1064" y="1888"/>
                  <a:pt x="1080" y="1768"/>
                  <a:pt x="1024" y="1680"/>
                </a:cubicBezTo>
                <a:cubicBezTo>
                  <a:pt x="968" y="1592"/>
                  <a:pt x="808" y="1488"/>
                  <a:pt x="736" y="1392"/>
                </a:cubicBezTo>
                <a:cubicBezTo>
                  <a:pt x="664" y="1296"/>
                  <a:pt x="648" y="1192"/>
                  <a:pt x="592" y="1104"/>
                </a:cubicBezTo>
                <a:cubicBezTo>
                  <a:pt x="536" y="1016"/>
                  <a:pt x="488" y="952"/>
                  <a:pt x="400" y="864"/>
                </a:cubicBezTo>
                <a:cubicBezTo>
                  <a:pt x="312" y="776"/>
                  <a:pt x="128" y="664"/>
                  <a:pt x="64" y="576"/>
                </a:cubicBezTo>
                <a:cubicBezTo>
                  <a:pt x="0" y="488"/>
                  <a:pt x="0" y="400"/>
                  <a:pt x="16" y="336"/>
                </a:cubicBezTo>
                <a:cubicBezTo>
                  <a:pt x="32" y="272"/>
                  <a:pt x="112" y="248"/>
                  <a:pt x="160" y="192"/>
                </a:cubicBezTo>
                <a:cubicBezTo>
                  <a:pt x="208" y="136"/>
                  <a:pt x="256" y="68"/>
                  <a:pt x="304" y="0"/>
                </a:cubicBezTo>
              </a:path>
            </a:pathLst>
          </a:custGeom>
          <a:noFill/>
          <a:ln w="9525">
            <a:solidFill>
              <a:schemeClr val="accent2"/>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21" name="Text Box 299"/>
          <p:cNvSpPr txBox="1">
            <a:spLocks noChangeArrowheads="1"/>
          </p:cNvSpPr>
          <p:nvPr/>
        </p:nvSpPr>
        <p:spPr bwMode="auto">
          <a:xfrm>
            <a:off x="4696991" y="593739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1</a:t>
            </a:r>
          </a:p>
        </p:txBody>
      </p:sp>
      <p:sp>
        <p:nvSpPr>
          <p:cNvPr id="322" name="Text Box 300"/>
          <p:cNvSpPr txBox="1">
            <a:spLocks noChangeArrowheads="1"/>
          </p:cNvSpPr>
          <p:nvPr/>
        </p:nvSpPr>
        <p:spPr bwMode="auto">
          <a:xfrm>
            <a:off x="5025603" y="593739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dirty="0"/>
              <a:t>2</a:t>
            </a:r>
          </a:p>
        </p:txBody>
      </p:sp>
      <p:sp>
        <p:nvSpPr>
          <p:cNvPr id="323" name="Text Box 301"/>
          <p:cNvSpPr txBox="1">
            <a:spLocks noChangeArrowheads="1"/>
          </p:cNvSpPr>
          <p:nvPr/>
        </p:nvSpPr>
        <p:spPr bwMode="auto">
          <a:xfrm>
            <a:off x="5646316" y="5937399"/>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3</a:t>
            </a:r>
          </a:p>
        </p:txBody>
      </p:sp>
      <p:sp>
        <p:nvSpPr>
          <p:cNvPr id="324" name="Text Box 302"/>
          <p:cNvSpPr txBox="1">
            <a:spLocks noChangeArrowheads="1"/>
          </p:cNvSpPr>
          <p:nvPr/>
        </p:nvSpPr>
        <p:spPr bwMode="auto">
          <a:xfrm>
            <a:off x="6536903" y="5948512"/>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dirty="0"/>
              <a:t>4</a:t>
            </a:r>
          </a:p>
        </p:txBody>
      </p:sp>
      <p:sp>
        <p:nvSpPr>
          <p:cNvPr id="325" name="Text Box 303"/>
          <p:cNvSpPr txBox="1">
            <a:spLocks noChangeArrowheads="1"/>
          </p:cNvSpPr>
          <p:nvPr/>
        </p:nvSpPr>
        <p:spPr bwMode="auto">
          <a:xfrm>
            <a:off x="6854403" y="5959624"/>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5</a:t>
            </a:r>
          </a:p>
        </p:txBody>
      </p:sp>
      <p:sp>
        <p:nvSpPr>
          <p:cNvPr id="326" name="Text Box 304"/>
          <p:cNvSpPr txBox="1">
            <a:spLocks noChangeArrowheads="1"/>
          </p:cNvSpPr>
          <p:nvPr/>
        </p:nvSpPr>
        <p:spPr bwMode="auto">
          <a:xfrm>
            <a:off x="7789441" y="5958037"/>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6</a:t>
            </a:r>
          </a:p>
        </p:txBody>
      </p:sp>
      <p:sp>
        <p:nvSpPr>
          <p:cNvPr id="327" name="Text Box 305"/>
          <p:cNvSpPr txBox="1">
            <a:spLocks noChangeArrowheads="1"/>
          </p:cNvSpPr>
          <p:nvPr/>
        </p:nvSpPr>
        <p:spPr bwMode="auto">
          <a:xfrm>
            <a:off x="8068841" y="5948512"/>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7</a:t>
            </a:r>
          </a:p>
        </p:txBody>
      </p:sp>
      <p:sp>
        <p:nvSpPr>
          <p:cNvPr id="328" name="Text Box 306"/>
          <p:cNvSpPr txBox="1">
            <a:spLocks noChangeArrowheads="1"/>
          </p:cNvSpPr>
          <p:nvPr/>
        </p:nvSpPr>
        <p:spPr bwMode="auto">
          <a:xfrm>
            <a:off x="8726066" y="5959624"/>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8</a:t>
            </a:r>
          </a:p>
        </p:txBody>
      </p:sp>
      <p:sp>
        <p:nvSpPr>
          <p:cNvPr id="329" name="Text Box 307"/>
          <p:cNvSpPr txBox="1">
            <a:spLocks noChangeArrowheads="1"/>
          </p:cNvSpPr>
          <p:nvPr/>
        </p:nvSpPr>
        <p:spPr bwMode="auto">
          <a:xfrm>
            <a:off x="9018166" y="5948512"/>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9</a:t>
            </a:r>
          </a:p>
        </p:txBody>
      </p:sp>
      <p:sp>
        <p:nvSpPr>
          <p:cNvPr id="330" name="Text Box 308"/>
          <p:cNvSpPr txBox="1">
            <a:spLocks noChangeArrowheads="1"/>
          </p:cNvSpPr>
          <p:nvPr/>
        </p:nvSpPr>
        <p:spPr bwMode="auto">
          <a:xfrm>
            <a:off x="10554866" y="5937399"/>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10</a:t>
            </a:r>
          </a:p>
        </p:txBody>
      </p:sp>
      <p:sp>
        <p:nvSpPr>
          <p:cNvPr id="331" name="Text Box 309"/>
          <p:cNvSpPr txBox="1">
            <a:spLocks noChangeArrowheads="1"/>
          </p:cNvSpPr>
          <p:nvPr/>
        </p:nvSpPr>
        <p:spPr bwMode="auto">
          <a:xfrm>
            <a:off x="10869191" y="5937399"/>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11</a:t>
            </a:r>
          </a:p>
        </p:txBody>
      </p:sp>
      <p:sp>
        <p:nvSpPr>
          <p:cNvPr id="332" name="Text Box 310"/>
          <p:cNvSpPr txBox="1">
            <a:spLocks noChangeArrowheads="1"/>
          </p:cNvSpPr>
          <p:nvPr/>
        </p:nvSpPr>
        <p:spPr bwMode="auto">
          <a:xfrm>
            <a:off x="11513716" y="5926287"/>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12</a:t>
            </a:r>
          </a:p>
        </p:txBody>
      </p:sp>
      <p:sp>
        <p:nvSpPr>
          <p:cNvPr id="333" name="Text Box 83"/>
          <p:cNvSpPr txBox="1">
            <a:spLocks noChangeArrowheads="1"/>
          </p:cNvSpPr>
          <p:nvPr/>
        </p:nvSpPr>
        <p:spPr bwMode="auto">
          <a:xfrm>
            <a:off x="4627230" y="3134478"/>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2</a:t>
            </a:r>
            <a:endParaRPr lang="en-US" altLang="zh-CN" sz="2400" b="1" dirty="0">
              <a:solidFill>
                <a:schemeClr val="accent6">
                  <a:lumMod val="75000"/>
                </a:schemeClr>
              </a:solidFill>
            </a:endParaRPr>
          </a:p>
        </p:txBody>
      </p:sp>
      <p:sp>
        <p:nvSpPr>
          <p:cNvPr id="334" name="Text Box 85"/>
          <p:cNvSpPr txBox="1">
            <a:spLocks noChangeArrowheads="1"/>
          </p:cNvSpPr>
          <p:nvPr/>
        </p:nvSpPr>
        <p:spPr bwMode="auto">
          <a:xfrm>
            <a:off x="4208130" y="4084310"/>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3</a:t>
            </a:r>
            <a:endParaRPr lang="en-US" altLang="zh-CN" sz="2400" b="1" dirty="0">
              <a:solidFill>
                <a:schemeClr val="accent6">
                  <a:lumMod val="75000"/>
                </a:schemeClr>
              </a:solidFill>
            </a:endParaRPr>
          </a:p>
        </p:txBody>
      </p:sp>
      <p:sp>
        <p:nvSpPr>
          <p:cNvPr id="335" name="Text Box 87"/>
          <p:cNvSpPr txBox="1">
            <a:spLocks noChangeArrowheads="1"/>
          </p:cNvSpPr>
          <p:nvPr/>
        </p:nvSpPr>
        <p:spPr bwMode="auto">
          <a:xfrm>
            <a:off x="3964602" y="5571629"/>
            <a:ext cx="467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4</a:t>
            </a:r>
            <a:endParaRPr lang="en-US" altLang="zh-CN" sz="2400" b="1" dirty="0">
              <a:solidFill>
                <a:schemeClr val="accent6">
                  <a:lumMod val="75000"/>
                </a:schemeClr>
              </a:solidFill>
            </a:endParaRPr>
          </a:p>
        </p:txBody>
      </p:sp>
      <p:sp>
        <p:nvSpPr>
          <p:cNvPr id="336" name="Text Box 83"/>
          <p:cNvSpPr txBox="1">
            <a:spLocks noChangeArrowheads="1"/>
          </p:cNvSpPr>
          <p:nvPr/>
        </p:nvSpPr>
        <p:spPr bwMode="auto">
          <a:xfrm>
            <a:off x="5928361" y="2268042"/>
            <a:ext cx="4942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en-US" altLang="zh-CN" sz="2400" b="1" dirty="0" smtClean="0">
                <a:solidFill>
                  <a:schemeClr val="accent6">
                    <a:lumMod val="75000"/>
                  </a:schemeClr>
                </a:solidFill>
              </a:rPr>
              <a:t>x</a:t>
            </a:r>
            <a:r>
              <a:rPr lang="en-US" altLang="zh-CN" sz="2400" b="1" baseline="-25000" dirty="0" smtClean="0">
                <a:solidFill>
                  <a:schemeClr val="accent6">
                    <a:lumMod val="75000"/>
                  </a:schemeClr>
                </a:solidFill>
              </a:rPr>
              <a:t>1</a:t>
            </a:r>
            <a:endParaRPr lang="en-US" altLang="zh-CN" sz="2400" b="1" dirty="0">
              <a:solidFill>
                <a:schemeClr val="accent6">
                  <a:lumMod val="75000"/>
                </a:schemeClr>
              </a:solidFill>
            </a:endParaRPr>
          </a:p>
        </p:txBody>
      </p:sp>
      <p:cxnSp>
        <p:nvCxnSpPr>
          <p:cNvPr id="337" name="曲线连接符 336"/>
          <p:cNvCxnSpPr/>
          <p:nvPr/>
        </p:nvCxnSpPr>
        <p:spPr>
          <a:xfrm rot="10800000" flipH="1">
            <a:off x="4140661" y="4387205"/>
            <a:ext cx="20638" cy="1468437"/>
          </a:xfrm>
          <a:prstGeom prst="curvedConnector3">
            <a:avLst>
              <a:gd name="adj1" fmla="val -110766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8" name="曲线连接符 337"/>
          <p:cNvCxnSpPr/>
          <p:nvPr/>
        </p:nvCxnSpPr>
        <p:spPr>
          <a:xfrm flipH="1" flipV="1">
            <a:off x="5730429" y="4364187"/>
            <a:ext cx="509587" cy="1481137"/>
          </a:xfrm>
          <a:prstGeom prst="curvedConnector3">
            <a:avLst>
              <a:gd name="adj1" fmla="val -964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9" name="曲线连接符 338"/>
          <p:cNvCxnSpPr/>
          <p:nvPr/>
        </p:nvCxnSpPr>
        <p:spPr>
          <a:xfrm rot="10800000" flipH="1">
            <a:off x="4495970" y="3375821"/>
            <a:ext cx="985406" cy="943427"/>
          </a:xfrm>
          <a:prstGeom prst="curvedConnector3">
            <a:avLst>
              <a:gd name="adj1" fmla="val -23199"/>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1" name="曲线连接符 340"/>
          <p:cNvCxnSpPr/>
          <p:nvPr/>
        </p:nvCxnSpPr>
        <p:spPr>
          <a:xfrm flipH="1" flipV="1">
            <a:off x="6585004" y="4348127"/>
            <a:ext cx="509587" cy="1481137"/>
          </a:xfrm>
          <a:prstGeom prst="curvedConnector3">
            <a:avLst>
              <a:gd name="adj1" fmla="val -964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2" name="曲线连接符 341"/>
          <p:cNvCxnSpPr/>
          <p:nvPr/>
        </p:nvCxnSpPr>
        <p:spPr>
          <a:xfrm flipH="1" flipV="1">
            <a:off x="7464152" y="4358631"/>
            <a:ext cx="509587" cy="1481137"/>
          </a:xfrm>
          <a:prstGeom prst="curvedConnector3">
            <a:avLst>
              <a:gd name="adj1" fmla="val -964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3" name="曲线连接符 342"/>
          <p:cNvCxnSpPr/>
          <p:nvPr/>
        </p:nvCxnSpPr>
        <p:spPr>
          <a:xfrm flipH="1" flipV="1">
            <a:off x="7032104" y="3406924"/>
            <a:ext cx="838200" cy="914400"/>
          </a:xfrm>
          <a:prstGeom prst="curvedConnector3">
            <a:avLst>
              <a:gd name="adj1" fmla="val -2804"/>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44" name="曲线连接符 343"/>
          <p:cNvCxnSpPr>
            <a:stCxn id="155" idx="7"/>
          </p:cNvCxnSpPr>
          <p:nvPr/>
        </p:nvCxnSpPr>
        <p:spPr>
          <a:xfrm rot="16200000" flipV="1">
            <a:off x="9510622" y="1532526"/>
            <a:ext cx="610418" cy="1303510"/>
          </a:xfrm>
          <a:prstGeom prst="curved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18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7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3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6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7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7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2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8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8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3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7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6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7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7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8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83"/>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8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8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32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86"/>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9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3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33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66"/>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6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96"/>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192"/>
                                        </p:tgtEl>
                                        <p:attrNameLst>
                                          <p:attrName>style.visibility</p:attrName>
                                        </p:attrNameLst>
                                      </p:cBhvr>
                                      <p:to>
                                        <p:strVal val="visible"/>
                                      </p:to>
                                    </p:set>
                                    <p:animEffect transition="in" filter="fade">
                                      <p:cBhvr>
                                        <p:cTn id="173" dur="500"/>
                                        <p:tgtEl>
                                          <p:spTgt spid="192"/>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204"/>
                                        </p:tgtEl>
                                        <p:attrNameLst>
                                          <p:attrName>style.visibility</p:attrName>
                                        </p:attrNameLst>
                                      </p:cBhvr>
                                      <p:to>
                                        <p:strVal val="visible"/>
                                      </p:to>
                                    </p:set>
                                    <p:animEffect transition="in" filter="fade">
                                      <p:cBhvr>
                                        <p:cTn id="176" dur="500"/>
                                        <p:tgtEl>
                                          <p:spTgt spid="204"/>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200"/>
                                        </p:tgtEl>
                                        <p:attrNameLst>
                                          <p:attrName>style.visibility</p:attrName>
                                        </p:attrNameLst>
                                      </p:cBhvr>
                                      <p:to>
                                        <p:strVal val="visible"/>
                                      </p:to>
                                    </p:set>
                                    <p:animEffect transition="in" filter="fade">
                                      <p:cBhvr>
                                        <p:cTn id="179" dur="500"/>
                                        <p:tgtEl>
                                          <p:spTgt spid="200"/>
                                        </p:tgtEl>
                                      </p:cBhvr>
                                    </p:animEffec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205"/>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201"/>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324"/>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206"/>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203"/>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325"/>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nodeType="clickEffect">
                                  <p:stCondLst>
                                    <p:cond delay="0"/>
                                  </p:stCondLst>
                                  <p:childTnLst>
                                    <p:set>
                                      <p:cBhvr>
                                        <p:cTn id="199" dur="1" fill="hold">
                                          <p:stCondLst>
                                            <p:cond delay="0"/>
                                          </p:stCondLst>
                                        </p:cTn>
                                        <p:tgtEl>
                                          <p:spTgt spid="341"/>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 presetClass="entr" presetSubtype="0" fill="hold" grpId="0" nodeType="clickEffect">
                                  <p:stCondLst>
                                    <p:cond delay="0"/>
                                  </p:stCondLst>
                                  <p:childTnLst>
                                    <p:set>
                                      <p:cBhvr>
                                        <p:cTn id="203" dur="1" fill="hold">
                                          <p:stCondLst>
                                            <p:cond delay="0"/>
                                          </p:stCondLst>
                                        </p:cTn>
                                        <p:tgtEl>
                                          <p:spTgt spid="197"/>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93"/>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217"/>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211"/>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grpId="0" nodeType="clickEffect">
                                  <p:stCondLst>
                                    <p:cond delay="0"/>
                                  </p:stCondLst>
                                  <p:childTnLst>
                                    <p:set>
                                      <p:cBhvr>
                                        <p:cTn id="215" dur="1" fill="hold">
                                          <p:stCondLst>
                                            <p:cond delay="0"/>
                                          </p:stCondLst>
                                        </p:cTn>
                                        <p:tgtEl>
                                          <p:spTgt spid="218"/>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214"/>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219"/>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215"/>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326"/>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nodeType="clickEffect">
                                  <p:stCondLst>
                                    <p:cond delay="0"/>
                                  </p:stCondLst>
                                  <p:childTnLst>
                                    <p:set>
                                      <p:cBhvr>
                                        <p:cTn id="229" dur="1" fill="hold">
                                          <p:stCondLst>
                                            <p:cond delay="0"/>
                                          </p:stCondLst>
                                        </p:cTn>
                                        <p:tgtEl>
                                          <p:spTgt spid="342"/>
                                        </p:tgtEl>
                                        <p:attrNameLst>
                                          <p:attrName>style.visibility</p:attrName>
                                        </p:attrNameLst>
                                      </p:cBhvr>
                                      <p:to>
                                        <p:strVal val="visible"/>
                                      </p:to>
                                    </p:set>
                                  </p:childTnLst>
                                </p:cTn>
                              </p:par>
                            </p:childTnLst>
                          </p:cTn>
                        </p:par>
                      </p:childTnLst>
                    </p:cTn>
                  </p:par>
                  <p:par>
                    <p:cTn id="230" fill="hold">
                      <p:stCondLst>
                        <p:cond delay="indefinite"/>
                      </p:stCondLst>
                      <p:childTnLst>
                        <p:par>
                          <p:cTn id="231" fill="hold">
                            <p:stCondLst>
                              <p:cond delay="0"/>
                            </p:stCondLst>
                            <p:childTnLst>
                              <p:par>
                                <p:cTn id="232" presetID="1" presetClass="entr" presetSubtype="0" fill="hold" grpId="0" nodeType="clickEffect">
                                  <p:stCondLst>
                                    <p:cond delay="0"/>
                                  </p:stCondLst>
                                  <p:childTnLst>
                                    <p:set>
                                      <p:cBhvr>
                                        <p:cTn id="233" dur="1" fill="hold">
                                          <p:stCondLst>
                                            <p:cond delay="0"/>
                                          </p:stCondLst>
                                        </p:cTn>
                                        <p:tgtEl>
                                          <p:spTgt spid="194"/>
                                        </p:tgtEl>
                                        <p:attrNameLst>
                                          <p:attrName>style.visibility</p:attrName>
                                        </p:attrNameLst>
                                      </p:cBhvr>
                                      <p:to>
                                        <p:strVal val="visible"/>
                                      </p:to>
                                    </p:set>
                                  </p:childTnLst>
                                </p:cTn>
                              </p:par>
                              <p:par>
                                <p:cTn id="234" presetID="1" presetClass="entr" presetSubtype="0" fill="hold" grpId="0" nodeType="withEffect">
                                  <p:stCondLst>
                                    <p:cond delay="0"/>
                                  </p:stCondLst>
                                  <p:childTnLst>
                                    <p:set>
                                      <p:cBhvr>
                                        <p:cTn id="235" dur="1" fill="hold">
                                          <p:stCondLst>
                                            <p:cond delay="0"/>
                                          </p:stCondLst>
                                        </p:cTn>
                                        <p:tgtEl>
                                          <p:spTgt spid="199"/>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nodeType="clickEffect">
                                  <p:stCondLst>
                                    <p:cond delay="0"/>
                                  </p:stCondLst>
                                  <p:childTnLst>
                                    <p:set>
                                      <p:cBhvr>
                                        <p:cTn id="239" dur="1" fill="hold">
                                          <p:stCondLst>
                                            <p:cond delay="0"/>
                                          </p:stCondLst>
                                        </p:cTn>
                                        <p:tgtEl>
                                          <p:spTgt spid="343"/>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344"/>
                                        </p:tgtEl>
                                        <p:attrNameLst>
                                          <p:attrName>style.visibility</p:attrName>
                                        </p:attrNameLst>
                                      </p:cBhvr>
                                      <p:to>
                                        <p:strVal val="visible"/>
                                      </p:to>
                                    </p:set>
                                  </p:childTnLst>
                                </p:cTn>
                              </p:par>
                            </p:childTnLst>
                          </p:cTn>
                        </p:par>
                      </p:childTnLst>
                    </p:cTn>
                  </p:par>
                  <p:par>
                    <p:cTn id="244" fill="hold">
                      <p:stCondLst>
                        <p:cond delay="indefinite"/>
                      </p:stCondLst>
                      <p:childTnLst>
                        <p:par>
                          <p:cTn id="245" fill="hold">
                            <p:stCondLst>
                              <p:cond delay="0"/>
                            </p:stCondLst>
                            <p:childTnLst>
                              <p:par>
                                <p:cTn id="246" presetID="1" presetClass="entr" presetSubtype="0" fill="hold" grpId="0" nodeType="clickEffect">
                                  <p:stCondLst>
                                    <p:cond delay="0"/>
                                  </p:stCondLst>
                                  <p:childTnLst>
                                    <p:set>
                                      <p:cBhvr>
                                        <p:cTn id="247" dur="1" fill="hold">
                                          <p:stCondLst>
                                            <p:cond delay="0"/>
                                          </p:stCondLst>
                                        </p:cTn>
                                        <p:tgtEl>
                                          <p:spTgt spid="154"/>
                                        </p:tgtEl>
                                        <p:attrNameLst>
                                          <p:attrName>style.visibility</p:attrName>
                                        </p:attrNameLst>
                                      </p:cBhvr>
                                      <p:to>
                                        <p:strVal val="visible"/>
                                      </p:to>
                                    </p:set>
                                  </p:childTnLst>
                                </p:cTn>
                              </p:par>
                              <p:par>
                                <p:cTn id="248" presetID="1" presetClass="entr" presetSubtype="0" fill="hold" grpId="0" nodeType="withEffect">
                                  <p:stCondLst>
                                    <p:cond delay="0"/>
                                  </p:stCondLst>
                                  <p:childTnLst>
                                    <p:set>
                                      <p:cBhvr>
                                        <p:cTn id="249" dur="1" fill="hold">
                                          <p:stCondLst>
                                            <p:cond delay="0"/>
                                          </p:stCondLst>
                                        </p:cTn>
                                        <p:tgtEl>
                                          <p:spTgt spid="155"/>
                                        </p:tgtEl>
                                        <p:attrNameLst>
                                          <p:attrName>style.visibility</p:attrName>
                                        </p:attrNameLst>
                                      </p:cBhvr>
                                      <p:to>
                                        <p:strVal val="visible"/>
                                      </p:to>
                                    </p:set>
                                  </p:childTnLst>
                                </p:cTn>
                              </p:par>
                              <p:par>
                                <p:cTn id="250" presetID="1" presetClass="entr" presetSubtype="0" fill="hold" grpId="0" nodeType="withEffect">
                                  <p:stCondLst>
                                    <p:cond delay="0"/>
                                  </p:stCondLst>
                                  <p:childTnLst>
                                    <p:set>
                                      <p:cBhvr>
                                        <p:cTn id="251" dur="1" fill="hold">
                                          <p:stCondLst>
                                            <p:cond delay="0"/>
                                          </p:stCondLst>
                                        </p:cTn>
                                        <p:tgtEl>
                                          <p:spTgt spid="221"/>
                                        </p:tgtEl>
                                        <p:attrNameLst>
                                          <p:attrName>style.visibility</p:attrName>
                                        </p:attrNameLst>
                                      </p:cBhvr>
                                      <p:to>
                                        <p:strVal val="visible"/>
                                      </p:to>
                                    </p:set>
                                  </p:childTnLst>
                                </p:cTn>
                              </p:par>
                              <p:par>
                                <p:cTn id="252" presetID="1" presetClass="entr" presetSubtype="0" fill="hold" grpId="0" nodeType="withEffect">
                                  <p:stCondLst>
                                    <p:cond delay="0"/>
                                  </p:stCondLst>
                                  <p:childTnLst>
                                    <p:set>
                                      <p:cBhvr>
                                        <p:cTn id="253" dur="1" fill="hold">
                                          <p:stCondLst>
                                            <p:cond delay="0"/>
                                          </p:stCondLst>
                                        </p:cTn>
                                        <p:tgtEl>
                                          <p:spTgt spid="222"/>
                                        </p:tgtEl>
                                        <p:attrNameLst>
                                          <p:attrName>style.visibility</p:attrName>
                                        </p:attrNameLst>
                                      </p:cBhvr>
                                      <p:to>
                                        <p:strVal val="visible"/>
                                      </p:to>
                                    </p:set>
                                  </p:childTnLst>
                                </p:cTn>
                              </p:par>
                              <p:par>
                                <p:cTn id="254" presetID="1" presetClass="entr" presetSubtype="0" fill="hold" grpId="0" nodeType="withEffect">
                                  <p:stCondLst>
                                    <p:cond delay="0"/>
                                  </p:stCondLst>
                                  <p:childTnLst>
                                    <p:set>
                                      <p:cBhvr>
                                        <p:cTn id="255" dur="1" fill="hold">
                                          <p:stCondLst>
                                            <p:cond delay="0"/>
                                          </p:stCondLst>
                                        </p:cTn>
                                        <p:tgtEl>
                                          <p:spTgt spid="223"/>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224"/>
                                        </p:tgtEl>
                                        <p:attrNameLst>
                                          <p:attrName>style.visibility</p:attrName>
                                        </p:attrNameLst>
                                      </p:cBhvr>
                                      <p:to>
                                        <p:strVal val="visible"/>
                                      </p:to>
                                    </p:set>
                                  </p:childTnLst>
                                </p:cTn>
                              </p:par>
                              <p:par>
                                <p:cTn id="258" presetID="1" presetClass="entr" presetSubtype="0" fill="hold" grpId="0" nodeType="withEffect">
                                  <p:stCondLst>
                                    <p:cond delay="0"/>
                                  </p:stCondLst>
                                  <p:childTnLst>
                                    <p:set>
                                      <p:cBhvr>
                                        <p:cTn id="259" dur="1" fill="hold">
                                          <p:stCondLst>
                                            <p:cond delay="0"/>
                                          </p:stCondLst>
                                        </p:cTn>
                                        <p:tgtEl>
                                          <p:spTgt spid="225"/>
                                        </p:tgtEl>
                                        <p:attrNameLst>
                                          <p:attrName>style.visibility</p:attrName>
                                        </p:attrNameLst>
                                      </p:cBhvr>
                                      <p:to>
                                        <p:strVal val="visible"/>
                                      </p:to>
                                    </p:set>
                                  </p:childTnLst>
                                </p:cTn>
                              </p:par>
                              <p:par>
                                <p:cTn id="260" presetID="1" presetClass="entr" presetSubtype="0" fill="hold" grpId="0" nodeType="withEffect">
                                  <p:stCondLst>
                                    <p:cond delay="0"/>
                                  </p:stCondLst>
                                  <p:childTnLst>
                                    <p:set>
                                      <p:cBhvr>
                                        <p:cTn id="261" dur="1" fill="hold">
                                          <p:stCondLst>
                                            <p:cond delay="0"/>
                                          </p:stCondLst>
                                        </p:cTn>
                                        <p:tgtEl>
                                          <p:spTgt spid="226"/>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227"/>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228"/>
                                        </p:tgtEl>
                                        <p:attrNameLst>
                                          <p:attrName>style.visibility</p:attrName>
                                        </p:attrNameLst>
                                      </p:cBhvr>
                                      <p:to>
                                        <p:strVal val="visible"/>
                                      </p:to>
                                    </p:set>
                                  </p:childTnLst>
                                </p:cTn>
                              </p:par>
                              <p:par>
                                <p:cTn id="266" presetID="1" presetClass="entr" presetSubtype="0" fill="hold" grpId="0" nodeType="withEffect">
                                  <p:stCondLst>
                                    <p:cond delay="0"/>
                                  </p:stCondLst>
                                  <p:childTnLst>
                                    <p:set>
                                      <p:cBhvr>
                                        <p:cTn id="267" dur="1" fill="hold">
                                          <p:stCondLst>
                                            <p:cond delay="0"/>
                                          </p:stCondLst>
                                        </p:cTn>
                                        <p:tgtEl>
                                          <p:spTgt spid="229"/>
                                        </p:tgtEl>
                                        <p:attrNameLst>
                                          <p:attrName>style.visibility</p:attrName>
                                        </p:attrNameLst>
                                      </p:cBhvr>
                                      <p:to>
                                        <p:strVal val="visible"/>
                                      </p:to>
                                    </p:set>
                                  </p:childTnLst>
                                </p:cTn>
                              </p:par>
                              <p:par>
                                <p:cTn id="268" presetID="1" presetClass="entr" presetSubtype="0" fill="hold" grpId="0" nodeType="withEffect">
                                  <p:stCondLst>
                                    <p:cond delay="0"/>
                                  </p:stCondLst>
                                  <p:childTnLst>
                                    <p:set>
                                      <p:cBhvr>
                                        <p:cTn id="269" dur="1" fill="hold">
                                          <p:stCondLst>
                                            <p:cond delay="0"/>
                                          </p:stCondLst>
                                        </p:cTn>
                                        <p:tgtEl>
                                          <p:spTgt spid="230"/>
                                        </p:tgtEl>
                                        <p:attrNameLst>
                                          <p:attrName>style.visibility</p:attrName>
                                        </p:attrNameLst>
                                      </p:cBhvr>
                                      <p:to>
                                        <p:strVal val="visible"/>
                                      </p:to>
                                    </p:set>
                                  </p:childTnLst>
                                </p:cTn>
                              </p:par>
                              <p:par>
                                <p:cTn id="270" presetID="1" presetClass="entr" presetSubtype="0" fill="hold" grpId="0" nodeType="withEffect">
                                  <p:stCondLst>
                                    <p:cond delay="0"/>
                                  </p:stCondLst>
                                  <p:childTnLst>
                                    <p:set>
                                      <p:cBhvr>
                                        <p:cTn id="271" dur="1" fill="hold">
                                          <p:stCondLst>
                                            <p:cond delay="0"/>
                                          </p:stCondLst>
                                        </p:cTn>
                                        <p:tgtEl>
                                          <p:spTgt spid="231"/>
                                        </p:tgtEl>
                                        <p:attrNameLst>
                                          <p:attrName>style.visibility</p:attrName>
                                        </p:attrNameLst>
                                      </p:cBhvr>
                                      <p:to>
                                        <p:strVal val="visible"/>
                                      </p:to>
                                    </p:set>
                                  </p:childTnLst>
                                </p:cTn>
                              </p:par>
                              <p:par>
                                <p:cTn id="272" presetID="1" presetClass="entr" presetSubtype="0" fill="hold" grpId="0" nodeType="withEffect">
                                  <p:stCondLst>
                                    <p:cond delay="0"/>
                                  </p:stCondLst>
                                  <p:childTnLst>
                                    <p:set>
                                      <p:cBhvr>
                                        <p:cTn id="273" dur="1" fill="hold">
                                          <p:stCondLst>
                                            <p:cond delay="0"/>
                                          </p:stCondLst>
                                        </p:cTn>
                                        <p:tgtEl>
                                          <p:spTgt spid="232"/>
                                        </p:tgtEl>
                                        <p:attrNameLst>
                                          <p:attrName>style.visibility</p:attrName>
                                        </p:attrNameLst>
                                      </p:cBhvr>
                                      <p:to>
                                        <p:strVal val="visible"/>
                                      </p:to>
                                    </p:set>
                                  </p:childTnLst>
                                </p:cTn>
                              </p:par>
                              <p:par>
                                <p:cTn id="274" presetID="1" presetClass="entr" presetSubtype="0" fill="hold" grpId="0" nodeType="withEffect">
                                  <p:stCondLst>
                                    <p:cond delay="0"/>
                                  </p:stCondLst>
                                  <p:childTnLst>
                                    <p:set>
                                      <p:cBhvr>
                                        <p:cTn id="275" dur="1" fill="hold">
                                          <p:stCondLst>
                                            <p:cond delay="0"/>
                                          </p:stCondLst>
                                        </p:cTn>
                                        <p:tgtEl>
                                          <p:spTgt spid="233"/>
                                        </p:tgtEl>
                                        <p:attrNameLst>
                                          <p:attrName>style.visibility</p:attrName>
                                        </p:attrNameLst>
                                      </p:cBhvr>
                                      <p:to>
                                        <p:strVal val="visible"/>
                                      </p:to>
                                    </p:set>
                                  </p:childTnLst>
                                </p:cTn>
                              </p:par>
                              <p:par>
                                <p:cTn id="276" presetID="1" presetClass="entr" presetSubtype="0" fill="hold" grpId="0" nodeType="withEffect">
                                  <p:stCondLst>
                                    <p:cond delay="0"/>
                                  </p:stCondLst>
                                  <p:childTnLst>
                                    <p:set>
                                      <p:cBhvr>
                                        <p:cTn id="277" dur="1" fill="hold">
                                          <p:stCondLst>
                                            <p:cond delay="0"/>
                                          </p:stCondLst>
                                        </p:cTn>
                                        <p:tgtEl>
                                          <p:spTgt spid="234"/>
                                        </p:tgtEl>
                                        <p:attrNameLst>
                                          <p:attrName>style.visibility</p:attrName>
                                        </p:attrNameLst>
                                      </p:cBhvr>
                                      <p:to>
                                        <p:strVal val="visible"/>
                                      </p:to>
                                    </p:set>
                                  </p:childTnLst>
                                </p:cTn>
                              </p:par>
                              <p:par>
                                <p:cTn id="278" presetID="1" presetClass="entr" presetSubtype="0" fill="hold" grpId="0" nodeType="withEffect">
                                  <p:stCondLst>
                                    <p:cond delay="0"/>
                                  </p:stCondLst>
                                  <p:childTnLst>
                                    <p:set>
                                      <p:cBhvr>
                                        <p:cTn id="279" dur="1" fill="hold">
                                          <p:stCondLst>
                                            <p:cond delay="0"/>
                                          </p:stCondLst>
                                        </p:cTn>
                                        <p:tgtEl>
                                          <p:spTgt spid="235"/>
                                        </p:tgtEl>
                                        <p:attrNameLst>
                                          <p:attrName>style.visibility</p:attrName>
                                        </p:attrNameLst>
                                      </p:cBhvr>
                                      <p:to>
                                        <p:strVal val="visible"/>
                                      </p:to>
                                    </p:set>
                                  </p:childTnLst>
                                </p:cTn>
                              </p:par>
                              <p:par>
                                <p:cTn id="280" presetID="1" presetClass="entr" presetSubtype="0" fill="hold" grpId="0" nodeType="withEffect">
                                  <p:stCondLst>
                                    <p:cond delay="0"/>
                                  </p:stCondLst>
                                  <p:childTnLst>
                                    <p:set>
                                      <p:cBhvr>
                                        <p:cTn id="281" dur="1" fill="hold">
                                          <p:stCondLst>
                                            <p:cond delay="0"/>
                                          </p:stCondLst>
                                        </p:cTn>
                                        <p:tgtEl>
                                          <p:spTgt spid="236"/>
                                        </p:tgtEl>
                                        <p:attrNameLst>
                                          <p:attrName>style.visibility</p:attrName>
                                        </p:attrNameLst>
                                      </p:cBhvr>
                                      <p:to>
                                        <p:strVal val="visible"/>
                                      </p:to>
                                    </p:set>
                                  </p:childTnLst>
                                </p:cTn>
                              </p:par>
                              <p:par>
                                <p:cTn id="282" presetID="1" presetClass="entr" presetSubtype="0" fill="hold" grpId="0" nodeType="withEffect">
                                  <p:stCondLst>
                                    <p:cond delay="0"/>
                                  </p:stCondLst>
                                  <p:childTnLst>
                                    <p:set>
                                      <p:cBhvr>
                                        <p:cTn id="283" dur="1" fill="hold">
                                          <p:stCondLst>
                                            <p:cond delay="0"/>
                                          </p:stCondLst>
                                        </p:cTn>
                                        <p:tgtEl>
                                          <p:spTgt spid="239"/>
                                        </p:tgtEl>
                                        <p:attrNameLst>
                                          <p:attrName>style.visibility</p:attrName>
                                        </p:attrNameLst>
                                      </p:cBhvr>
                                      <p:to>
                                        <p:strVal val="visible"/>
                                      </p:to>
                                    </p:set>
                                  </p:childTnLst>
                                </p:cTn>
                              </p:par>
                              <p:par>
                                <p:cTn id="284" presetID="1" presetClass="entr" presetSubtype="0" fill="hold" grpId="0" nodeType="withEffect">
                                  <p:stCondLst>
                                    <p:cond delay="0"/>
                                  </p:stCondLst>
                                  <p:childTnLst>
                                    <p:set>
                                      <p:cBhvr>
                                        <p:cTn id="285" dur="1" fill="hold">
                                          <p:stCondLst>
                                            <p:cond delay="0"/>
                                          </p:stCondLst>
                                        </p:cTn>
                                        <p:tgtEl>
                                          <p:spTgt spid="240"/>
                                        </p:tgtEl>
                                        <p:attrNameLst>
                                          <p:attrName>style.visibility</p:attrName>
                                        </p:attrNameLst>
                                      </p:cBhvr>
                                      <p:to>
                                        <p:strVal val="visible"/>
                                      </p:to>
                                    </p:set>
                                  </p:childTnLst>
                                </p:cTn>
                              </p:par>
                              <p:par>
                                <p:cTn id="286" presetID="1" presetClass="entr" presetSubtype="0" fill="hold" grpId="0" nodeType="withEffect">
                                  <p:stCondLst>
                                    <p:cond delay="0"/>
                                  </p:stCondLst>
                                  <p:childTnLst>
                                    <p:set>
                                      <p:cBhvr>
                                        <p:cTn id="287" dur="1" fill="hold">
                                          <p:stCondLst>
                                            <p:cond delay="0"/>
                                          </p:stCondLst>
                                        </p:cTn>
                                        <p:tgtEl>
                                          <p:spTgt spid="241"/>
                                        </p:tgtEl>
                                        <p:attrNameLst>
                                          <p:attrName>style.visibility</p:attrName>
                                        </p:attrNameLst>
                                      </p:cBhvr>
                                      <p:to>
                                        <p:strVal val="visible"/>
                                      </p:to>
                                    </p:set>
                                  </p:childTnLst>
                                </p:cTn>
                              </p:par>
                              <p:par>
                                <p:cTn id="288" presetID="1" presetClass="entr" presetSubtype="0" fill="hold" grpId="0" nodeType="withEffect">
                                  <p:stCondLst>
                                    <p:cond delay="0"/>
                                  </p:stCondLst>
                                  <p:childTnLst>
                                    <p:set>
                                      <p:cBhvr>
                                        <p:cTn id="289" dur="1" fill="hold">
                                          <p:stCondLst>
                                            <p:cond delay="0"/>
                                          </p:stCondLst>
                                        </p:cTn>
                                        <p:tgtEl>
                                          <p:spTgt spid="243"/>
                                        </p:tgtEl>
                                        <p:attrNameLst>
                                          <p:attrName>style.visibility</p:attrName>
                                        </p:attrNameLst>
                                      </p:cBhvr>
                                      <p:to>
                                        <p:strVal val="visible"/>
                                      </p:to>
                                    </p:set>
                                  </p:childTnLst>
                                </p:cTn>
                              </p:par>
                              <p:par>
                                <p:cTn id="290" presetID="1" presetClass="entr" presetSubtype="0" fill="hold" grpId="0" nodeType="withEffect">
                                  <p:stCondLst>
                                    <p:cond delay="0"/>
                                  </p:stCondLst>
                                  <p:childTnLst>
                                    <p:set>
                                      <p:cBhvr>
                                        <p:cTn id="291" dur="1" fill="hold">
                                          <p:stCondLst>
                                            <p:cond delay="0"/>
                                          </p:stCondLst>
                                        </p:cTn>
                                        <p:tgtEl>
                                          <p:spTgt spid="244"/>
                                        </p:tgtEl>
                                        <p:attrNameLst>
                                          <p:attrName>style.visibility</p:attrName>
                                        </p:attrNameLst>
                                      </p:cBhvr>
                                      <p:to>
                                        <p:strVal val="visible"/>
                                      </p:to>
                                    </p:set>
                                  </p:childTnLst>
                                </p:cTn>
                              </p:par>
                              <p:par>
                                <p:cTn id="292" presetID="1" presetClass="entr" presetSubtype="0" fill="hold" grpId="0" nodeType="withEffect">
                                  <p:stCondLst>
                                    <p:cond delay="0"/>
                                  </p:stCondLst>
                                  <p:childTnLst>
                                    <p:set>
                                      <p:cBhvr>
                                        <p:cTn id="293" dur="1" fill="hold">
                                          <p:stCondLst>
                                            <p:cond delay="0"/>
                                          </p:stCondLst>
                                        </p:cTn>
                                        <p:tgtEl>
                                          <p:spTgt spid="246"/>
                                        </p:tgtEl>
                                        <p:attrNameLst>
                                          <p:attrName>style.visibility</p:attrName>
                                        </p:attrNameLst>
                                      </p:cBhvr>
                                      <p:to>
                                        <p:strVal val="visible"/>
                                      </p:to>
                                    </p:set>
                                  </p:childTnLst>
                                </p:cTn>
                              </p:par>
                              <p:par>
                                <p:cTn id="294" presetID="1" presetClass="entr" presetSubtype="0" fill="hold" grpId="0" nodeType="withEffect">
                                  <p:stCondLst>
                                    <p:cond delay="0"/>
                                  </p:stCondLst>
                                  <p:childTnLst>
                                    <p:set>
                                      <p:cBhvr>
                                        <p:cTn id="295" dur="1" fill="hold">
                                          <p:stCondLst>
                                            <p:cond delay="0"/>
                                          </p:stCondLst>
                                        </p:cTn>
                                        <p:tgtEl>
                                          <p:spTgt spid="247"/>
                                        </p:tgtEl>
                                        <p:attrNameLst>
                                          <p:attrName>style.visibility</p:attrName>
                                        </p:attrNameLst>
                                      </p:cBhvr>
                                      <p:to>
                                        <p:strVal val="visible"/>
                                      </p:to>
                                    </p:set>
                                  </p:childTnLst>
                                </p:cTn>
                              </p:par>
                              <p:par>
                                <p:cTn id="296" presetID="1" presetClass="entr" presetSubtype="0" fill="hold" grpId="0" nodeType="withEffect">
                                  <p:stCondLst>
                                    <p:cond delay="0"/>
                                  </p:stCondLst>
                                  <p:childTnLst>
                                    <p:set>
                                      <p:cBhvr>
                                        <p:cTn id="297" dur="1" fill="hold">
                                          <p:stCondLst>
                                            <p:cond delay="0"/>
                                          </p:stCondLst>
                                        </p:cTn>
                                        <p:tgtEl>
                                          <p:spTgt spid="248"/>
                                        </p:tgtEl>
                                        <p:attrNameLst>
                                          <p:attrName>style.visibility</p:attrName>
                                        </p:attrNameLst>
                                      </p:cBhvr>
                                      <p:to>
                                        <p:strVal val="visible"/>
                                      </p:to>
                                    </p:set>
                                  </p:childTnLst>
                                </p:cTn>
                              </p:par>
                              <p:par>
                                <p:cTn id="298" presetID="1" presetClass="entr" presetSubtype="0" fill="hold" grpId="0" nodeType="withEffect">
                                  <p:stCondLst>
                                    <p:cond delay="0"/>
                                  </p:stCondLst>
                                  <p:childTnLst>
                                    <p:set>
                                      <p:cBhvr>
                                        <p:cTn id="299" dur="1" fill="hold">
                                          <p:stCondLst>
                                            <p:cond delay="0"/>
                                          </p:stCondLst>
                                        </p:cTn>
                                        <p:tgtEl>
                                          <p:spTgt spid="250"/>
                                        </p:tgtEl>
                                        <p:attrNameLst>
                                          <p:attrName>style.visibility</p:attrName>
                                        </p:attrNameLst>
                                      </p:cBhvr>
                                      <p:to>
                                        <p:strVal val="visible"/>
                                      </p:to>
                                    </p:set>
                                  </p:childTnLst>
                                </p:cTn>
                              </p:par>
                              <p:par>
                                <p:cTn id="300" presetID="1" presetClass="entr" presetSubtype="0" fill="hold" grpId="0" nodeType="withEffect">
                                  <p:stCondLst>
                                    <p:cond delay="0"/>
                                  </p:stCondLst>
                                  <p:childTnLst>
                                    <p:set>
                                      <p:cBhvr>
                                        <p:cTn id="301" dur="1" fill="hold">
                                          <p:stCondLst>
                                            <p:cond delay="0"/>
                                          </p:stCondLst>
                                        </p:cTn>
                                        <p:tgtEl>
                                          <p:spTgt spid="251"/>
                                        </p:tgtEl>
                                        <p:attrNameLst>
                                          <p:attrName>style.visibility</p:attrName>
                                        </p:attrNameLst>
                                      </p:cBhvr>
                                      <p:to>
                                        <p:strVal val="visible"/>
                                      </p:to>
                                    </p:set>
                                  </p:childTnLst>
                                </p:cTn>
                              </p:par>
                              <p:par>
                                <p:cTn id="302" presetID="1" presetClass="entr" presetSubtype="0" fill="hold" grpId="0" nodeType="withEffect">
                                  <p:stCondLst>
                                    <p:cond delay="0"/>
                                  </p:stCondLst>
                                  <p:childTnLst>
                                    <p:set>
                                      <p:cBhvr>
                                        <p:cTn id="303" dur="1" fill="hold">
                                          <p:stCondLst>
                                            <p:cond delay="0"/>
                                          </p:stCondLst>
                                        </p:cTn>
                                        <p:tgtEl>
                                          <p:spTgt spid="255"/>
                                        </p:tgtEl>
                                        <p:attrNameLst>
                                          <p:attrName>style.visibility</p:attrName>
                                        </p:attrNameLst>
                                      </p:cBhvr>
                                      <p:to>
                                        <p:strVal val="visible"/>
                                      </p:to>
                                    </p:set>
                                  </p:childTnLst>
                                </p:cTn>
                              </p:par>
                              <p:par>
                                <p:cTn id="304" presetID="1" presetClass="entr" presetSubtype="0" fill="hold" grpId="0" nodeType="withEffect">
                                  <p:stCondLst>
                                    <p:cond delay="0"/>
                                  </p:stCondLst>
                                  <p:childTnLst>
                                    <p:set>
                                      <p:cBhvr>
                                        <p:cTn id="305" dur="1" fill="hold">
                                          <p:stCondLst>
                                            <p:cond delay="0"/>
                                          </p:stCondLst>
                                        </p:cTn>
                                        <p:tgtEl>
                                          <p:spTgt spid="257"/>
                                        </p:tgtEl>
                                        <p:attrNameLst>
                                          <p:attrName>style.visibility</p:attrName>
                                        </p:attrNameLst>
                                      </p:cBhvr>
                                      <p:to>
                                        <p:strVal val="visible"/>
                                      </p:to>
                                    </p:set>
                                  </p:childTnLst>
                                </p:cTn>
                              </p:par>
                              <p:par>
                                <p:cTn id="306" presetID="1" presetClass="entr" presetSubtype="0" fill="hold" grpId="0" nodeType="withEffect">
                                  <p:stCondLst>
                                    <p:cond delay="0"/>
                                  </p:stCondLst>
                                  <p:childTnLst>
                                    <p:set>
                                      <p:cBhvr>
                                        <p:cTn id="307" dur="1" fill="hold">
                                          <p:stCondLst>
                                            <p:cond delay="0"/>
                                          </p:stCondLst>
                                        </p:cTn>
                                        <p:tgtEl>
                                          <p:spTgt spid="258"/>
                                        </p:tgtEl>
                                        <p:attrNameLst>
                                          <p:attrName>style.visibility</p:attrName>
                                        </p:attrNameLst>
                                      </p:cBhvr>
                                      <p:to>
                                        <p:strVal val="visible"/>
                                      </p:to>
                                    </p:set>
                                  </p:childTnLst>
                                </p:cTn>
                              </p:par>
                              <p:par>
                                <p:cTn id="308" presetID="1" presetClass="entr" presetSubtype="0" fill="hold" grpId="0" nodeType="withEffect">
                                  <p:stCondLst>
                                    <p:cond delay="0"/>
                                  </p:stCondLst>
                                  <p:childTnLst>
                                    <p:set>
                                      <p:cBhvr>
                                        <p:cTn id="309" dur="1" fill="hold">
                                          <p:stCondLst>
                                            <p:cond delay="0"/>
                                          </p:stCondLst>
                                        </p:cTn>
                                        <p:tgtEl>
                                          <p:spTgt spid="259"/>
                                        </p:tgtEl>
                                        <p:attrNameLst>
                                          <p:attrName>style.visibility</p:attrName>
                                        </p:attrNameLst>
                                      </p:cBhvr>
                                      <p:to>
                                        <p:strVal val="visible"/>
                                      </p:to>
                                    </p:set>
                                  </p:childTnLst>
                                </p:cTn>
                              </p:par>
                              <p:par>
                                <p:cTn id="310" presetID="1" presetClass="entr" presetSubtype="0" fill="hold" grpId="0" nodeType="withEffect">
                                  <p:stCondLst>
                                    <p:cond delay="0"/>
                                  </p:stCondLst>
                                  <p:childTnLst>
                                    <p:set>
                                      <p:cBhvr>
                                        <p:cTn id="311" dur="1" fill="hold">
                                          <p:stCondLst>
                                            <p:cond delay="0"/>
                                          </p:stCondLst>
                                        </p:cTn>
                                        <p:tgtEl>
                                          <p:spTgt spid="260"/>
                                        </p:tgtEl>
                                        <p:attrNameLst>
                                          <p:attrName>style.visibility</p:attrName>
                                        </p:attrNameLst>
                                      </p:cBhvr>
                                      <p:to>
                                        <p:strVal val="visible"/>
                                      </p:to>
                                    </p:set>
                                  </p:childTnLst>
                                </p:cTn>
                              </p:par>
                              <p:par>
                                <p:cTn id="312" presetID="1" presetClass="entr" presetSubtype="0" fill="hold" grpId="0" nodeType="withEffect">
                                  <p:stCondLst>
                                    <p:cond delay="0"/>
                                  </p:stCondLst>
                                  <p:childTnLst>
                                    <p:set>
                                      <p:cBhvr>
                                        <p:cTn id="313" dur="1" fill="hold">
                                          <p:stCondLst>
                                            <p:cond delay="0"/>
                                          </p:stCondLst>
                                        </p:cTn>
                                        <p:tgtEl>
                                          <p:spTgt spid="262"/>
                                        </p:tgtEl>
                                        <p:attrNameLst>
                                          <p:attrName>style.visibility</p:attrName>
                                        </p:attrNameLst>
                                      </p:cBhvr>
                                      <p:to>
                                        <p:strVal val="visible"/>
                                      </p:to>
                                    </p:set>
                                  </p:childTnLst>
                                </p:cTn>
                              </p:par>
                              <p:par>
                                <p:cTn id="314" presetID="1" presetClass="entr" presetSubtype="0" fill="hold" grpId="0" nodeType="withEffect">
                                  <p:stCondLst>
                                    <p:cond delay="0"/>
                                  </p:stCondLst>
                                  <p:childTnLst>
                                    <p:set>
                                      <p:cBhvr>
                                        <p:cTn id="315" dur="1" fill="hold">
                                          <p:stCondLst>
                                            <p:cond delay="0"/>
                                          </p:stCondLst>
                                        </p:cTn>
                                        <p:tgtEl>
                                          <p:spTgt spid="263"/>
                                        </p:tgtEl>
                                        <p:attrNameLst>
                                          <p:attrName>style.visibility</p:attrName>
                                        </p:attrNameLst>
                                      </p:cBhvr>
                                      <p:to>
                                        <p:strVal val="visible"/>
                                      </p:to>
                                    </p:set>
                                  </p:childTnLst>
                                </p:cTn>
                              </p:par>
                              <p:par>
                                <p:cTn id="316" presetID="1" presetClass="entr" presetSubtype="0" fill="hold" grpId="0" nodeType="withEffect">
                                  <p:stCondLst>
                                    <p:cond delay="0"/>
                                  </p:stCondLst>
                                  <p:childTnLst>
                                    <p:set>
                                      <p:cBhvr>
                                        <p:cTn id="317" dur="1" fill="hold">
                                          <p:stCondLst>
                                            <p:cond delay="0"/>
                                          </p:stCondLst>
                                        </p:cTn>
                                        <p:tgtEl>
                                          <p:spTgt spid="264"/>
                                        </p:tgtEl>
                                        <p:attrNameLst>
                                          <p:attrName>style.visibility</p:attrName>
                                        </p:attrNameLst>
                                      </p:cBhvr>
                                      <p:to>
                                        <p:strVal val="visible"/>
                                      </p:to>
                                    </p:set>
                                  </p:childTnLst>
                                </p:cTn>
                              </p:par>
                              <p:par>
                                <p:cTn id="318" presetID="1" presetClass="entr" presetSubtype="0" fill="hold" grpId="0" nodeType="withEffect">
                                  <p:stCondLst>
                                    <p:cond delay="0"/>
                                  </p:stCondLst>
                                  <p:childTnLst>
                                    <p:set>
                                      <p:cBhvr>
                                        <p:cTn id="319" dur="1" fill="hold">
                                          <p:stCondLst>
                                            <p:cond delay="0"/>
                                          </p:stCondLst>
                                        </p:cTn>
                                        <p:tgtEl>
                                          <p:spTgt spid="266"/>
                                        </p:tgtEl>
                                        <p:attrNameLst>
                                          <p:attrName>style.visibility</p:attrName>
                                        </p:attrNameLst>
                                      </p:cBhvr>
                                      <p:to>
                                        <p:strVal val="visible"/>
                                      </p:to>
                                    </p:set>
                                  </p:childTnLst>
                                </p:cTn>
                              </p:par>
                              <p:par>
                                <p:cTn id="320" presetID="1" presetClass="entr" presetSubtype="0" fill="hold" grpId="0" nodeType="withEffect">
                                  <p:stCondLst>
                                    <p:cond delay="0"/>
                                  </p:stCondLst>
                                  <p:childTnLst>
                                    <p:set>
                                      <p:cBhvr>
                                        <p:cTn id="321" dur="1" fill="hold">
                                          <p:stCondLst>
                                            <p:cond delay="0"/>
                                          </p:stCondLst>
                                        </p:cTn>
                                        <p:tgtEl>
                                          <p:spTgt spid="267"/>
                                        </p:tgtEl>
                                        <p:attrNameLst>
                                          <p:attrName>style.visibility</p:attrName>
                                        </p:attrNameLst>
                                      </p:cBhvr>
                                      <p:to>
                                        <p:strVal val="visible"/>
                                      </p:to>
                                    </p:set>
                                  </p:childTnLst>
                                </p:cTn>
                              </p:par>
                              <p:par>
                                <p:cTn id="322" presetID="1" presetClass="entr" presetSubtype="0" fill="hold" grpId="0" nodeType="withEffect">
                                  <p:stCondLst>
                                    <p:cond delay="0"/>
                                  </p:stCondLst>
                                  <p:childTnLst>
                                    <p:set>
                                      <p:cBhvr>
                                        <p:cTn id="323" dur="1" fill="hold">
                                          <p:stCondLst>
                                            <p:cond delay="0"/>
                                          </p:stCondLst>
                                        </p:cTn>
                                        <p:tgtEl>
                                          <p:spTgt spid="268"/>
                                        </p:tgtEl>
                                        <p:attrNameLst>
                                          <p:attrName>style.visibility</p:attrName>
                                        </p:attrNameLst>
                                      </p:cBhvr>
                                      <p:to>
                                        <p:strVal val="visible"/>
                                      </p:to>
                                    </p:set>
                                  </p:childTnLst>
                                </p:cTn>
                              </p:par>
                              <p:par>
                                <p:cTn id="324" presetID="1" presetClass="entr" presetSubtype="0" fill="hold" grpId="0" nodeType="withEffect">
                                  <p:stCondLst>
                                    <p:cond delay="0"/>
                                  </p:stCondLst>
                                  <p:childTnLst>
                                    <p:set>
                                      <p:cBhvr>
                                        <p:cTn id="325" dur="1" fill="hold">
                                          <p:stCondLst>
                                            <p:cond delay="0"/>
                                          </p:stCondLst>
                                        </p:cTn>
                                        <p:tgtEl>
                                          <p:spTgt spid="269"/>
                                        </p:tgtEl>
                                        <p:attrNameLst>
                                          <p:attrName>style.visibility</p:attrName>
                                        </p:attrNameLst>
                                      </p:cBhvr>
                                      <p:to>
                                        <p:strVal val="visible"/>
                                      </p:to>
                                    </p:set>
                                  </p:childTnLst>
                                </p:cTn>
                              </p:par>
                              <p:par>
                                <p:cTn id="326" presetID="1" presetClass="entr" presetSubtype="0" fill="hold" grpId="0" nodeType="withEffect">
                                  <p:stCondLst>
                                    <p:cond delay="0"/>
                                  </p:stCondLst>
                                  <p:childTnLst>
                                    <p:set>
                                      <p:cBhvr>
                                        <p:cTn id="327" dur="1" fill="hold">
                                          <p:stCondLst>
                                            <p:cond delay="0"/>
                                          </p:stCondLst>
                                        </p:cTn>
                                        <p:tgtEl>
                                          <p:spTgt spid="271"/>
                                        </p:tgtEl>
                                        <p:attrNameLst>
                                          <p:attrName>style.visibility</p:attrName>
                                        </p:attrNameLst>
                                      </p:cBhvr>
                                      <p:to>
                                        <p:strVal val="visible"/>
                                      </p:to>
                                    </p:set>
                                  </p:childTnLst>
                                </p:cTn>
                              </p:par>
                              <p:par>
                                <p:cTn id="328" presetID="1" presetClass="entr" presetSubtype="0" fill="hold" grpId="0" nodeType="withEffect">
                                  <p:stCondLst>
                                    <p:cond delay="0"/>
                                  </p:stCondLst>
                                  <p:childTnLst>
                                    <p:set>
                                      <p:cBhvr>
                                        <p:cTn id="329" dur="1" fill="hold">
                                          <p:stCondLst>
                                            <p:cond delay="0"/>
                                          </p:stCondLst>
                                        </p:cTn>
                                        <p:tgtEl>
                                          <p:spTgt spid="272"/>
                                        </p:tgtEl>
                                        <p:attrNameLst>
                                          <p:attrName>style.visibility</p:attrName>
                                        </p:attrNameLst>
                                      </p:cBhvr>
                                      <p:to>
                                        <p:strVal val="visible"/>
                                      </p:to>
                                    </p:set>
                                  </p:childTnLst>
                                </p:cTn>
                              </p:par>
                              <p:par>
                                <p:cTn id="330" presetID="1" presetClass="entr" presetSubtype="0" fill="hold" grpId="0" nodeType="withEffect">
                                  <p:stCondLst>
                                    <p:cond delay="0"/>
                                  </p:stCondLst>
                                  <p:childTnLst>
                                    <p:set>
                                      <p:cBhvr>
                                        <p:cTn id="331" dur="1" fill="hold">
                                          <p:stCondLst>
                                            <p:cond delay="0"/>
                                          </p:stCondLst>
                                        </p:cTn>
                                        <p:tgtEl>
                                          <p:spTgt spid="275"/>
                                        </p:tgtEl>
                                        <p:attrNameLst>
                                          <p:attrName>style.visibility</p:attrName>
                                        </p:attrNameLst>
                                      </p:cBhvr>
                                      <p:to>
                                        <p:strVal val="visible"/>
                                      </p:to>
                                    </p:set>
                                  </p:childTnLst>
                                </p:cTn>
                              </p:par>
                              <p:par>
                                <p:cTn id="332" presetID="1" presetClass="entr" presetSubtype="0" fill="hold" grpId="0" nodeType="withEffect">
                                  <p:stCondLst>
                                    <p:cond delay="0"/>
                                  </p:stCondLst>
                                  <p:childTnLst>
                                    <p:set>
                                      <p:cBhvr>
                                        <p:cTn id="333" dur="1" fill="hold">
                                          <p:stCondLst>
                                            <p:cond delay="0"/>
                                          </p:stCondLst>
                                        </p:cTn>
                                        <p:tgtEl>
                                          <p:spTgt spid="276"/>
                                        </p:tgtEl>
                                        <p:attrNameLst>
                                          <p:attrName>style.visibility</p:attrName>
                                        </p:attrNameLst>
                                      </p:cBhvr>
                                      <p:to>
                                        <p:strVal val="visible"/>
                                      </p:to>
                                    </p:set>
                                  </p:childTnLst>
                                </p:cTn>
                              </p:par>
                              <p:par>
                                <p:cTn id="334" presetID="1" presetClass="entr" presetSubtype="0" fill="hold" grpId="0" nodeType="withEffect">
                                  <p:stCondLst>
                                    <p:cond delay="0"/>
                                  </p:stCondLst>
                                  <p:childTnLst>
                                    <p:set>
                                      <p:cBhvr>
                                        <p:cTn id="335" dur="1" fill="hold">
                                          <p:stCondLst>
                                            <p:cond delay="0"/>
                                          </p:stCondLst>
                                        </p:cTn>
                                        <p:tgtEl>
                                          <p:spTgt spid="303"/>
                                        </p:tgtEl>
                                        <p:attrNameLst>
                                          <p:attrName>style.visibility</p:attrName>
                                        </p:attrNameLst>
                                      </p:cBhvr>
                                      <p:to>
                                        <p:strVal val="visible"/>
                                      </p:to>
                                    </p:set>
                                  </p:childTnLst>
                                </p:cTn>
                              </p:par>
                              <p:par>
                                <p:cTn id="336" presetID="1" presetClass="entr" presetSubtype="0" fill="hold" grpId="0" nodeType="withEffect">
                                  <p:stCondLst>
                                    <p:cond delay="0"/>
                                  </p:stCondLst>
                                  <p:childTnLst>
                                    <p:set>
                                      <p:cBhvr>
                                        <p:cTn id="337" dur="1" fill="hold">
                                          <p:stCondLst>
                                            <p:cond delay="0"/>
                                          </p:stCondLst>
                                        </p:cTn>
                                        <p:tgtEl>
                                          <p:spTgt spid="304"/>
                                        </p:tgtEl>
                                        <p:attrNameLst>
                                          <p:attrName>style.visibility</p:attrName>
                                        </p:attrNameLst>
                                      </p:cBhvr>
                                      <p:to>
                                        <p:strVal val="visible"/>
                                      </p:to>
                                    </p:set>
                                  </p:childTnLst>
                                </p:cTn>
                              </p:par>
                              <p:par>
                                <p:cTn id="338" presetID="1" presetClass="entr" presetSubtype="0" fill="hold" grpId="0" nodeType="withEffect">
                                  <p:stCondLst>
                                    <p:cond delay="0"/>
                                  </p:stCondLst>
                                  <p:childTnLst>
                                    <p:set>
                                      <p:cBhvr>
                                        <p:cTn id="339" dur="1" fill="hold">
                                          <p:stCondLst>
                                            <p:cond delay="0"/>
                                          </p:stCondLst>
                                        </p:cTn>
                                        <p:tgtEl>
                                          <p:spTgt spid="305"/>
                                        </p:tgtEl>
                                        <p:attrNameLst>
                                          <p:attrName>style.visibility</p:attrName>
                                        </p:attrNameLst>
                                      </p:cBhvr>
                                      <p:to>
                                        <p:strVal val="visible"/>
                                      </p:to>
                                    </p:set>
                                  </p:childTnLst>
                                </p:cTn>
                              </p:par>
                              <p:par>
                                <p:cTn id="340" presetID="1" presetClass="entr" presetSubtype="0" fill="hold" grpId="0" nodeType="withEffect">
                                  <p:stCondLst>
                                    <p:cond delay="0"/>
                                  </p:stCondLst>
                                  <p:childTnLst>
                                    <p:set>
                                      <p:cBhvr>
                                        <p:cTn id="341" dur="1" fill="hold">
                                          <p:stCondLst>
                                            <p:cond delay="0"/>
                                          </p:stCondLst>
                                        </p:cTn>
                                        <p:tgtEl>
                                          <p:spTgt spid="306"/>
                                        </p:tgtEl>
                                        <p:attrNameLst>
                                          <p:attrName>style.visibility</p:attrName>
                                        </p:attrNameLst>
                                      </p:cBhvr>
                                      <p:to>
                                        <p:strVal val="visible"/>
                                      </p:to>
                                    </p:set>
                                  </p:childTnLst>
                                </p:cTn>
                              </p:par>
                              <p:par>
                                <p:cTn id="342" presetID="1" presetClass="entr" presetSubtype="0" fill="hold" grpId="0" nodeType="withEffect">
                                  <p:stCondLst>
                                    <p:cond delay="0"/>
                                  </p:stCondLst>
                                  <p:childTnLst>
                                    <p:set>
                                      <p:cBhvr>
                                        <p:cTn id="343" dur="1" fill="hold">
                                          <p:stCondLst>
                                            <p:cond delay="0"/>
                                          </p:stCondLst>
                                        </p:cTn>
                                        <p:tgtEl>
                                          <p:spTgt spid="307"/>
                                        </p:tgtEl>
                                        <p:attrNameLst>
                                          <p:attrName>style.visibility</p:attrName>
                                        </p:attrNameLst>
                                      </p:cBhvr>
                                      <p:to>
                                        <p:strVal val="visible"/>
                                      </p:to>
                                    </p:set>
                                  </p:childTnLst>
                                </p:cTn>
                              </p:par>
                              <p:par>
                                <p:cTn id="344" presetID="1" presetClass="entr" presetSubtype="0" fill="hold" grpId="0" nodeType="withEffect">
                                  <p:stCondLst>
                                    <p:cond delay="0"/>
                                  </p:stCondLst>
                                  <p:childTnLst>
                                    <p:set>
                                      <p:cBhvr>
                                        <p:cTn id="345" dur="1" fill="hold">
                                          <p:stCondLst>
                                            <p:cond delay="0"/>
                                          </p:stCondLst>
                                        </p:cTn>
                                        <p:tgtEl>
                                          <p:spTgt spid="309"/>
                                        </p:tgtEl>
                                        <p:attrNameLst>
                                          <p:attrName>style.visibility</p:attrName>
                                        </p:attrNameLst>
                                      </p:cBhvr>
                                      <p:to>
                                        <p:strVal val="visible"/>
                                      </p:to>
                                    </p:set>
                                  </p:childTnLst>
                                </p:cTn>
                              </p:par>
                              <p:par>
                                <p:cTn id="346" presetID="1" presetClass="entr" presetSubtype="0" fill="hold" grpId="0" nodeType="withEffect">
                                  <p:stCondLst>
                                    <p:cond delay="0"/>
                                  </p:stCondLst>
                                  <p:childTnLst>
                                    <p:set>
                                      <p:cBhvr>
                                        <p:cTn id="347" dur="1" fill="hold">
                                          <p:stCondLst>
                                            <p:cond delay="0"/>
                                          </p:stCondLst>
                                        </p:cTn>
                                        <p:tgtEl>
                                          <p:spTgt spid="310"/>
                                        </p:tgtEl>
                                        <p:attrNameLst>
                                          <p:attrName>style.visibility</p:attrName>
                                        </p:attrNameLst>
                                      </p:cBhvr>
                                      <p:to>
                                        <p:strVal val="visible"/>
                                      </p:to>
                                    </p:set>
                                  </p:childTnLst>
                                </p:cTn>
                              </p:par>
                              <p:par>
                                <p:cTn id="348" presetID="1" presetClass="entr" presetSubtype="0" fill="hold" grpId="0" nodeType="withEffect">
                                  <p:stCondLst>
                                    <p:cond delay="0"/>
                                  </p:stCondLst>
                                  <p:childTnLst>
                                    <p:set>
                                      <p:cBhvr>
                                        <p:cTn id="349" dur="1" fill="hold">
                                          <p:stCondLst>
                                            <p:cond delay="0"/>
                                          </p:stCondLst>
                                        </p:cTn>
                                        <p:tgtEl>
                                          <p:spTgt spid="311"/>
                                        </p:tgtEl>
                                        <p:attrNameLst>
                                          <p:attrName>style.visibility</p:attrName>
                                        </p:attrNameLst>
                                      </p:cBhvr>
                                      <p:to>
                                        <p:strVal val="visible"/>
                                      </p:to>
                                    </p:set>
                                  </p:childTnLst>
                                </p:cTn>
                              </p:par>
                              <p:par>
                                <p:cTn id="350" presetID="1" presetClass="entr" presetSubtype="0" fill="hold" grpId="0" nodeType="withEffect">
                                  <p:stCondLst>
                                    <p:cond delay="0"/>
                                  </p:stCondLst>
                                  <p:childTnLst>
                                    <p:set>
                                      <p:cBhvr>
                                        <p:cTn id="351" dur="1" fill="hold">
                                          <p:stCondLst>
                                            <p:cond delay="0"/>
                                          </p:stCondLst>
                                        </p:cTn>
                                        <p:tgtEl>
                                          <p:spTgt spid="312"/>
                                        </p:tgtEl>
                                        <p:attrNameLst>
                                          <p:attrName>style.visibility</p:attrName>
                                        </p:attrNameLst>
                                      </p:cBhvr>
                                      <p:to>
                                        <p:strVal val="visible"/>
                                      </p:to>
                                    </p:set>
                                  </p:childTnLst>
                                </p:cTn>
                              </p:par>
                              <p:par>
                                <p:cTn id="352" presetID="1" presetClass="entr" presetSubtype="0" fill="hold" grpId="0" nodeType="withEffect">
                                  <p:stCondLst>
                                    <p:cond delay="0"/>
                                  </p:stCondLst>
                                  <p:childTnLst>
                                    <p:set>
                                      <p:cBhvr>
                                        <p:cTn id="353" dur="1" fill="hold">
                                          <p:stCondLst>
                                            <p:cond delay="0"/>
                                          </p:stCondLst>
                                        </p:cTn>
                                        <p:tgtEl>
                                          <p:spTgt spid="317"/>
                                        </p:tgtEl>
                                        <p:attrNameLst>
                                          <p:attrName>style.visibility</p:attrName>
                                        </p:attrNameLst>
                                      </p:cBhvr>
                                      <p:to>
                                        <p:strVal val="visible"/>
                                      </p:to>
                                    </p:set>
                                  </p:childTnLst>
                                </p:cTn>
                              </p:par>
                              <p:par>
                                <p:cTn id="354" presetID="1" presetClass="entr" presetSubtype="0" fill="hold" grpId="0" nodeType="withEffect">
                                  <p:stCondLst>
                                    <p:cond delay="0"/>
                                  </p:stCondLst>
                                  <p:childTnLst>
                                    <p:set>
                                      <p:cBhvr>
                                        <p:cTn id="355" dur="1" fill="hold">
                                          <p:stCondLst>
                                            <p:cond delay="0"/>
                                          </p:stCondLst>
                                        </p:cTn>
                                        <p:tgtEl>
                                          <p:spTgt spid="318"/>
                                        </p:tgtEl>
                                        <p:attrNameLst>
                                          <p:attrName>style.visibility</p:attrName>
                                        </p:attrNameLst>
                                      </p:cBhvr>
                                      <p:to>
                                        <p:strVal val="visible"/>
                                      </p:to>
                                    </p:set>
                                  </p:childTnLst>
                                </p:cTn>
                              </p:par>
                              <p:par>
                                <p:cTn id="356" presetID="1" presetClass="entr" presetSubtype="0" fill="hold" grpId="0" nodeType="withEffect">
                                  <p:stCondLst>
                                    <p:cond delay="0"/>
                                  </p:stCondLst>
                                  <p:childTnLst>
                                    <p:set>
                                      <p:cBhvr>
                                        <p:cTn id="357" dur="1" fill="hold">
                                          <p:stCondLst>
                                            <p:cond delay="0"/>
                                          </p:stCondLst>
                                        </p:cTn>
                                        <p:tgtEl>
                                          <p:spTgt spid="319"/>
                                        </p:tgtEl>
                                        <p:attrNameLst>
                                          <p:attrName>style.visibility</p:attrName>
                                        </p:attrNameLst>
                                      </p:cBhvr>
                                      <p:to>
                                        <p:strVal val="visible"/>
                                      </p:to>
                                    </p:set>
                                  </p:childTnLst>
                                </p:cTn>
                              </p:par>
                              <p:par>
                                <p:cTn id="358" presetID="1" presetClass="entr" presetSubtype="0" fill="hold" grpId="0" nodeType="withEffect">
                                  <p:stCondLst>
                                    <p:cond delay="0"/>
                                  </p:stCondLst>
                                  <p:childTnLst>
                                    <p:set>
                                      <p:cBhvr>
                                        <p:cTn id="359" dur="1" fill="hold">
                                          <p:stCondLst>
                                            <p:cond delay="0"/>
                                          </p:stCondLst>
                                        </p:cTn>
                                        <p:tgtEl>
                                          <p:spTgt spid="320"/>
                                        </p:tgtEl>
                                        <p:attrNameLst>
                                          <p:attrName>style.visibility</p:attrName>
                                        </p:attrNameLst>
                                      </p:cBhvr>
                                      <p:to>
                                        <p:strVal val="visible"/>
                                      </p:to>
                                    </p:set>
                                  </p:childTnLst>
                                </p:cTn>
                              </p:par>
                              <p:par>
                                <p:cTn id="360" presetID="1" presetClass="entr" presetSubtype="0" fill="hold" grpId="0" nodeType="withEffect">
                                  <p:stCondLst>
                                    <p:cond delay="0"/>
                                  </p:stCondLst>
                                  <p:childTnLst>
                                    <p:set>
                                      <p:cBhvr>
                                        <p:cTn id="361" dur="1" fill="hold">
                                          <p:stCondLst>
                                            <p:cond delay="0"/>
                                          </p:stCondLst>
                                        </p:cTn>
                                        <p:tgtEl>
                                          <p:spTgt spid="327"/>
                                        </p:tgtEl>
                                        <p:attrNameLst>
                                          <p:attrName>style.visibility</p:attrName>
                                        </p:attrNameLst>
                                      </p:cBhvr>
                                      <p:to>
                                        <p:strVal val="visible"/>
                                      </p:to>
                                    </p:set>
                                  </p:childTnLst>
                                </p:cTn>
                              </p:par>
                              <p:par>
                                <p:cTn id="362" presetID="1" presetClass="entr" presetSubtype="0" fill="hold" grpId="0" nodeType="withEffect">
                                  <p:stCondLst>
                                    <p:cond delay="0"/>
                                  </p:stCondLst>
                                  <p:childTnLst>
                                    <p:set>
                                      <p:cBhvr>
                                        <p:cTn id="363" dur="1" fill="hold">
                                          <p:stCondLst>
                                            <p:cond delay="0"/>
                                          </p:stCondLst>
                                        </p:cTn>
                                        <p:tgtEl>
                                          <p:spTgt spid="328"/>
                                        </p:tgtEl>
                                        <p:attrNameLst>
                                          <p:attrName>style.visibility</p:attrName>
                                        </p:attrNameLst>
                                      </p:cBhvr>
                                      <p:to>
                                        <p:strVal val="visible"/>
                                      </p:to>
                                    </p:set>
                                  </p:childTnLst>
                                </p:cTn>
                              </p:par>
                              <p:par>
                                <p:cTn id="364" presetID="1" presetClass="entr" presetSubtype="0" fill="hold" grpId="0" nodeType="withEffect">
                                  <p:stCondLst>
                                    <p:cond delay="0"/>
                                  </p:stCondLst>
                                  <p:childTnLst>
                                    <p:set>
                                      <p:cBhvr>
                                        <p:cTn id="365" dur="1" fill="hold">
                                          <p:stCondLst>
                                            <p:cond delay="0"/>
                                          </p:stCondLst>
                                        </p:cTn>
                                        <p:tgtEl>
                                          <p:spTgt spid="329"/>
                                        </p:tgtEl>
                                        <p:attrNameLst>
                                          <p:attrName>style.visibility</p:attrName>
                                        </p:attrNameLst>
                                      </p:cBhvr>
                                      <p:to>
                                        <p:strVal val="visible"/>
                                      </p:to>
                                    </p:set>
                                  </p:childTnLst>
                                </p:cTn>
                              </p:par>
                              <p:par>
                                <p:cTn id="366" presetID="1" presetClass="entr" presetSubtype="0" fill="hold" grpId="0" nodeType="withEffect">
                                  <p:stCondLst>
                                    <p:cond delay="0"/>
                                  </p:stCondLst>
                                  <p:childTnLst>
                                    <p:set>
                                      <p:cBhvr>
                                        <p:cTn id="367" dur="1" fill="hold">
                                          <p:stCondLst>
                                            <p:cond delay="0"/>
                                          </p:stCondLst>
                                        </p:cTn>
                                        <p:tgtEl>
                                          <p:spTgt spid="330"/>
                                        </p:tgtEl>
                                        <p:attrNameLst>
                                          <p:attrName>style.visibility</p:attrName>
                                        </p:attrNameLst>
                                      </p:cBhvr>
                                      <p:to>
                                        <p:strVal val="visible"/>
                                      </p:to>
                                    </p:set>
                                  </p:childTnLst>
                                </p:cTn>
                              </p:par>
                              <p:par>
                                <p:cTn id="368" presetID="1" presetClass="entr" presetSubtype="0" fill="hold" grpId="0" nodeType="withEffect">
                                  <p:stCondLst>
                                    <p:cond delay="0"/>
                                  </p:stCondLst>
                                  <p:childTnLst>
                                    <p:set>
                                      <p:cBhvr>
                                        <p:cTn id="369" dur="1" fill="hold">
                                          <p:stCondLst>
                                            <p:cond delay="0"/>
                                          </p:stCondLst>
                                        </p:cTn>
                                        <p:tgtEl>
                                          <p:spTgt spid="331"/>
                                        </p:tgtEl>
                                        <p:attrNameLst>
                                          <p:attrName>style.visibility</p:attrName>
                                        </p:attrNameLst>
                                      </p:cBhvr>
                                      <p:to>
                                        <p:strVal val="visible"/>
                                      </p:to>
                                    </p:set>
                                  </p:childTnLst>
                                </p:cTn>
                              </p:par>
                              <p:par>
                                <p:cTn id="370" presetID="1" presetClass="entr" presetSubtype="0" fill="hold" grpId="0" nodeType="withEffect">
                                  <p:stCondLst>
                                    <p:cond delay="0"/>
                                  </p:stCondLst>
                                  <p:childTnLst>
                                    <p:set>
                                      <p:cBhvr>
                                        <p:cTn id="371"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4" grpId="0" animBg="1"/>
      <p:bldP spid="155" grpId="0" animBg="1"/>
      <p:bldP spid="156" grpId="0" animBg="1"/>
      <p:bldP spid="158" grpId="0" animBg="1"/>
      <p:bldP spid="159" grpId="0" animBg="1"/>
      <p:bldP spid="160" grpId="0" animBg="1"/>
      <p:bldP spid="161" grpId="0" animBg="1"/>
      <p:bldP spid="162" grpId="0" animBg="1"/>
      <p:bldP spid="164" grpId="0" animBg="1"/>
      <p:bldP spid="165" grpId="0" animBg="1"/>
      <p:bldP spid="166" grpId="0" animBg="1"/>
      <p:bldP spid="168" grpId="0" animBg="1"/>
      <p:bldP spid="169" grpId="0" animBg="1"/>
      <p:bldP spid="170" grpId="0" animBg="1"/>
      <p:bldP spid="171" grpId="0" animBg="1"/>
      <p:bldP spid="174" grpId="0" animBg="1"/>
      <p:bldP spid="175" grpId="0" animBg="1"/>
      <p:bldP spid="176" grpId="0" animBg="1"/>
      <p:bldP spid="177" grpId="0" animBg="1"/>
      <p:bldP spid="178" grpId="0" animBg="1"/>
      <p:bldP spid="180" grpId="0" animBg="1"/>
      <p:bldP spid="181" grpId="0" animBg="1"/>
      <p:bldP spid="182" grpId="0" animBg="1"/>
      <p:bldP spid="183" grpId="0" animBg="1"/>
      <p:bldP spid="185" grpId="0" animBg="1"/>
      <p:bldP spid="186" grpId="0" animBg="1"/>
      <p:bldP spid="188" grpId="0" animBg="1"/>
      <p:bldP spid="189" grpId="0" animBg="1"/>
      <p:bldP spid="191" grpId="0" animBg="1"/>
      <p:bldP spid="192" grpId="0" animBg="1"/>
      <p:bldP spid="193" grpId="0" animBg="1"/>
      <p:bldP spid="194" grpId="0" animBg="1"/>
      <p:bldP spid="196" grpId="0" animBg="1"/>
      <p:bldP spid="197" grpId="0" animBg="1"/>
      <p:bldP spid="199" grpId="0" animBg="1"/>
      <p:bldP spid="200" grpId="0" animBg="1"/>
      <p:bldP spid="201" grpId="0" animBg="1"/>
      <p:bldP spid="203" grpId="0" animBg="1"/>
      <p:bldP spid="204" grpId="0" animBg="1"/>
      <p:bldP spid="205" grpId="0" animBg="1"/>
      <p:bldP spid="206" grpId="0" animBg="1"/>
      <p:bldP spid="211" grpId="0" animBg="1"/>
      <p:bldP spid="214" grpId="0" animBg="1"/>
      <p:bldP spid="215" grpId="0" animBg="1"/>
      <p:bldP spid="217" grpId="0" animBg="1"/>
      <p:bldP spid="218" grpId="0" animBg="1"/>
      <p:bldP spid="219"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9" grpId="0" animBg="1"/>
      <p:bldP spid="240" grpId="0" animBg="1"/>
      <p:bldP spid="241" grpId="0" animBg="1"/>
      <p:bldP spid="243" grpId="0" animBg="1"/>
      <p:bldP spid="244" grpId="0" animBg="1"/>
      <p:bldP spid="246" grpId="0" animBg="1"/>
      <p:bldP spid="247" grpId="0" animBg="1"/>
      <p:bldP spid="248" grpId="0" animBg="1"/>
      <p:bldP spid="250" grpId="0" animBg="1"/>
      <p:bldP spid="251" grpId="0" animBg="1"/>
      <p:bldP spid="255" grpId="0" animBg="1"/>
      <p:bldP spid="257" grpId="0" animBg="1"/>
      <p:bldP spid="258" grpId="0" animBg="1"/>
      <p:bldP spid="259" grpId="0" animBg="1"/>
      <p:bldP spid="260" grpId="0" animBg="1"/>
      <p:bldP spid="262" grpId="0" animBg="1"/>
      <p:bldP spid="263" grpId="0" animBg="1"/>
      <p:bldP spid="264" grpId="0" animBg="1"/>
      <p:bldP spid="266" grpId="0" animBg="1"/>
      <p:bldP spid="267" grpId="0" animBg="1"/>
      <p:bldP spid="268" grpId="0" animBg="1"/>
      <p:bldP spid="269" grpId="0" animBg="1"/>
      <p:bldP spid="271" grpId="0" animBg="1"/>
      <p:bldP spid="272" grpId="0" animBg="1"/>
      <p:bldP spid="275" grpId="0" animBg="1"/>
      <p:bldP spid="276" grpId="0" animBg="1"/>
      <p:bldP spid="303" grpId="0"/>
      <p:bldP spid="304" grpId="0" animBg="1"/>
      <p:bldP spid="305" grpId="0" animBg="1"/>
      <p:bldP spid="306" grpId="0" animBg="1"/>
      <p:bldP spid="307" grpId="0" animBg="1"/>
      <p:bldP spid="309" grpId="0" animBg="1"/>
      <p:bldP spid="310" grpId="0" animBg="1"/>
      <p:bldP spid="311" grpId="0"/>
      <p:bldP spid="312" grpId="0"/>
      <p:bldP spid="317" grpId="0" animBg="1"/>
      <p:bldP spid="318" grpId="0" animBg="1"/>
      <p:bldP spid="319" grpId="0" animBg="1"/>
      <p:bldP spid="320" grpId="0" animBg="1"/>
      <p:bldP spid="321" grpId="0"/>
      <p:bldP spid="322" grpId="0"/>
      <p:bldP spid="323" grpId="0"/>
      <p:bldP spid="324" grpId="0"/>
      <p:bldP spid="325" grpId="0"/>
      <p:bldP spid="326" grpId="0"/>
      <p:bldP spid="327" grpId="0"/>
      <p:bldP spid="328" grpId="0"/>
      <p:bldP spid="329" grpId="0"/>
      <p:bldP spid="330" grpId="0"/>
      <p:bldP spid="331" grpId="0"/>
      <p:bldP spid="332" grpId="0"/>
      <p:bldP spid="333" grpId="0"/>
      <p:bldP spid="334" grpId="0"/>
      <p:bldP spid="335" grpId="0"/>
      <p:bldP spid="33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37</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zh-CN" altLang="en-US"/>
          </a:p>
        </p:txBody>
      </p:sp>
      <p:sp>
        <p:nvSpPr>
          <p:cNvPr id="5" name="Oval 3"/>
          <p:cNvSpPr>
            <a:spLocks noChangeArrowheads="1"/>
          </p:cNvSpPr>
          <p:nvPr/>
        </p:nvSpPr>
        <p:spPr bwMode="auto">
          <a:xfrm>
            <a:off x="3710905" y="1106760"/>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6" name="Oval 4"/>
          <p:cNvSpPr>
            <a:spLocks noChangeArrowheads="1"/>
          </p:cNvSpPr>
          <p:nvPr/>
        </p:nvSpPr>
        <p:spPr bwMode="auto">
          <a:xfrm>
            <a:off x="4777705" y="1106760"/>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7" name="Oval 5"/>
          <p:cNvSpPr>
            <a:spLocks noChangeArrowheads="1"/>
          </p:cNvSpPr>
          <p:nvPr/>
        </p:nvSpPr>
        <p:spPr bwMode="auto">
          <a:xfrm>
            <a:off x="4777705" y="1716360"/>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8" name="Oval 6"/>
          <p:cNvSpPr>
            <a:spLocks noChangeArrowheads="1"/>
          </p:cNvSpPr>
          <p:nvPr/>
        </p:nvSpPr>
        <p:spPr bwMode="auto">
          <a:xfrm>
            <a:off x="3710905" y="1716360"/>
            <a:ext cx="304800" cy="304800"/>
          </a:xfrm>
          <a:prstGeom prst="ellipse">
            <a:avLst/>
          </a:prstGeom>
          <a:solidFill>
            <a:schemeClr val="bg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9" name="Line 7"/>
          <p:cNvSpPr>
            <a:spLocks noChangeShapeType="1"/>
          </p:cNvSpPr>
          <p:nvPr/>
        </p:nvSpPr>
        <p:spPr bwMode="auto">
          <a:xfrm>
            <a:off x="4015705" y="125916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8"/>
          <p:cNvSpPr>
            <a:spLocks noChangeShapeType="1"/>
          </p:cNvSpPr>
          <p:nvPr/>
        </p:nvSpPr>
        <p:spPr bwMode="auto">
          <a:xfrm>
            <a:off x="4017293" y="184812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9"/>
          <p:cNvSpPr>
            <a:spLocks noChangeShapeType="1"/>
          </p:cNvSpPr>
          <p:nvPr/>
        </p:nvSpPr>
        <p:spPr bwMode="auto">
          <a:xfrm>
            <a:off x="3852193" y="141156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10"/>
          <p:cNvSpPr>
            <a:spLocks noChangeShapeType="1"/>
          </p:cNvSpPr>
          <p:nvPr/>
        </p:nvSpPr>
        <p:spPr bwMode="auto">
          <a:xfrm>
            <a:off x="4930105" y="141156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Oval 11"/>
          <p:cNvSpPr>
            <a:spLocks noChangeArrowheads="1"/>
          </p:cNvSpPr>
          <p:nvPr/>
        </p:nvSpPr>
        <p:spPr bwMode="auto">
          <a:xfrm>
            <a:off x="6073105" y="1335360"/>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4" name="Oval 12"/>
          <p:cNvSpPr>
            <a:spLocks noChangeArrowheads="1"/>
          </p:cNvSpPr>
          <p:nvPr/>
        </p:nvSpPr>
        <p:spPr bwMode="auto">
          <a:xfrm>
            <a:off x="7216105" y="1335360"/>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5" name="Oval 13"/>
          <p:cNvSpPr>
            <a:spLocks noChangeArrowheads="1"/>
          </p:cNvSpPr>
          <p:nvPr/>
        </p:nvSpPr>
        <p:spPr bwMode="auto">
          <a:xfrm>
            <a:off x="8282905" y="1335360"/>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b="1"/>
          </a:p>
        </p:txBody>
      </p:sp>
      <p:sp>
        <p:nvSpPr>
          <p:cNvPr id="16" name="Oval 14"/>
          <p:cNvSpPr>
            <a:spLocks noChangeArrowheads="1"/>
          </p:cNvSpPr>
          <p:nvPr/>
        </p:nvSpPr>
        <p:spPr bwMode="auto">
          <a:xfrm>
            <a:off x="1767780" y="212149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7" name="Oval 15"/>
          <p:cNvSpPr>
            <a:spLocks noChangeArrowheads="1"/>
          </p:cNvSpPr>
          <p:nvPr/>
        </p:nvSpPr>
        <p:spPr bwMode="auto">
          <a:xfrm>
            <a:off x="2834580" y="212149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8" name="Oval 16"/>
          <p:cNvSpPr>
            <a:spLocks noChangeArrowheads="1"/>
          </p:cNvSpPr>
          <p:nvPr/>
        </p:nvSpPr>
        <p:spPr bwMode="auto">
          <a:xfrm>
            <a:off x="2834580" y="273109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9" name="Oval 17"/>
          <p:cNvSpPr>
            <a:spLocks noChangeArrowheads="1"/>
          </p:cNvSpPr>
          <p:nvPr/>
        </p:nvSpPr>
        <p:spPr bwMode="auto">
          <a:xfrm>
            <a:off x="1767780" y="273109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20" name="Line 18"/>
          <p:cNvSpPr>
            <a:spLocks noChangeShapeType="1"/>
          </p:cNvSpPr>
          <p:nvPr/>
        </p:nvSpPr>
        <p:spPr bwMode="auto">
          <a:xfrm>
            <a:off x="2072580" y="22738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19"/>
          <p:cNvSpPr>
            <a:spLocks noChangeShapeType="1"/>
          </p:cNvSpPr>
          <p:nvPr/>
        </p:nvSpPr>
        <p:spPr bwMode="auto">
          <a:xfrm>
            <a:off x="2074168" y="28628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0"/>
          <p:cNvSpPr>
            <a:spLocks noChangeShapeType="1"/>
          </p:cNvSpPr>
          <p:nvPr/>
        </p:nvSpPr>
        <p:spPr bwMode="auto">
          <a:xfrm>
            <a:off x="1909068"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Line 21"/>
          <p:cNvSpPr>
            <a:spLocks noChangeShapeType="1"/>
          </p:cNvSpPr>
          <p:nvPr/>
        </p:nvSpPr>
        <p:spPr bwMode="auto">
          <a:xfrm>
            <a:off x="2986980"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Oval 22"/>
          <p:cNvSpPr>
            <a:spLocks noChangeArrowheads="1"/>
          </p:cNvSpPr>
          <p:nvPr/>
        </p:nvSpPr>
        <p:spPr bwMode="auto">
          <a:xfrm>
            <a:off x="3207643" y="212149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25" name="Oval 23"/>
          <p:cNvSpPr>
            <a:spLocks noChangeArrowheads="1"/>
          </p:cNvSpPr>
          <p:nvPr/>
        </p:nvSpPr>
        <p:spPr bwMode="auto">
          <a:xfrm>
            <a:off x="4274443" y="212149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26" name="Oval 24"/>
          <p:cNvSpPr>
            <a:spLocks noChangeArrowheads="1"/>
          </p:cNvSpPr>
          <p:nvPr/>
        </p:nvSpPr>
        <p:spPr bwMode="auto">
          <a:xfrm>
            <a:off x="4274443" y="273109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27" name="Oval 25"/>
          <p:cNvSpPr>
            <a:spLocks noChangeArrowheads="1"/>
          </p:cNvSpPr>
          <p:nvPr/>
        </p:nvSpPr>
        <p:spPr bwMode="auto">
          <a:xfrm>
            <a:off x="3207643" y="273109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28" name="Line 26"/>
          <p:cNvSpPr>
            <a:spLocks noChangeShapeType="1"/>
          </p:cNvSpPr>
          <p:nvPr/>
        </p:nvSpPr>
        <p:spPr bwMode="auto">
          <a:xfrm>
            <a:off x="3512443" y="22738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 name="Line 27"/>
          <p:cNvSpPr>
            <a:spLocks noChangeShapeType="1"/>
          </p:cNvSpPr>
          <p:nvPr/>
        </p:nvSpPr>
        <p:spPr bwMode="auto">
          <a:xfrm>
            <a:off x="3514030" y="28628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8"/>
          <p:cNvSpPr>
            <a:spLocks noChangeShapeType="1"/>
          </p:cNvSpPr>
          <p:nvPr/>
        </p:nvSpPr>
        <p:spPr bwMode="auto">
          <a:xfrm>
            <a:off x="3348930"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29"/>
          <p:cNvSpPr>
            <a:spLocks noChangeShapeType="1"/>
          </p:cNvSpPr>
          <p:nvPr/>
        </p:nvSpPr>
        <p:spPr bwMode="auto">
          <a:xfrm>
            <a:off x="4426843"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 name="Oval 30"/>
          <p:cNvSpPr>
            <a:spLocks noChangeArrowheads="1"/>
          </p:cNvSpPr>
          <p:nvPr/>
        </p:nvSpPr>
        <p:spPr bwMode="auto">
          <a:xfrm>
            <a:off x="4644330" y="212149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33" name="Oval 31"/>
          <p:cNvSpPr>
            <a:spLocks noChangeArrowheads="1"/>
          </p:cNvSpPr>
          <p:nvPr/>
        </p:nvSpPr>
        <p:spPr bwMode="auto">
          <a:xfrm>
            <a:off x="5711130" y="212149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34" name="Oval 32"/>
          <p:cNvSpPr>
            <a:spLocks noChangeArrowheads="1"/>
          </p:cNvSpPr>
          <p:nvPr/>
        </p:nvSpPr>
        <p:spPr bwMode="auto">
          <a:xfrm>
            <a:off x="5711130" y="273109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35" name="Oval 33"/>
          <p:cNvSpPr>
            <a:spLocks noChangeArrowheads="1"/>
          </p:cNvSpPr>
          <p:nvPr/>
        </p:nvSpPr>
        <p:spPr bwMode="auto">
          <a:xfrm>
            <a:off x="4644330" y="273109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36" name="Line 34"/>
          <p:cNvSpPr>
            <a:spLocks noChangeShapeType="1"/>
          </p:cNvSpPr>
          <p:nvPr/>
        </p:nvSpPr>
        <p:spPr bwMode="auto">
          <a:xfrm>
            <a:off x="4949130" y="22738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5"/>
          <p:cNvSpPr>
            <a:spLocks noChangeShapeType="1"/>
          </p:cNvSpPr>
          <p:nvPr/>
        </p:nvSpPr>
        <p:spPr bwMode="auto">
          <a:xfrm>
            <a:off x="4950718" y="28628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6"/>
          <p:cNvSpPr>
            <a:spLocks noChangeShapeType="1"/>
          </p:cNvSpPr>
          <p:nvPr/>
        </p:nvSpPr>
        <p:spPr bwMode="auto">
          <a:xfrm>
            <a:off x="4785618"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7"/>
          <p:cNvSpPr>
            <a:spLocks noChangeShapeType="1"/>
          </p:cNvSpPr>
          <p:nvPr/>
        </p:nvSpPr>
        <p:spPr bwMode="auto">
          <a:xfrm>
            <a:off x="5863530" y="242629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Oval 38"/>
          <p:cNvSpPr>
            <a:spLocks noChangeArrowheads="1"/>
          </p:cNvSpPr>
          <p:nvPr/>
        </p:nvSpPr>
        <p:spPr bwMode="auto">
          <a:xfrm>
            <a:off x="6100068" y="211038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41" name="Oval 39"/>
          <p:cNvSpPr>
            <a:spLocks noChangeArrowheads="1"/>
          </p:cNvSpPr>
          <p:nvPr/>
        </p:nvSpPr>
        <p:spPr bwMode="auto">
          <a:xfrm>
            <a:off x="7166868" y="211038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42" name="Oval 40"/>
          <p:cNvSpPr>
            <a:spLocks noChangeArrowheads="1"/>
          </p:cNvSpPr>
          <p:nvPr/>
        </p:nvSpPr>
        <p:spPr bwMode="auto">
          <a:xfrm>
            <a:off x="7166868" y="271998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43" name="Oval 41"/>
          <p:cNvSpPr>
            <a:spLocks noChangeArrowheads="1"/>
          </p:cNvSpPr>
          <p:nvPr/>
        </p:nvSpPr>
        <p:spPr bwMode="auto">
          <a:xfrm>
            <a:off x="6100068" y="271998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44" name="Line 42"/>
          <p:cNvSpPr>
            <a:spLocks noChangeShapeType="1"/>
          </p:cNvSpPr>
          <p:nvPr/>
        </p:nvSpPr>
        <p:spPr bwMode="auto">
          <a:xfrm>
            <a:off x="6404868" y="226278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3"/>
          <p:cNvSpPr>
            <a:spLocks noChangeShapeType="1"/>
          </p:cNvSpPr>
          <p:nvPr/>
        </p:nvSpPr>
        <p:spPr bwMode="auto">
          <a:xfrm>
            <a:off x="6406455" y="285174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44"/>
          <p:cNvSpPr>
            <a:spLocks noChangeShapeType="1"/>
          </p:cNvSpPr>
          <p:nvPr/>
        </p:nvSpPr>
        <p:spPr bwMode="auto">
          <a:xfrm>
            <a:off x="6241355" y="241518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45"/>
          <p:cNvSpPr>
            <a:spLocks noChangeShapeType="1"/>
          </p:cNvSpPr>
          <p:nvPr/>
        </p:nvSpPr>
        <p:spPr bwMode="auto">
          <a:xfrm>
            <a:off x="7319268" y="241518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Oval 46"/>
          <p:cNvSpPr>
            <a:spLocks noChangeArrowheads="1"/>
          </p:cNvSpPr>
          <p:nvPr/>
        </p:nvSpPr>
        <p:spPr bwMode="auto">
          <a:xfrm>
            <a:off x="7566918" y="208974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49" name="Oval 47"/>
          <p:cNvSpPr>
            <a:spLocks noChangeArrowheads="1"/>
          </p:cNvSpPr>
          <p:nvPr/>
        </p:nvSpPr>
        <p:spPr bwMode="auto">
          <a:xfrm>
            <a:off x="8633718" y="20897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50" name="Oval 48"/>
          <p:cNvSpPr>
            <a:spLocks noChangeArrowheads="1"/>
          </p:cNvSpPr>
          <p:nvPr/>
        </p:nvSpPr>
        <p:spPr bwMode="auto">
          <a:xfrm>
            <a:off x="8633718" y="269934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51" name="Oval 49"/>
          <p:cNvSpPr>
            <a:spLocks noChangeArrowheads="1"/>
          </p:cNvSpPr>
          <p:nvPr/>
        </p:nvSpPr>
        <p:spPr bwMode="auto">
          <a:xfrm>
            <a:off x="7566918" y="26993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52" name="Line 50"/>
          <p:cNvSpPr>
            <a:spLocks noChangeShapeType="1"/>
          </p:cNvSpPr>
          <p:nvPr/>
        </p:nvSpPr>
        <p:spPr bwMode="auto">
          <a:xfrm>
            <a:off x="7871718" y="224214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51"/>
          <p:cNvSpPr>
            <a:spLocks noChangeShapeType="1"/>
          </p:cNvSpPr>
          <p:nvPr/>
        </p:nvSpPr>
        <p:spPr bwMode="auto">
          <a:xfrm>
            <a:off x="7873305" y="283110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 name="Line 52"/>
          <p:cNvSpPr>
            <a:spLocks noChangeShapeType="1"/>
          </p:cNvSpPr>
          <p:nvPr/>
        </p:nvSpPr>
        <p:spPr bwMode="auto">
          <a:xfrm>
            <a:off x="7708205" y="23945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 name="Line 53"/>
          <p:cNvSpPr>
            <a:spLocks noChangeShapeType="1"/>
          </p:cNvSpPr>
          <p:nvPr/>
        </p:nvSpPr>
        <p:spPr bwMode="auto">
          <a:xfrm>
            <a:off x="8786118" y="23945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 name="Oval 54"/>
          <p:cNvSpPr>
            <a:spLocks noChangeArrowheads="1"/>
          </p:cNvSpPr>
          <p:nvPr/>
        </p:nvSpPr>
        <p:spPr bwMode="auto">
          <a:xfrm>
            <a:off x="9029005" y="208974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57" name="Oval 55"/>
          <p:cNvSpPr>
            <a:spLocks noChangeArrowheads="1"/>
          </p:cNvSpPr>
          <p:nvPr/>
        </p:nvSpPr>
        <p:spPr bwMode="auto">
          <a:xfrm>
            <a:off x="10095805" y="20897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58" name="Oval 56"/>
          <p:cNvSpPr>
            <a:spLocks noChangeArrowheads="1"/>
          </p:cNvSpPr>
          <p:nvPr/>
        </p:nvSpPr>
        <p:spPr bwMode="auto">
          <a:xfrm>
            <a:off x="10095805" y="269934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59" name="Oval 57"/>
          <p:cNvSpPr>
            <a:spLocks noChangeArrowheads="1"/>
          </p:cNvSpPr>
          <p:nvPr/>
        </p:nvSpPr>
        <p:spPr bwMode="auto">
          <a:xfrm>
            <a:off x="9029005" y="26993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60" name="Line 58"/>
          <p:cNvSpPr>
            <a:spLocks noChangeShapeType="1"/>
          </p:cNvSpPr>
          <p:nvPr/>
        </p:nvSpPr>
        <p:spPr bwMode="auto">
          <a:xfrm>
            <a:off x="9333805" y="224214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59"/>
          <p:cNvSpPr>
            <a:spLocks noChangeShapeType="1"/>
          </p:cNvSpPr>
          <p:nvPr/>
        </p:nvSpPr>
        <p:spPr bwMode="auto">
          <a:xfrm>
            <a:off x="9335393" y="283110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 name="Line 60"/>
          <p:cNvSpPr>
            <a:spLocks noChangeShapeType="1"/>
          </p:cNvSpPr>
          <p:nvPr/>
        </p:nvSpPr>
        <p:spPr bwMode="auto">
          <a:xfrm>
            <a:off x="9170293" y="23945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61"/>
          <p:cNvSpPr>
            <a:spLocks noChangeShapeType="1"/>
          </p:cNvSpPr>
          <p:nvPr/>
        </p:nvSpPr>
        <p:spPr bwMode="auto">
          <a:xfrm>
            <a:off x="10248205" y="23945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 name="Oval 62"/>
          <p:cNvSpPr>
            <a:spLocks noChangeArrowheads="1"/>
          </p:cNvSpPr>
          <p:nvPr/>
        </p:nvSpPr>
        <p:spPr bwMode="auto">
          <a:xfrm>
            <a:off x="1767780" y="36502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65" name="Oval 63"/>
          <p:cNvSpPr>
            <a:spLocks noChangeArrowheads="1"/>
          </p:cNvSpPr>
          <p:nvPr/>
        </p:nvSpPr>
        <p:spPr bwMode="auto">
          <a:xfrm>
            <a:off x="2834580" y="36502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66" name="Oval 64"/>
          <p:cNvSpPr>
            <a:spLocks noChangeArrowheads="1"/>
          </p:cNvSpPr>
          <p:nvPr/>
        </p:nvSpPr>
        <p:spPr bwMode="auto">
          <a:xfrm>
            <a:off x="2834580" y="42598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67" name="Oval 65"/>
          <p:cNvSpPr>
            <a:spLocks noChangeArrowheads="1"/>
          </p:cNvSpPr>
          <p:nvPr/>
        </p:nvSpPr>
        <p:spPr bwMode="auto">
          <a:xfrm>
            <a:off x="1767780" y="42598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68" name="Line 66"/>
          <p:cNvSpPr>
            <a:spLocks noChangeShapeType="1"/>
          </p:cNvSpPr>
          <p:nvPr/>
        </p:nvSpPr>
        <p:spPr bwMode="auto">
          <a:xfrm>
            <a:off x="2072580" y="38026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67"/>
          <p:cNvSpPr>
            <a:spLocks noChangeShapeType="1"/>
          </p:cNvSpPr>
          <p:nvPr/>
        </p:nvSpPr>
        <p:spPr bwMode="auto">
          <a:xfrm>
            <a:off x="2074168" y="43916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0" name="Line 68"/>
          <p:cNvSpPr>
            <a:spLocks noChangeShapeType="1"/>
          </p:cNvSpPr>
          <p:nvPr/>
        </p:nvSpPr>
        <p:spPr bwMode="auto">
          <a:xfrm>
            <a:off x="1909068" y="39550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69"/>
          <p:cNvSpPr>
            <a:spLocks noChangeShapeType="1"/>
          </p:cNvSpPr>
          <p:nvPr/>
        </p:nvSpPr>
        <p:spPr bwMode="auto">
          <a:xfrm>
            <a:off x="2986980" y="39550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2" name="Oval 70"/>
          <p:cNvSpPr>
            <a:spLocks noChangeArrowheads="1"/>
          </p:cNvSpPr>
          <p:nvPr/>
        </p:nvSpPr>
        <p:spPr bwMode="auto">
          <a:xfrm>
            <a:off x="3223518" y="363914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73" name="Oval 71"/>
          <p:cNvSpPr>
            <a:spLocks noChangeArrowheads="1"/>
          </p:cNvSpPr>
          <p:nvPr/>
        </p:nvSpPr>
        <p:spPr bwMode="auto">
          <a:xfrm>
            <a:off x="4290318" y="3639145"/>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74" name="Oval 72"/>
          <p:cNvSpPr>
            <a:spLocks noChangeArrowheads="1"/>
          </p:cNvSpPr>
          <p:nvPr/>
        </p:nvSpPr>
        <p:spPr bwMode="auto">
          <a:xfrm>
            <a:off x="4290318" y="424874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75" name="Oval 73"/>
          <p:cNvSpPr>
            <a:spLocks noChangeArrowheads="1"/>
          </p:cNvSpPr>
          <p:nvPr/>
        </p:nvSpPr>
        <p:spPr bwMode="auto">
          <a:xfrm>
            <a:off x="3223518" y="42487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76" name="Line 74"/>
          <p:cNvSpPr>
            <a:spLocks noChangeShapeType="1"/>
          </p:cNvSpPr>
          <p:nvPr/>
        </p:nvSpPr>
        <p:spPr bwMode="auto">
          <a:xfrm>
            <a:off x="3528318" y="379154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75"/>
          <p:cNvSpPr>
            <a:spLocks noChangeShapeType="1"/>
          </p:cNvSpPr>
          <p:nvPr/>
        </p:nvSpPr>
        <p:spPr bwMode="auto">
          <a:xfrm>
            <a:off x="3529905" y="438050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76"/>
          <p:cNvSpPr>
            <a:spLocks noChangeShapeType="1"/>
          </p:cNvSpPr>
          <p:nvPr/>
        </p:nvSpPr>
        <p:spPr bwMode="auto">
          <a:xfrm>
            <a:off x="3364805" y="39439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9" name="Line 77"/>
          <p:cNvSpPr>
            <a:spLocks noChangeShapeType="1"/>
          </p:cNvSpPr>
          <p:nvPr/>
        </p:nvSpPr>
        <p:spPr bwMode="auto">
          <a:xfrm>
            <a:off x="4442718" y="39439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0" name="Oval 78"/>
          <p:cNvSpPr>
            <a:spLocks noChangeArrowheads="1"/>
          </p:cNvSpPr>
          <p:nvPr/>
        </p:nvSpPr>
        <p:spPr bwMode="auto">
          <a:xfrm>
            <a:off x="4698305" y="36375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81" name="Oval 79"/>
          <p:cNvSpPr>
            <a:spLocks noChangeArrowheads="1"/>
          </p:cNvSpPr>
          <p:nvPr/>
        </p:nvSpPr>
        <p:spPr bwMode="auto">
          <a:xfrm>
            <a:off x="5765105" y="36375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82" name="Oval 80"/>
          <p:cNvSpPr>
            <a:spLocks noChangeArrowheads="1"/>
          </p:cNvSpPr>
          <p:nvPr/>
        </p:nvSpPr>
        <p:spPr bwMode="auto">
          <a:xfrm>
            <a:off x="5765105" y="4247158"/>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83" name="Oval 81"/>
          <p:cNvSpPr>
            <a:spLocks noChangeArrowheads="1"/>
          </p:cNvSpPr>
          <p:nvPr/>
        </p:nvSpPr>
        <p:spPr bwMode="auto">
          <a:xfrm>
            <a:off x="4698305" y="42471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84" name="Line 82"/>
          <p:cNvSpPr>
            <a:spLocks noChangeShapeType="1"/>
          </p:cNvSpPr>
          <p:nvPr/>
        </p:nvSpPr>
        <p:spPr bwMode="auto">
          <a:xfrm>
            <a:off x="5003105" y="37899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83"/>
          <p:cNvSpPr>
            <a:spLocks noChangeShapeType="1"/>
          </p:cNvSpPr>
          <p:nvPr/>
        </p:nvSpPr>
        <p:spPr bwMode="auto">
          <a:xfrm>
            <a:off x="5004693" y="43789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 name="Line 84"/>
          <p:cNvSpPr>
            <a:spLocks noChangeShapeType="1"/>
          </p:cNvSpPr>
          <p:nvPr/>
        </p:nvSpPr>
        <p:spPr bwMode="auto">
          <a:xfrm>
            <a:off x="4839593"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7" name="Line 85"/>
          <p:cNvSpPr>
            <a:spLocks noChangeShapeType="1"/>
          </p:cNvSpPr>
          <p:nvPr/>
        </p:nvSpPr>
        <p:spPr bwMode="auto">
          <a:xfrm>
            <a:off x="5917505"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8" name="Oval 86"/>
          <p:cNvSpPr>
            <a:spLocks noChangeArrowheads="1"/>
          </p:cNvSpPr>
          <p:nvPr/>
        </p:nvSpPr>
        <p:spPr bwMode="auto">
          <a:xfrm>
            <a:off x="6138168" y="36375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89" name="Oval 87"/>
          <p:cNvSpPr>
            <a:spLocks noChangeArrowheads="1"/>
          </p:cNvSpPr>
          <p:nvPr/>
        </p:nvSpPr>
        <p:spPr bwMode="auto">
          <a:xfrm>
            <a:off x="7204968" y="3637558"/>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90" name="Oval 88"/>
          <p:cNvSpPr>
            <a:spLocks noChangeArrowheads="1"/>
          </p:cNvSpPr>
          <p:nvPr/>
        </p:nvSpPr>
        <p:spPr bwMode="auto">
          <a:xfrm>
            <a:off x="7204968" y="42471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91" name="Oval 89"/>
          <p:cNvSpPr>
            <a:spLocks noChangeArrowheads="1"/>
          </p:cNvSpPr>
          <p:nvPr/>
        </p:nvSpPr>
        <p:spPr bwMode="auto">
          <a:xfrm>
            <a:off x="6138168" y="4247158"/>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92" name="Line 90"/>
          <p:cNvSpPr>
            <a:spLocks noChangeShapeType="1"/>
          </p:cNvSpPr>
          <p:nvPr/>
        </p:nvSpPr>
        <p:spPr bwMode="auto">
          <a:xfrm>
            <a:off x="6442968" y="37899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3" name="Line 91"/>
          <p:cNvSpPr>
            <a:spLocks noChangeShapeType="1"/>
          </p:cNvSpPr>
          <p:nvPr/>
        </p:nvSpPr>
        <p:spPr bwMode="auto">
          <a:xfrm>
            <a:off x="6444555" y="43789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4" name="Line 92"/>
          <p:cNvSpPr>
            <a:spLocks noChangeShapeType="1"/>
          </p:cNvSpPr>
          <p:nvPr/>
        </p:nvSpPr>
        <p:spPr bwMode="auto">
          <a:xfrm>
            <a:off x="6279455"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Line 93"/>
          <p:cNvSpPr>
            <a:spLocks noChangeShapeType="1"/>
          </p:cNvSpPr>
          <p:nvPr/>
        </p:nvSpPr>
        <p:spPr bwMode="auto">
          <a:xfrm>
            <a:off x="7357368"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6" name="Oval 94"/>
          <p:cNvSpPr>
            <a:spLocks noChangeArrowheads="1"/>
          </p:cNvSpPr>
          <p:nvPr/>
        </p:nvSpPr>
        <p:spPr bwMode="auto">
          <a:xfrm>
            <a:off x="7574855" y="36375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97" name="Oval 95"/>
          <p:cNvSpPr>
            <a:spLocks noChangeArrowheads="1"/>
          </p:cNvSpPr>
          <p:nvPr/>
        </p:nvSpPr>
        <p:spPr bwMode="auto">
          <a:xfrm>
            <a:off x="8641655" y="3637558"/>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98" name="Oval 96"/>
          <p:cNvSpPr>
            <a:spLocks noChangeArrowheads="1"/>
          </p:cNvSpPr>
          <p:nvPr/>
        </p:nvSpPr>
        <p:spPr bwMode="auto">
          <a:xfrm>
            <a:off x="8641655" y="4247158"/>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99" name="Oval 97"/>
          <p:cNvSpPr>
            <a:spLocks noChangeArrowheads="1"/>
          </p:cNvSpPr>
          <p:nvPr/>
        </p:nvSpPr>
        <p:spPr bwMode="auto">
          <a:xfrm>
            <a:off x="7574855" y="4247158"/>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00" name="Line 98"/>
          <p:cNvSpPr>
            <a:spLocks noChangeShapeType="1"/>
          </p:cNvSpPr>
          <p:nvPr/>
        </p:nvSpPr>
        <p:spPr bwMode="auto">
          <a:xfrm>
            <a:off x="7879655" y="378995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99"/>
          <p:cNvSpPr>
            <a:spLocks noChangeShapeType="1"/>
          </p:cNvSpPr>
          <p:nvPr/>
        </p:nvSpPr>
        <p:spPr bwMode="auto">
          <a:xfrm>
            <a:off x="7881243" y="43789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 name="Line 100"/>
          <p:cNvSpPr>
            <a:spLocks noChangeShapeType="1"/>
          </p:cNvSpPr>
          <p:nvPr/>
        </p:nvSpPr>
        <p:spPr bwMode="auto">
          <a:xfrm>
            <a:off x="7716143"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3" name="Line 101"/>
          <p:cNvSpPr>
            <a:spLocks noChangeShapeType="1"/>
          </p:cNvSpPr>
          <p:nvPr/>
        </p:nvSpPr>
        <p:spPr bwMode="auto">
          <a:xfrm>
            <a:off x="8794055" y="3942358"/>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 name="Oval 102"/>
          <p:cNvSpPr>
            <a:spLocks noChangeArrowheads="1"/>
          </p:cNvSpPr>
          <p:nvPr/>
        </p:nvSpPr>
        <p:spPr bwMode="auto">
          <a:xfrm>
            <a:off x="9030593" y="362644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05" name="Oval 103"/>
          <p:cNvSpPr>
            <a:spLocks noChangeArrowheads="1"/>
          </p:cNvSpPr>
          <p:nvPr/>
        </p:nvSpPr>
        <p:spPr bwMode="auto">
          <a:xfrm>
            <a:off x="10097393" y="36264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06" name="Oval 104"/>
          <p:cNvSpPr>
            <a:spLocks noChangeArrowheads="1"/>
          </p:cNvSpPr>
          <p:nvPr/>
        </p:nvSpPr>
        <p:spPr bwMode="auto">
          <a:xfrm>
            <a:off x="10097393" y="4236045"/>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07" name="Oval 105"/>
          <p:cNvSpPr>
            <a:spLocks noChangeArrowheads="1"/>
          </p:cNvSpPr>
          <p:nvPr/>
        </p:nvSpPr>
        <p:spPr bwMode="auto">
          <a:xfrm>
            <a:off x="9030593" y="4236045"/>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08" name="Line 106"/>
          <p:cNvSpPr>
            <a:spLocks noChangeShapeType="1"/>
          </p:cNvSpPr>
          <p:nvPr/>
        </p:nvSpPr>
        <p:spPr bwMode="auto">
          <a:xfrm>
            <a:off x="9335393" y="377884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9" name="Line 107"/>
          <p:cNvSpPr>
            <a:spLocks noChangeShapeType="1"/>
          </p:cNvSpPr>
          <p:nvPr/>
        </p:nvSpPr>
        <p:spPr bwMode="auto">
          <a:xfrm>
            <a:off x="9336980" y="4367808"/>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0" name="Line 108"/>
          <p:cNvSpPr>
            <a:spLocks noChangeShapeType="1"/>
          </p:cNvSpPr>
          <p:nvPr/>
        </p:nvSpPr>
        <p:spPr bwMode="auto">
          <a:xfrm>
            <a:off x="9171880" y="39312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1" name="Line 109"/>
          <p:cNvSpPr>
            <a:spLocks noChangeShapeType="1"/>
          </p:cNvSpPr>
          <p:nvPr/>
        </p:nvSpPr>
        <p:spPr bwMode="auto">
          <a:xfrm>
            <a:off x="10249793" y="3931245"/>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 name="Text Box 110"/>
          <p:cNvSpPr txBox="1">
            <a:spLocks noChangeArrowheads="1"/>
          </p:cNvSpPr>
          <p:nvPr/>
        </p:nvSpPr>
        <p:spPr bwMode="auto">
          <a:xfrm>
            <a:off x="1842393" y="3037483"/>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A:(1,2,1,2)</a:t>
            </a:r>
          </a:p>
        </p:txBody>
      </p:sp>
      <p:sp>
        <p:nvSpPr>
          <p:cNvPr id="113" name="Text Box 111"/>
          <p:cNvSpPr txBox="1">
            <a:spLocks noChangeArrowheads="1"/>
          </p:cNvSpPr>
          <p:nvPr/>
        </p:nvSpPr>
        <p:spPr bwMode="auto">
          <a:xfrm>
            <a:off x="3336230" y="3047008"/>
            <a:ext cx="1193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B:(1,2,1,3)</a:t>
            </a:r>
          </a:p>
        </p:txBody>
      </p:sp>
      <p:sp>
        <p:nvSpPr>
          <p:cNvPr id="114" name="Text Box 112"/>
          <p:cNvSpPr txBox="1">
            <a:spLocks noChangeArrowheads="1"/>
          </p:cNvSpPr>
          <p:nvPr/>
        </p:nvSpPr>
        <p:spPr bwMode="auto">
          <a:xfrm>
            <a:off x="4753868" y="3024783"/>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C:(1,2,3,2)</a:t>
            </a:r>
          </a:p>
        </p:txBody>
      </p:sp>
      <p:sp>
        <p:nvSpPr>
          <p:cNvPr id="115" name="Text Box 113"/>
          <p:cNvSpPr txBox="1">
            <a:spLocks noChangeArrowheads="1"/>
          </p:cNvSpPr>
          <p:nvPr/>
        </p:nvSpPr>
        <p:spPr bwMode="auto">
          <a:xfrm>
            <a:off x="6214368" y="3034308"/>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D:(1,3,1,2)</a:t>
            </a:r>
          </a:p>
        </p:txBody>
      </p:sp>
      <p:sp>
        <p:nvSpPr>
          <p:cNvPr id="116" name="Text Box 114"/>
          <p:cNvSpPr txBox="1">
            <a:spLocks noChangeArrowheads="1"/>
          </p:cNvSpPr>
          <p:nvPr/>
        </p:nvSpPr>
        <p:spPr bwMode="auto">
          <a:xfrm>
            <a:off x="7643118" y="2972395"/>
            <a:ext cx="1193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E:(1,3,1,3)</a:t>
            </a:r>
          </a:p>
        </p:txBody>
      </p:sp>
      <p:sp>
        <p:nvSpPr>
          <p:cNvPr id="117" name="Text Box 115"/>
          <p:cNvSpPr txBox="1">
            <a:spLocks noChangeArrowheads="1"/>
          </p:cNvSpPr>
          <p:nvPr/>
        </p:nvSpPr>
        <p:spPr bwMode="auto">
          <a:xfrm>
            <a:off x="9159180" y="2981920"/>
            <a:ext cx="118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F:(1,3,2,3)</a:t>
            </a:r>
          </a:p>
        </p:txBody>
      </p:sp>
      <p:sp>
        <p:nvSpPr>
          <p:cNvPr id="118" name="Text Box 116"/>
          <p:cNvSpPr txBox="1">
            <a:spLocks noChangeArrowheads="1"/>
          </p:cNvSpPr>
          <p:nvPr/>
        </p:nvSpPr>
        <p:spPr bwMode="auto">
          <a:xfrm>
            <a:off x="1878905" y="4520208"/>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G:(2,1,2,1)</a:t>
            </a:r>
          </a:p>
        </p:txBody>
      </p:sp>
      <p:sp>
        <p:nvSpPr>
          <p:cNvPr id="119" name="Text Box 117"/>
          <p:cNvSpPr txBox="1">
            <a:spLocks noChangeArrowheads="1"/>
          </p:cNvSpPr>
          <p:nvPr/>
        </p:nvSpPr>
        <p:spPr bwMode="auto">
          <a:xfrm>
            <a:off x="3339405" y="4529733"/>
            <a:ext cx="1219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H:(2,1,2,3)</a:t>
            </a:r>
          </a:p>
        </p:txBody>
      </p:sp>
      <p:sp>
        <p:nvSpPr>
          <p:cNvPr id="120" name="Text Box 118"/>
          <p:cNvSpPr txBox="1">
            <a:spLocks noChangeArrowheads="1"/>
          </p:cNvSpPr>
          <p:nvPr/>
        </p:nvSpPr>
        <p:spPr bwMode="auto">
          <a:xfrm>
            <a:off x="4817368" y="4483695"/>
            <a:ext cx="1130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I:(2,1,3,1)</a:t>
            </a:r>
          </a:p>
        </p:txBody>
      </p:sp>
      <p:sp>
        <p:nvSpPr>
          <p:cNvPr id="121" name="Text Box 119"/>
          <p:cNvSpPr txBox="1">
            <a:spLocks noChangeArrowheads="1"/>
          </p:cNvSpPr>
          <p:nvPr/>
        </p:nvSpPr>
        <p:spPr bwMode="auto">
          <a:xfrm>
            <a:off x="6311205" y="4493220"/>
            <a:ext cx="1155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J:(2,3,1,3)</a:t>
            </a:r>
          </a:p>
        </p:txBody>
      </p:sp>
      <p:sp>
        <p:nvSpPr>
          <p:cNvPr id="122" name="Text Box 120"/>
          <p:cNvSpPr txBox="1">
            <a:spLocks noChangeArrowheads="1"/>
          </p:cNvSpPr>
          <p:nvPr/>
        </p:nvSpPr>
        <p:spPr bwMode="auto">
          <a:xfrm>
            <a:off x="7728843" y="447099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K:(2,3,2,1)</a:t>
            </a:r>
          </a:p>
        </p:txBody>
      </p:sp>
      <p:sp>
        <p:nvSpPr>
          <p:cNvPr id="123" name="Text Box 121"/>
          <p:cNvSpPr txBox="1">
            <a:spLocks noChangeArrowheads="1"/>
          </p:cNvSpPr>
          <p:nvPr/>
        </p:nvSpPr>
        <p:spPr bwMode="auto">
          <a:xfrm>
            <a:off x="9189343" y="4480520"/>
            <a:ext cx="1193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L:(2,3,2,3)</a:t>
            </a:r>
          </a:p>
        </p:txBody>
      </p:sp>
      <p:sp>
        <p:nvSpPr>
          <p:cNvPr id="124" name="Oval 122"/>
          <p:cNvSpPr>
            <a:spLocks noChangeArrowheads="1"/>
          </p:cNvSpPr>
          <p:nvPr/>
        </p:nvSpPr>
        <p:spPr bwMode="auto">
          <a:xfrm>
            <a:off x="1782068" y="50631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25" name="Oval 123"/>
          <p:cNvSpPr>
            <a:spLocks noChangeArrowheads="1"/>
          </p:cNvSpPr>
          <p:nvPr/>
        </p:nvSpPr>
        <p:spPr bwMode="auto">
          <a:xfrm>
            <a:off x="2848868" y="506313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26" name="Oval 124"/>
          <p:cNvSpPr>
            <a:spLocks noChangeArrowheads="1"/>
          </p:cNvSpPr>
          <p:nvPr/>
        </p:nvSpPr>
        <p:spPr bwMode="auto">
          <a:xfrm>
            <a:off x="2848868" y="567273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27" name="Oval 125"/>
          <p:cNvSpPr>
            <a:spLocks noChangeArrowheads="1"/>
          </p:cNvSpPr>
          <p:nvPr/>
        </p:nvSpPr>
        <p:spPr bwMode="auto">
          <a:xfrm>
            <a:off x="1782068" y="567273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28" name="Line 126"/>
          <p:cNvSpPr>
            <a:spLocks noChangeShapeType="1"/>
          </p:cNvSpPr>
          <p:nvPr/>
        </p:nvSpPr>
        <p:spPr bwMode="auto">
          <a:xfrm>
            <a:off x="2086868" y="521553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 name="Line 127"/>
          <p:cNvSpPr>
            <a:spLocks noChangeShapeType="1"/>
          </p:cNvSpPr>
          <p:nvPr/>
        </p:nvSpPr>
        <p:spPr bwMode="auto">
          <a:xfrm>
            <a:off x="2088455" y="58044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0" name="Line 128"/>
          <p:cNvSpPr>
            <a:spLocks noChangeShapeType="1"/>
          </p:cNvSpPr>
          <p:nvPr/>
        </p:nvSpPr>
        <p:spPr bwMode="auto">
          <a:xfrm>
            <a:off x="1923355" y="53679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29"/>
          <p:cNvSpPr>
            <a:spLocks noChangeShapeType="1"/>
          </p:cNvSpPr>
          <p:nvPr/>
        </p:nvSpPr>
        <p:spPr bwMode="auto">
          <a:xfrm>
            <a:off x="3001268" y="53679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 name="Oval 130"/>
          <p:cNvSpPr>
            <a:spLocks noChangeArrowheads="1"/>
          </p:cNvSpPr>
          <p:nvPr/>
        </p:nvSpPr>
        <p:spPr bwMode="auto">
          <a:xfrm>
            <a:off x="3237805" y="5052020"/>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33" name="Oval 131"/>
          <p:cNvSpPr>
            <a:spLocks noChangeArrowheads="1"/>
          </p:cNvSpPr>
          <p:nvPr/>
        </p:nvSpPr>
        <p:spPr bwMode="auto">
          <a:xfrm>
            <a:off x="4304605" y="5052020"/>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34" name="Oval 132"/>
          <p:cNvSpPr>
            <a:spLocks noChangeArrowheads="1"/>
          </p:cNvSpPr>
          <p:nvPr/>
        </p:nvSpPr>
        <p:spPr bwMode="auto">
          <a:xfrm>
            <a:off x="4304605" y="5661620"/>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35" name="Oval 133"/>
          <p:cNvSpPr>
            <a:spLocks noChangeArrowheads="1"/>
          </p:cNvSpPr>
          <p:nvPr/>
        </p:nvSpPr>
        <p:spPr bwMode="auto">
          <a:xfrm>
            <a:off x="3237805" y="5661620"/>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36" name="Line 134"/>
          <p:cNvSpPr>
            <a:spLocks noChangeShapeType="1"/>
          </p:cNvSpPr>
          <p:nvPr/>
        </p:nvSpPr>
        <p:spPr bwMode="auto">
          <a:xfrm>
            <a:off x="3542605" y="52044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35"/>
          <p:cNvSpPr>
            <a:spLocks noChangeShapeType="1"/>
          </p:cNvSpPr>
          <p:nvPr/>
        </p:nvSpPr>
        <p:spPr bwMode="auto">
          <a:xfrm>
            <a:off x="3544193" y="579338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Line 136"/>
          <p:cNvSpPr>
            <a:spLocks noChangeShapeType="1"/>
          </p:cNvSpPr>
          <p:nvPr/>
        </p:nvSpPr>
        <p:spPr bwMode="auto">
          <a:xfrm>
            <a:off x="3379093" y="535682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9" name="Line 137"/>
          <p:cNvSpPr>
            <a:spLocks noChangeShapeType="1"/>
          </p:cNvSpPr>
          <p:nvPr/>
        </p:nvSpPr>
        <p:spPr bwMode="auto">
          <a:xfrm>
            <a:off x="4457005" y="535682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0" name="Oval 138"/>
          <p:cNvSpPr>
            <a:spLocks noChangeArrowheads="1"/>
          </p:cNvSpPr>
          <p:nvPr/>
        </p:nvSpPr>
        <p:spPr bwMode="auto">
          <a:xfrm>
            <a:off x="4712593" y="50504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41" name="Oval 139"/>
          <p:cNvSpPr>
            <a:spLocks noChangeArrowheads="1"/>
          </p:cNvSpPr>
          <p:nvPr/>
        </p:nvSpPr>
        <p:spPr bwMode="auto">
          <a:xfrm>
            <a:off x="5779393" y="505043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42" name="Oval 140"/>
          <p:cNvSpPr>
            <a:spLocks noChangeArrowheads="1"/>
          </p:cNvSpPr>
          <p:nvPr/>
        </p:nvSpPr>
        <p:spPr bwMode="auto">
          <a:xfrm>
            <a:off x="5779393" y="56600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43" name="Oval 141"/>
          <p:cNvSpPr>
            <a:spLocks noChangeArrowheads="1"/>
          </p:cNvSpPr>
          <p:nvPr/>
        </p:nvSpPr>
        <p:spPr bwMode="auto">
          <a:xfrm>
            <a:off x="4712593" y="566003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44" name="Line 142"/>
          <p:cNvSpPr>
            <a:spLocks noChangeShapeType="1"/>
          </p:cNvSpPr>
          <p:nvPr/>
        </p:nvSpPr>
        <p:spPr bwMode="auto">
          <a:xfrm>
            <a:off x="5017393" y="520283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5" name="Line 143"/>
          <p:cNvSpPr>
            <a:spLocks noChangeShapeType="1"/>
          </p:cNvSpPr>
          <p:nvPr/>
        </p:nvSpPr>
        <p:spPr bwMode="auto">
          <a:xfrm>
            <a:off x="5018980" y="57917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4"/>
          <p:cNvSpPr>
            <a:spLocks noChangeShapeType="1"/>
          </p:cNvSpPr>
          <p:nvPr/>
        </p:nvSpPr>
        <p:spPr bwMode="auto">
          <a:xfrm>
            <a:off x="4853880"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Line 145"/>
          <p:cNvSpPr>
            <a:spLocks noChangeShapeType="1"/>
          </p:cNvSpPr>
          <p:nvPr/>
        </p:nvSpPr>
        <p:spPr bwMode="auto">
          <a:xfrm>
            <a:off x="5931793"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8" name="Oval 146"/>
          <p:cNvSpPr>
            <a:spLocks noChangeArrowheads="1"/>
          </p:cNvSpPr>
          <p:nvPr/>
        </p:nvSpPr>
        <p:spPr bwMode="auto">
          <a:xfrm>
            <a:off x="6152455" y="50504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49" name="Oval 147"/>
          <p:cNvSpPr>
            <a:spLocks noChangeArrowheads="1"/>
          </p:cNvSpPr>
          <p:nvPr/>
        </p:nvSpPr>
        <p:spPr bwMode="auto">
          <a:xfrm>
            <a:off x="7219255" y="505043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50" name="Oval 148"/>
          <p:cNvSpPr>
            <a:spLocks noChangeArrowheads="1"/>
          </p:cNvSpPr>
          <p:nvPr/>
        </p:nvSpPr>
        <p:spPr bwMode="auto">
          <a:xfrm>
            <a:off x="7219255" y="566003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51" name="Oval 149"/>
          <p:cNvSpPr>
            <a:spLocks noChangeArrowheads="1"/>
          </p:cNvSpPr>
          <p:nvPr/>
        </p:nvSpPr>
        <p:spPr bwMode="auto">
          <a:xfrm>
            <a:off x="6152455" y="566003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52" name="Line 150"/>
          <p:cNvSpPr>
            <a:spLocks noChangeShapeType="1"/>
          </p:cNvSpPr>
          <p:nvPr/>
        </p:nvSpPr>
        <p:spPr bwMode="auto">
          <a:xfrm>
            <a:off x="6457255" y="520283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3" name="Line 151"/>
          <p:cNvSpPr>
            <a:spLocks noChangeShapeType="1"/>
          </p:cNvSpPr>
          <p:nvPr/>
        </p:nvSpPr>
        <p:spPr bwMode="auto">
          <a:xfrm>
            <a:off x="6458843" y="57917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4" name="Line 152"/>
          <p:cNvSpPr>
            <a:spLocks noChangeShapeType="1"/>
          </p:cNvSpPr>
          <p:nvPr/>
        </p:nvSpPr>
        <p:spPr bwMode="auto">
          <a:xfrm>
            <a:off x="6293743"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5" name="Line 153"/>
          <p:cNvSpPr>
            <a:spLocks noChangeShapeType="1"/>
          </p:cNvSpPr>
          <p:nvPr/>
        </p:nvSpPr>
        <p:spPr bwMode="auto">
          <a:xfrm>
            <a:off x="7371655"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6" name="Oval 154"/>
          <p:cNvSpPr>
            <a:spLocks noChangeArrowheads="1"/>
          </p:cNvSpPr>
          <p:nvPr/>
        </p:nvSpPr>
        <p:spPr bwMode="auto">
          <a:xfrm>
            <a:off x="7589143" y="50504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57" name="Oval 155"/>
          <p:cNvSpPr>
            <a:spLocks noChangeArrowheads="1"/>
          </p:cNvSpPr>
          <p:nvPr/>
        </p:nvSpPr>
        <p:spPr bwMode="auto">
          <a:xfrm>
            <a:off x="8655943" y="5050433"/>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58" name="Oval 156"/>
          <p:cNvSpPr>
            <a:spLocks noChangeArrowheads="1"/>
          </p:cNvSpPr>
          <p:nvPr/>
        </p:nvSpPr>
        <p:spPr bwMode="auto">
          <a:xfrm>
            <a:off x="8655943" y="5660033"/>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59" name="Oval 157"/>
          <p:cNvSpPr>
            <a:spLocks noChangeArrowheads="1"/>
          </p:cNvSpPr>
          <p:nvPr/>
        </p:nvSpPr>
        <p:spPr bwMode="auto">
          <a:xfrm>
            <a:off x="7589143" y="5660033"/>
            <a:ext cx="304800" cy="304800"/>
          </a:xfrm>
          <a:prstGeom prst="ellipse">
            <a:avLst/>
          </a:prstGeom>
          <a:solidFill>
            <a:schemeClr val="accent1"/>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60" name="Line 158"/>
          <p:cNvSpPr>
            <a:spLocks noChangeShapeType="1"/>
          </p:cNvSpPr>
          <p:nvPr/>
        </p:nvSpPr>
        <p:spPr bwMode="auto">
          <a:xfrm>
            <a:off x="7893943" y="520283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1" name="Line 159"/>
          <p:cNvSpPr>
            <a:spLocks noChangeShapeType="1"/>
          </p:cNvSpPr>
          <p:nvPr/>
        </p:nvSpPr>
        <p:spPr bwMode="auto">
          <a:xfrm>
            <a:off x="7895530" y="5791795"/>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2" name="Line 160"/>
          <p:cNvSpPr>
            <a:spLocks noChangeShapeType="1"/>
          </p:cNvSpPr>
          <p:nvPr/>
        </p:nvSpPr>
        <p:spPr bwMode="auto">
          <a:xfrm>
            <a:off x="7730430"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3" name="Line 161"/>
          <p:cNvSpPr>
            <a:spLocks noChangeShapeType="1"/>
          </p:cNvSpPr>
          <p:nvPr/>
        </p:nvSpPr>
        <p:spPr bwMode="auto">
          <a:xfrm>
            <a:off x="8808343" y="5355233"/>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4" name="Oval 162"/>
          <p:cNvSpPr>
            <a:spLocks noChangeArrowheads="1"/>
          </p:cNvSpPr>
          <p:nvPr/>
        </p:nvSpPr>
        <p:spPr bwMode="auto">
          <a:xfrm>
            <a:off x="9044880" y="5039320"/>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1</a:t>
            </a:r>
          </a:p>
        </p:txBody>
      </p:sp>
      <p:sp>
        <p:nvSpPr>
          <p:cNvPr id="165" name="Oval 163"/>
          <p:cNvSpPr>
            <a:spLocks noChangeArrowheads="1"/>
          </p:cNvSpPr>
          <p:nvPr/>
        </p:nvSpPr>
        <p:spPr bwMode="auto">
          <a:xfrm>
            <a:off x="10111680" y="5039320"/>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2</a:t>
            </a:r>
          </a:p>
        </p:txBody>
      </p:sp>
      <p:sp>
        <p:nvSpPr>
          <p:cNvPr id="166" name="Oval 164"/>
          <p:cNvSpPr>
            <a:spLocks noChangeArrowheads="1"/>
          </p:cNvSpPr>
          <p:nvPr/>
        </p:nvSpPr>
        <p:spPr bwMode="auto">
          <a:xfrm>
            <a:off x="10111680" y="5648920"/>
            <a:ext cx="304800" cy="304800"/>
          </a:xfrm>
          <a:prstGeom prst="ellipse">
            <a:avLst/>
          </a:prstGeom>
          <a:solidFill>
            <a:srgbClr val="FFFF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3</a:t>
            </a:r>
          </a:p>
        </p:txBody>
      </p:sp>
      <p:sp>
        <p:nvSpPr>
          <p:cNvPr id="167" name="Oval 165"/>
          <p:cNvSpPr>
            <a:spLocks noChangeArrowheads="1"/>
          </p:cNvSpPr>
          <p:nvPr/>
        </p:nvSpPr>
        <p:spPr bwMode="auto">
          <a:xfrm>
            <a:off x="9044880" y="5648920"/>
            <a:ext cx="304800" cy="304800"/>
          </a:xfrm>
          <a:prstGeom prst="ellipse">
            <a:avLst/>
          </a:prstGeom>
          <a:solidFill>
            <a:srgbClr val="FF0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800" b="1"/>
              <a:t>4</a:t>
            </a:r>
          </a:p>
        </p:txBody>
      </p:sp>
      <p:sp>
        <p:nvSpPr>
          <p:cNvPr id="168" name="Line 166"/>
          <p:cNvSpPr>
            <a:spLocks noChangeShapeType="1"/>
          </p:cNvSpPr>
          <p:nvPr/>
        </p:nvSpPr>
        <p:spPr bwMode="auto">
          <a:xfrm>
            <a:off x="9349680" y="5191720"/>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9" name="Line 167"/>
          <p:cNvSpPr>
            <a:spLocks noChangeShapeType="1"/>
          </p:cNvSpPr>
          <p:nvPr/>
        </p:nvSpPr>
        <p:spPr bwMode="auto">
          <a:xfrm>
            <a:off x="9351268" y="5780683"/>
            <a:ext cx="7620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0" name="Line 168"/>
          <p:cNvSpPr>
            <a:spLocks noChangeShapeType="1"/>
          </p:cNvSpPr>
          <p:nvPr/>
        </p:nvSpPr>
        <p:spPr bwMode="auto">
          <a:xfrm>
            <a:off x="9186168" y="534412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1" name="Line 169"/>
          <p:cNvSpPr>
            <a:spLocks noChangeShapeType="1"/>
          </p:cNvSpPr>
          <p:nvPr/>
        </p:nvSpPr>
        <p:spPr bwMode="auto">
          <a:xfrm>
            <a:off x="10264080" y="5344120"/>
            <a:ext cx="0" cy="304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2" name="Text Box 170"/>
          <p:cNvSpPr txBox="1">
            <a:spLocks noChangeArrowheads="1"/>
          </p:cNvSpPr>
          <p:nvPr/>
        </p:nvSpPr>
        <p:spPr bwMode="auto">
          <a:xfrm>
            <a:off x="1893193" y="5933083"/>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M:(3,1,2,1)</a:t>
            </a:r>
          </a:p>
        </p:txBody>
      </p:sp>
      <p:sp>
        <p:nvSpPr>
          <p:cNvPr id="173" name="Text Box 171"/>
          <p:cNvSpPr txBox="1">
            <a:spLocks noChangeArrowheads="1"/>
          </p:cNvSpPr>
          <p:nvPr/>
        </p:nvSpPr>
        <p:spPr bwMode="auto">
          <a:xfrm>
            <a:off x="3353693" y="5942608"/>
            <a:ext cx="1206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N:(3,1,3,1)</a:t>
            </a:r>
          </a:p>
        </p:txBody>
      </p:sp>
      <p:sp>
        <p:nvSpPr>
          <p:cNvPr id="174" name="Text Box 172"/>
          <p:cNvSpPr txBox="1">
            <a:spLocks noChangeArrowheads="1"/>
          </p:cNvSpPr>
          <p:nvPr/>
        </p:nvSpPr>
        <p:spPr bwMode="auto">
          <a:xfrm>
            <a:off x="4831655" y="589657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O:(3,1,3,2)</a:t>
            </a:r>
          </a:p>
        </p:txBody>
      </p:sp>
      <p:sp>
        <p:nvSpPr>
          <p:cNvPr id="175" name="Text Box 173"/>
          <p:cNvSpPr txBox="1">
            <a:spLocks noChangeArrowheads="1"/>
          </p:cNvSpPr>
          <p:nvPr/>
        </p:nvSpPr>
        <p:spPr bwMode="auto">
          <a:xfrm>
            <a:off x="6325493" y="5906095"/>
            <a:ext cx="1181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P:(3,2,1,2)</a:t>
            </a:r>
          </a:p>
        </p:txBody>
      </p:sp>
      <p:sp>
        <p:nvSpPr>
          <p:cNvPr id="176" name="Text Box 174"/>
          <p:cNvSpPr txBox="1">
            <a:spLocks noChangeArrowheads="1"/>
          </p:cNvSpPr>
          <p:nvPr/>
        </p:nvSpPr>
        <p:spPr bwMode="auto">
          <a:xfrm>
            <a:off x="7743130" y="588387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Q:(3,2,3,1)</a:t>
            </a:r>
          </a:p>
        </p:txBody>
      </p:sp>
      <p:sp>
        <p:nvSpPr>
          <p:cNvPr id="177" name="Text Box 175"/>
          <p:cNvSpPr txBox="1">
            <a:spLocks noChangeArrowheads="1"/>
          </p:cNvSpPr>
          <p:nvPr/>
        </p:nvSpPr>
        <p:spPr bwMode="auto">
          <a:xfrm>
            <a:off x="9203630" y="5893395"/>
            <a:ext cx="1206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800" b="1"/>
              <a:t>R:(3,2,3,2)</a:t>
            </a:r>
          </a:p>
        </p:txBody>
      </p:sp>
      <p:sp>
        <p:nvSpPr>
          <p:cNvPr id="178" name="Text Box 176"/>
          <p:cNvSpPr txBox="1">
            <a:spLocks noChangeArrowheads="1"/>
          </p:cNvSpPr>
          <p:nvPr/>
        </p:nvSpPr>
        <p:spPr bwMode="auto">
          <a:xfrm>
            <a:off x="6084218" y="166079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1</a:t>
            </a:r>
          </a:p>
        </p:txBody>
      </p:sp>
      <p:sp>
        <p:nvSpPr>
          <p:cNvPr id="179" name="Text Box 177"/>
          <p:cNvSpPr txBox="1">
            <a:spLocks noChangeArrowheads="1"/>
          </p:cNvSpPr>
          <p:nvPr/>
        </p:nvSpPr>
        <p:spPr bwMode="auto">
          <a:xfrm>
            <a:off x="7214518" y="169413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2</a:t>
            </a:r>
          </a:p>
        </p:txBody>
      </p:sp>
      <p:sp>
        <p:nvSpPr>
          <p:cNvPr id="180" name="Text Box 178"/>
          <p:cNvSpPr txBox="1">
            <a:spLocks noChangeArrowheads="1"/>
          </p:cNvSpPr>
          <p:nvPr/>
        </p:nvSpPr>
        <p:spPr bwMode="auto">
          <a:xfrm>
            <a:off x="8317830" y="167191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800"/>
              <a:t>3</a:t>
            </a:r>
          </a:p>
        </p:txBody>
      </p:sp>
    </p:spTree>
    <p:extLst>
      <p:ext uri="{BB962C8B-B14F-4D97-AF65-F5344CB8AC3E}">
        <p14:creationId xmlns:p14="http://schemas.microsoft.com/office/powerpoint/2010/main" val="40131730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38</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smtClean="0"/>
              <a:t>算法</a:t>
            </a:r>
            <a:r>
              <a:rPr lang="zh-CN" altLang="en-US" dirty="0"/>
              <a:t>（递归</a:t>
            </a:r>
            <a:r>
              <a:rPr lang="zh-CN" altLang="en-US" dirty="0" smtClean="0"/>
              <a:t>）</a:t>
            </a:r>
            <a:endParaRPr lang="en-US" altLang="zh-CN" dirty="0" smtClean="0"/>
          </a:p>
          <a:p>
            <a:pPr lvl="1"/>
            <a:r>
              <a:rPr lang="en-US" altLang="zh-CN" b="1" dirty="0">
                <a:latin typeface="Times New Roman" panose="02020603050405020304" pitchFamily="18" charset="0"/>
                <a:cs typeface="Times New Roman" panose="02020603050405020304" pitchFamily="18" charset="0"/>
              </a:rPr>
              <a:t>Coloring(</a:t>
            </a:r>
            <a:r>
              <a:rPr lang="en-US" altLang="zh-CN" b="1" dirty="0" err="1">
                <a:latin typeface="Times New Roman" panose="02020603050405020304" pitchFamily="18" charset="0"/>
                <a:cs typeface="Times New Roman" panose="02020603050405020304" pitchFamily="18" charset="0"/>
              </a:rPr>
              <a:t>n,m,a</a:t>
            </a:r>
            <a:r>
              <a:rPr lang="en-US" altLang="zh-CN" b="1" dirty="0">
                <a:latin typeface="Times New Roman" panose="02020603050405020304" pitchFamily="18" charset="0"/>
                <a:cs typeface="Times New Roman" panose="02020603050405020304" pitchFamily="18" charset="0"/>
              </a:rPr>
              <a:t>[][])</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5760" y="1336698"/>
            <a:ext cx="7974346" cy="4753936"/>
          </a:xfrm>
          <a:prstGeom prst="rect">
            <a:avLst/>
          </a:prstGeom>
        </p:spPr>
      </p:pic>
    </p:spTree>
    <p:extLst>
      <p:ext uri="{BB962C8B-B14F-4D97-AF65-F5344CB8AC3E}">
        <p14:creationId xmlns:p14="http://schemas.microsoft.com/office/powerpoint/2010/main" val="31793980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39</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mc:AlternateContent xmlns:mc="http://schemas.openxmlformats.org/markup-compatibility/2006" xmlns:a14="http://schemas.microsoft.com/office/drawing/2010/main">
        <mc:Choice Requires="a14">
          <p:sp>
            <p:nvSpPr>
              <p:cNvPr id="4" name="文本占位符 3"/>
              <p:cNvSpPr>
                <a:spLocks noGrp="1"/>
              </p:cNvSpPr>
              <p:nvPr>
                <p:ph type="body" sz="quarter" idx="14"/>
              </p:nvPr>
            </p:nvSpPr>
            <p:spPr/>
            <p:txBody>
              <a:bodyPr/>
              <a:lstStyle/>
              <a:p>
                <a:r>
                  <a:rPr lang="zh-CN" altLang="en-US" dirty="0"/>
                  <a:t>算法（递归）</a:t>
                </a:r>
                <a:endParaRPr lang="en-US" altLang="zh-CN" dirty="0"/>
              </a:p>
              <a:p>
                <a:pPr lvl="1"/>
                <a:r>
                  <a:rPr lang="zh-CN" altLang="en-US" dirty="0">
                    <a:latin typeface="Times New Roman" panose="02020603050405020304" pitchFamily="18" charset="0"/>
                    <a:cs typeface="Times New Roman" panose="02020603050405020304" pitchFamily="18" charset="0"/>
                  </a:rPr>
                  <a:t>递归回溯</a:t>
                </a:r>
                <a:endParaRPr lang="en-US" altLang="zh-CN" dirty="0">
                  <a:latin typeface="Times New Roman" panose="02020603050405020304" pitchFamily="18" charset="0"/>
                  <a:cs typeface="Times New Roman" panose="02020603050405020304" pitchFamily="18" charset="0"/>
                </a:endParaRPr>
              </a:p>
              <a:p>
                <a:pPr lvl="2"/>
                <a:r>
                  <a:rPr lang="en-US" altLang="zh-CN" dirty="0">
                    <a:latin typeface="Times New Roman" panose="02020603050405020304" pitchFamily="18" charset="0"/>
                    <a:cs typeface="Times New Roman" panose="02020603050405020304" pitchFamily="18" charset="0"/>
                  </a:rPr>
                  <a:t>Backtrack(t)</a:t>
                </a:r>
              </a:p>
              <a:p>
                <a:pPr lvl="2"/>
                <a:endParaRPr lang="en-US" altLang="zh-CN" dirty="0">
                  <a:latin typeface="Times New Roman" panose="02020603050405020304" pitchFamily="18" charset="0"/>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lvl="2"/>
                <a:r>
                  <a:rPr lang="en-US" altLang="zh-CN" dirty="0">
                    <a:latin typeface="Times New Roman" panose="02020603050405020304" pitchFamily="18" charset="0"/>
                    <a:cs typeface="Times New Roman" panose="02020603050405020304" pitchFamily="18" charset="0"/>
                  </a:rPr>
                  <a:t>T(n)=</a:t>
                </a:r>
                <a:r>
                  <a:rPr lang="en-US" altLang="zh-CN" dirty="0" smtClean="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CN" i="1">
                            <a:latin typeface="Cambria Math" panose="02040503050406030204" pitchFamily="18" charset="0"/>
                            <a:cs typeface="Times New Roman" panose="02020603050405020304" pitchFamily="18" charset="0"/>
                          </a:rPr>
                        </m:ctrlPr>
                      </m:sSupPr>
                      <m:e>
                        <m:r>
                          <m:rPr>
                            <m:sty m:val="p"/>
                          </m:rPr>
                          <a:rPr lang="en-US" altLang="zh-CN" i="1">
                            <a:latin typeface="Cambria Math" panose="02040503050406030204" pitchFamily="18" charset="0"/>
                            <a:cs typeface="Times New Roman" panose="02020603050405020304" pitchFamily="18" charset="0"/>
                          </a:rPr>
                          <m:t>m</m:t>
                        </m:r>
                      </m:e>
                      <m:sup>
                        <m:r>
                          <a:rPr lang="en-US" altLang="zh-CN" i="1">
                            <a:latin typeface="Cambria Math" panose="02040503050406030204" pitchFamily="18" charset="0"/>
                            <a:cs typeface="Times New Roman" panose="02020603050405020304" pitchFamily="18" charset="0"/>
                          </a:rPr>
                          <m:t>𝑛</m:t>
                        </m:r>
                      </m:sup>
                    </m:sSup>
                  </m:oMath>
                </a14:m>
                <a:r>
                  <a:rPr lang="en-US" altLang="zh-CN" dirty="0" smtClean="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4" name="文本占位符 3"/>
              <p:cNvSpPr>
                <a:spLocks noGrp="1" noRot="1" noChangeAspect="1" noMove="1" noResize="1" noEditPoints="1" noAdjustHandles="1" noChangeArrowheads="1" noChangeShapeType="1" noTextEdit="1"/>
              </p:cNvSpPr>
              <p:nvPr>
                <p:ph type="body" sz="quarter" idx="14"/>
              </p:nvPr>
            </p:nvSpPr>
            <p:spPr>
              <a:blipFill rotWithShape="0">
                <a:blip r:embed="rId2"/>
                <a:stretch>
                  <a:fillRect l="-110" t="-1154"/>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5380" y="1052438"/>
            <a:ext cx="8448351" cy="5184874"/>
          </a:xfrm>
          <a:prstGeom prst="rect">
            <a:avLst/>
          </a:prstGeom>
        </p:spPr>
      </p:pic>
    </p:spTree>
    <p:extLst>
      <p:ext uri="{BB962C8B-B14F-4D97-AF65-F5344CB8AC3E}">
        <p14:creationId xmlns:p14="http://schemas.microsoft.com/office/powerpoint/2010/main" val="4839777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40</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pPr lvl="1"/>
            <a:r>
              <a:rPr lang="zh-CN" altLang="en-US" dirty="0" smtClean="0">
                <a:latin typeface="Times New Roman" panose="02020603050405020304" pitchFamily="18" charset="0"/>
                <a:cs typeface="Times New Roman" panose="02020603050405020304" pitchFamily="18" charset="0"/>
              </a:rPr>
              <a:t>约束判断</a:t>
            </a:r>
            <a:r>
              <a:rPr lang="en-US" altLang="zh-CN" dirty="0" smtClean="0">
                <a:latin typeface="Times New Roman" panose="02020603050405020304" pitchFamily="18" charset="0"/>
                <a:cs typeface="Times New Roman" panose="02020603050405020304" pitchFamily="18" charset="0"/>
              </a:rPr>
              <a:t>place(t</a:t>
            </a:r>
            <a:r>
              <a:rPr lang="en-US" altLang="zh-CN" dirty="0">
                <a:latin typeface="Times New Roman" panose="02020603050405020304" pitchFamily="18" charset="0"/>
                <a:cs typeface="Times New Roman" panose="02020603050405020304" pitchFamily="18" charset="0"/>
              </a:rPr>
              <a: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40" y="1916832"/>
            <a:ext cx="10371309" cy="3312368"/>
          </a:xfrm>
          <a:prstGeom prst="rect">
            <a:avLst/>
          </a:prstGeom>
        </p:spPr>
      </p:pic>
    </p:spTree>
    <p:extLst>
      <p:ext uri="{BB962C8B-B14F-4D97-AF65-F5344CB8AC3E}">
        <p14:creationId xmlns:p14="http://schemas.microsoft.com/office/powerpoint/2010/main" val="19352441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41</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smtClean="0"/>
              <a:t>平面图着色</a:t>
            </a:r>
            <a:r>
              <a:rPr lang="en-US" altLang="zh-CN" dirty="0" smtClean="0"/>
              <a:t>(</a:t>
            </a:r>
            <a:r>
              <a:rPr lang="zh-CN" altLang="en-US" dirty="0" smtClean="0"/>
              <a:t>作业</a:t>
            </a:r>
            <a:r>
              <a:rPr lang="en-US" altLang="zh-CN" dirty="0" smtClean="0"/>
              <a:t>2</a:t>
            </a:r>
            <a:r>
              <a:rPr lang="zh-CN" altLang="en-US" dirty="0" smtClean="0"/>
              <a:t>，实现</a:t>
            </a:r>
            <a:r>
              <a:rPr lang="en-US" altLang="zh-CN" dirty="0" smtClean="0"/>
              <a:t>)</a:t>
            </a:r>
            <a:endParaRPr lang="zh-CN" altLang="en-US" dirty="0"/>
          </a:p>
        </p:txBody>
      </p:sp>
      <p:graphicFrame>
        <p:nvGraphicFramePr>
          <p:cNvPr id="5" name="Object 30"/>
          <p:cNvGraphicFramePr>
            <a:graphicFrameLocks noChangeAspect="1"/>
          </p:cNvGraphicFramePr>
          <p:nvPr>
            <p:extLst>
              <p:ext uri="{D42A27DB-BD31-4B8C-83A1-F6EECF244321}">
                <p14:modId xmlns:p14="http://schemas.microsoft.com/office/powerpoint/2010/main" val="2699381088"/>
              </p:ext>
            </p:extLst>
          </p:nvPr>
        </p:nvGraphicFramePr>
        <p:xfrm>
          <a:off x="866773" y="1925960"/>
          <a:ext cx="5067300" cy="1143000"/>
        </p:xfrm>
        <a:graphic>
          <a:graphicData uri="http://schemas.openxmlformats.org/presentationml/2006/ole">
            <mc:AlternateContent xmlns:mc="http://schemas.openxmlformats.org/markup-compatibility/2006">
              <mc:Choice xmlns:v="urn:schemas-microsoft-com:vml" Requires="v">
                <p:oleObj spid="_x0000_s1114" name="位图图像" r:id="rId3" imgW="5068007" imgH="1142857" progId="Paint.Picture">
                  <p:embed/>
                </p:oleObj>
              </mc:Choice>
              <mc:Fallback>
                <p:oleObj name="位图图像" r:id="rId3" imgW="5068007" imgH="114285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3" y="1925960"/>
                        <a:ext cx="50673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39"/>
          <p:cNvGrpSpPr>
            <a:grpSpLocks/>
          </p:cNvGrpSpPr>
          <p:nvPr/>
        </p:nvGrpSpPr>
        <p:grpSpPr bwMode="auto">
          <a:xfrm>
            <a:off x="5435078" y="2492896"/>
            <a:ext cx="5629474" cy="3312368"/>
            <a:chOff x="908" y="1785"/>
            <a:chExt cx="3909" cy="2151"/>
          </a:xfrm>
        </p:grpSpPr>
        <p:sp>
          <p:nvSpPr>
            <p:cNvPr id="7" name="Oval 16"/>
            <p:cNvSpPr>
              <a:spLocks noChangeArrowheads="1"/>
            </p:cNvSpPr>
            <p:nvPr/>
          </p:nvSpPr>
          <p:spPr bwMode="auto">
            <a:xfrm>
              <a:off x="1896" y="1785"/>
              <a:ext cx="192" cy="192"/>
            </a:xfrm>
            <a:prstGeom prst="ellipse">
              <a:avLst/>
            </a:prstGeom>
            <a:solidFill>
              <a:srgbClr val="C0C0C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dirty="0"/>
                <a:t>1</a:t>
              </a:r>
            </a:p>
          </p:txBody>
        </p:sp>
        <p:sp>
          <p:nvSpPr>
            <p:cNvPr id="8" name="Oval 17"/>
            <p:cNvSpPr>
              <a:spLocks noChangeArrowheads="1"/>
            </p:cNvSpPr>
            <p:nvPr/>
          </p:nvSpPr>
          <p:spPr bwMode="auto">
            <a:xfrm>
              <a:off x="922" y="2528"/>
              <a:ext cx="192" cy="192"/>
            </a:xfrm>
            <a:prstGeom prst="ellipse">
              <a:avLst/>
            </a:prstGeom>
            <a:solidFill>
              <a:srgbClr val="00808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dirty="0">
                  <a:solidFill>
                    <a:srgbClr val="FF3300"/>
                  </a:solidFill>
                </a:rPr>
                <a:t>2</a:t>
              </a:r>
            </a:p>
          </p:txBody>
        </p:sp>
        <p:sp>
          <p:nvSpPr>
            <p:cNvPr id="9" name="Oval 18"/>
            <p:cNvSpPr>
              <a:spLocks noChangeArrowheads="1"/>
            </p:cNvSpPr>
            <p:nvPr/>
          </p:nvSpPr>
          <p:spPr bwMode="auto">
            <a:xfrm>
              <a:off x="2886" y="2555"/>
              <a:ext cx="192" cy="192"/>
            </a:xfrm>
            <a:prstGeom prst="ellipse">
              <a:avLst/>
            </a:prstGeom>
            <a:solidFill>
              <a:srgbClr val="8080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solidFill>
                    <a:srgbClr val="FFFF00"/>
                  </a:solidFill>
                </a:rPr>
                <a:t>5</a:t>
              </a:r>
            </a:p>
          </p:txBody>
        </p:sp>
        <p:sp>
          <p:nvSpPr>
            <p:cNvPr id="10" name="Oval 19"/>
            <p:cNvSpPr>
              <a:spLocks noChangeArrowheads="1"/>
            </p:cNvSpPr>
            <p:nvPr/>
          </p:nvSpPr>
          <p:spPr bwMode="auto">
            <a:xfrm>
              <a:off x="908" y="3738"/>
              <a:ext cx="192" cy="192"/>
            </a:xfrm>
            <a:prstGeom prst="ellipse">
              <a:avLst/>
            </a:prstGeom>
            <a:solidFill>
              <a:srgbClr val="C0C0C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t>3</a:t>
              </a:r>
            </a:p>
          </p:txBody>
        </p:sp>
        <p:sp>
          <p:nvSpPr>
            <p:cNvPr id="11" name="Oval 20"/>
            <p:cNvSpPr>
              <a:spLocks noChangeArrowheads="1"/>
            </p:cNvSpPr>
            <p:nvPr/>
          </p:nvSpPr>
          <p:spPr bwMode="auto">
            <a:xfrm>
              <a:off x="2880" y="3744"/>
              <a:ext cx="192" cy="192"/>
            </a:xfrm>
            <a:prstGeom prst="ellipse">
              <a:avLst/>
            </a:prstGeom>
            <a:solidFill>
              <a:srgbClr val="00808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a:solidFill>
                    <a:srgbClr val="FF3300"/>
                  </a:solidFill>
                </a:rPr>
                <a:t>4</a:t>
              </a:r>
            </a:p>
          </p:txBody>
        </p:sp>
        <p:sp>
          <p:nvSpPr>
            <p:cNvPr id="12" name="Oval 21"/>
            <p:cNvSpPr>
              <a:spLocks noChangeArrowheads="1"/>
            </p:cNvSpPr>
            <p:nvPr/>
          </p:nvSpPr>
          <p:spPr bwMode="auto">
            <a:xfrm>
              <a:off x="4625" y="2547"/>
              <a:ext cx="192" cy="192"/>
            </a:xfrm>
            <a:prstGeom prst="ellipse">
              <a:avLst/>
            </a:prstGeom>
            <a:solidFill>
              <a:srgbClr val="FF9900"/>
            </a:solidFill>
            <a:ln w="2857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b="1" dirty="0">
                  <a:solidFill>
                    <a:schemeClr val="accent2"/>
                  </a:solidFill>
                </a:rPr>
                <a:t>6</a:t>
              </a:r>
            </a:p>
          </p:txBody>
        </p:sp>
        <p:sp>
          <p:nvSpPr>
            <p:cNvPr id="13" name="Line 28"/>
            <p:cNvSpPr>
              <a:spLocks noChangeShapeType="1"/>
            </p:cNvSpPr>
            <p:nvPr/>
          </p:nvSpPr>
          <p:spPr bwMode="auto">
            <a:xfrm flipH="1">
              <a:off x="1073" y="1923"/>
              <a:ext cx="816" cy="62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29"/>
            <p:cNvSpPr>
              <a:spLocks noChangeShapeType="1"/>
            </p:cNvSpPr>
            <p:nvPr/>
          </p:nvSpPr>
          <p:spPr bwMode="auto">
            <a:xfrm>
              <a:off x="2108" y="1902"/>
              <a:ext cx="837" cy="64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31"/>
            <p:cNvSpPr>
              <a:spLocks noChangeShapeType="1"/>
            </p:cNvSpPr>
            <p:nvPr/>
          </p:nvSpPr>
          <p:spPr bwMode="auto">
            <a:xfrm>
              <a:off x="1004" y="2725"/>
              <a:ext cx="0" cy="100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32"/>
            <p:cNvSpPr>
              <a:spLocks noChangeShapeType="1"/>
            </p:cNvSpPr>
            <p:nvPr/>
          </p:nvSpPr>
          <p:spPr bwMode="auto">
            <a:xfrm>
              <a:off x="1121" y="2643"/>
              <a:ext cx="172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33"/>
            <p:cNvSpPr>
              <a:spLocks noChangeShapeType="1"/>
            </p:cNvSpPr>
            <p:nvPr/>
          </p:nvSpPr>
          <p:spPr bwMode="auto">
            <a:xfrm flipV="1">
              <a:off x="1114" y="3843"/>
              <a:ext cx="1735"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34"/>
            <p:cNvSpPr>
              <a:spLocks noChangeShapeType="1"/>
            </p:cNvSpPr>
            <p:nvPr/>
          </p:nvSpPr>
          <p:spPr bwMode="auto">
            <a:xfrm>
              <a:off x="2979" y="2739"/>
              <a:ext cx="0" cy="100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35"/>
            <p:cNvSpPr>
              <a:spLocks noChangeShapeType="1"/>
            </p:cNvSpPr>
            <p:nvPr/>
          </p:nvSpPr>
          <p:spPr bwMode="auto">
            <a:xfrm flipV="1">
              <a:off x="1073" y="2691"/>
              <a:ext cx="1824" cy="105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36"/>
            <p:cNvSpPr>
              <a:spLocks noChangeShapeType="1"/>
            </p:cNvSpPr>
            <p:nvPr/>
          </p:nvSpPr>
          <p:spPr bwMode="auto">
            <a:xfrm>
              <a:off x="3089" y="2643"/>
              <a:ext cx="15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1" name="Line 37"/>
            <p:cNvSpPr>
              <a:spLocks noChangeShapeType="1"/>
            </p:cNvSpPr>
            <p:nvPr/>
          </p:nvSpPr>
          <p:spPr bwMode="auto">
            <a:xfrm flipV="1">
              <a:off x="1087" y="2691"/>
              <a:ext cx="3538" cy="109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38"/>
            <p:cNvSpPr>
              <a:spLocks noChangeShapeType="1"/>
            </p:cNvSpPr>
            <p:nvPr/>
          </p:nvSpPr>
          <p:spPr bwMode="auto">
            <a:xfrm flipV="1">
              <a:off x="3055" y="2739"/>
              <a:ext cx="1618" cy="1049"/>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24879564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42</a:t>
            </a:fld>
            <a:endParaRPr lang="zh-CN" altLang="en-US" dirty="0"/>
          </a:p>
        </p:txBody>
      </p:sp>
      <p:sp>
        <p:nvSpPr>
          <p:cNvPr id="3" name="标题 2"/>
          <p:cNvSpPr>
            <a:spLocks noGrp="1"/>
          </p:cNvSpPr>
          <p:nvPr>
            <p:ph type="ctrTitle"/>
          </p:nvPr>
        </p:nvSpPr>
        <p:spPr/>
        <p:txBody>
          <a:bodyPr/>
          <a:lstStyle/>
          <a:p>
            <a:r>
              <a:rPr lang="zh-CN" altLang="en-US" dirty="0"/>
              <a:t>五、图的着色问题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smtClean="0"/>
              <a:t>应用</a:t>
            </a:r>
            <a:endParaRPr lang="en-US" altLang="zh-CN" dirty="0" smtClean="0"/>
          </a:p>
          <a:p>
            <a:pPr lvl="1"/>
            <a:r>
              <a:rPr lang="zh-CN" altLang="en-US" dirty="0" smtClean="0"/>
              <a:t>会场分配问题：有</a:t>
            </a:r>
            <a:r>
              <a:rPr lang="en-US" altLang="zh-CN" dirty="0" smtClean="0"/>
              <a:t>n</a:t>
            </a:r>
            <a:r>
              <a:rPr lang="zh-CN" altLang="en-US" dirty="0" smtClean="0"/>
              <a:t>项活动需要安排，对于活动</a:t>
            </a:r>
            <a:r>
              <a:rPr lang="en-US" altLang="zh-CN" dirty="0" err="1" smtClean="0"/>
              <a:t>i</a:t>
            </a:r>
            <a:r>
              <a:rPr lang="zh-CN" altLang="en-US" dirty="0" smtClean="0"/>
              <a:t>，</a:t>
            </a:r>
            <a:r>
              <a:rPr lang="en-US" altLang="zh-CN" dirty="0" smtClean="0"/>
              <a:t>j</a:t>
            </a:r>
            <a:r>
              <a:rPr lang="zh-CN" altLang="en-US" dirty="0" smtClean="0"/>
              <a:t>，如果时间冲突，则</a:t>
            </a:r>
            <a:r>
              <a:rPr lang="en-US" altLang="zh-CN" dirty="0" err="1" smtClean="0"/>
              <a:t>i</a:t>
            </a:r>
            <a:r>
              <a:rPr lang="zh-CN" altLang="en-US" dirty="0" smtClean="0"/>
              <a:t>，</a:t>
            </a:r>
            <a:r>
              <a:rPr lang="en-US" altLang="zh-CN" dirty="0" smtClean="0"/>
              <a:t>j</a:t>
            </a:r>
            <a:r>
              <a:rPr lang="zh-CN" altLang="en-US" dirty="0" smtClean="0"/>
              <a:t>不相容。如何分配这些活动，使得每个会场的活动相容且占用会场数最少。</a:t>
            </a:r>
          </a:p>
          <a:p>
            <a:pPr lvl="1"/>
            <a:r>
              <a:rPr lang="zh-CN" altLang="en-US" dirty="0" smtClean="0"/>
              <a:t>建模：活动</a:t>
            </a:r>
            <a:r>
              <a:rPr lang="zh-CN" altLang="en-US" dirty="0"/>
              <a:t>作为图的顶点，若</a:t>
            </a:r>
            <a:r>
              <a:rPr lang="en-US" altLang="zh-CN" dirty="0" err="1"/>
              <a:t>i</a:t>
            </a:r>
            <a:r>
              <a:rPr lang="zh-CN" altLang="en-US" dirty="0"/>
              <a:t>，</a:t>
            </a:r>
            <a:r>
              <a:rPr lang="en-US" altLang="zh-CN" dirty="0"/>
              <a:t>j</a:t>
            </a:r>
            <a:r>
              <a:rPr lang="zh-CN" altLang="en-US" dirty="0"/>
              <a:t>不相容，则</a:t>
            </a:r>
            <a:r>
              <a:rPr lang="en-US" altLang="zh-CN" dirty="0" err="1"/>
              <a:t>i</a:t>
            </a:r>
            <a:r>
              <a:rPr lang="zh-CN" altLang="en-US" dirty="0"/>
              <a:t>与</a:t>
            </a:r>
            <a:r>
              <a:rPr lang="en-US" altLang="zh-CN" dirty="0"/>
              <a:t>j</a:t>
            </a:r>
            <a:r>
              <a:rPr lang="zh-CN" altLang="en-US" dirty="0"/>
              <a:t>之间加一条边，会场标号作为颜色。求一种着色方案使得使用的颜色数最少。</a:t>
            </a:r>
          </a:p>
          <a:p>
            <a:pPr lvl="1"/>
            <a:endParaRPr lang="zh-CN" altLang="en-US" dirty="0"/>
          </a:p>
        </p:txBody>
      </p:sp>
    </p:spTree>
    <p:extLst>
      <p:ext uri="{BB962C8B-B14F-4D97-AF65-F5344CB8AC3E}">
        <p14:creationId xmlns:p14="http://schemas.microsoft.com/office/powerpoint/2010/main" val="19677627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43</a:t>
            </a:fld>
            <a:endParaRPr lang="zh-CN" altLang="en-US" dirty="0"/>
          </a:p>
        </p:txBody>
      </p:sp>
      <p:sp>
        <p:nvSpPr>
          <p:cNvPr id="3" name="标题 2"/>
          <p:cNvSpPr>
            <a:spLocks noGrp="1"/>
          </p:cNvSpPr>
          <p:nvPr>
            <p:ph type="ctrTitle"/>
          </p:nvPr>
        </p:nvSpPr>
        <p:spPr/>
        <p:txBody>
          <a:bodyPr/>
          <a:lstStyle/>
          <a:p>
            <a:r>
              <a:rPr lang="zh-CN" altLang="en-US" dirty="0"/>
              <a:t>六、跳马</a:t>
            </a:r>
            <a:r>
              <a:rPr lang="zh-CN" altLang="en-US" dirty="0" smtClean="0"/>
              <a:t>问题</a:t>
            </a:r>
            <a:r>
              <a:rPr lang="en-US" altLang="zh-CN" dirty="0" smtClean="0"/>
              <a:t>(</a:t>
            </a:r>
            <a:r>
              <a:rPr lang="zh-CN" altLang="en-US" dirty="0" smtClean="0"/>
              <a:t>自学作业，编程作业：给出伪代码，实现</a:t>
            </a:r>
            <a:r>
              <a:rPr lang="en-US" altLang="zh-CN" dirty="0" smtClean="0"/>
              <a:t>)</a:t>
            </a:r>
            <a:r>
              <a:rPr lang="en-US" altLang="zh-CN" dirty="0"/>
              <a:t/>
            </a:r>
            <a:br>
              <a:rPr lang="en-US" altLang="zh-CN" dirty="0"/>
            </a:br>
            <a:endParaRPr lang="zh-CN" altLang="en-US" dirty="0"/>
          </a:p>
        </p:txBody>
      </p:sp>
      <p:sp>
        <p:nvSpPr>
          <p:cNvPr id="4" name="文本占位符 3"/>
          <p:cNvSpPr>
            <a:spLocks noGrp="1"/>
          </p:cNvSpPr>
          <p:nvPr>
            <p:ph type="body" sz="quarter" idx="14"/>
          </p:nvPr>
        </p:nvSpPr>
        <p:spPr>
          <a:xfrm>
            <a:off x="623392" y="1196752"/>
            <a:ext cx="10384165" cy="4405047"/>
          </a:xfrm>
        </p:spPr>
        <p:txBody>
          <a:bodyPr/>
          <a:lstStyle/>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456" y="1176893"/>
            <a:ext cx="7992888" cy="4727936"/>
          </a:xfrm>
          <a:prstGeom prst="rect">
            <a:avLst/>
          </a:prstGeom>
        </p:spPr>
      </p:pic>
    </p:spTree>
    <p:extLst>
      <p:ext uri="{BB962C8B-B14F-4D97-AF65-F5344CB8AC3E}">
        <p14:creationId xmlns:p14="http://schemas.microsoft.com/office/powerpoint/2010/main" val="2063875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44</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en-US" altLang="zh-CN" dirty="0" smtClean="0"/>
          </a:p>
          <a:p>
            <a:endParaRPr lang="zh-CN" altLang="en-US" dirty="0"/>
          </a:p>
        </p:txBody>
      </p:sp>
      <p:sp>
        <p:nvSpPr>
          <p:cNvPr id="7" name="矩形 6"/>
          <p:cNvSpPr/>
          <p:nvPr/>
        </p:nvSpPr>
        <p:spPr>
          <a:xfrm>
            <a:off x="911424" y="1052438"/>
            <a:ext cx="4824536" cy="288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stretch>
            <a:fillRect/>
          </a:stretch>
        </p:blipFill>
        <p:spPr>
          <a:xfrm>
            <a:off x="2662237" y="2109787"/>
            <a:ext cx="6867525" cy="2638425"/>
          </a:xfrm>
          <a:prstGeom prst="rect">
            <a:avLst/>
          </a:prstGeom>
        </p:spPr>
      </p:pic>
    </p:spTree>
    <p:extLst>
      <p:ext uri="{BB962C8B-B14F-4D97-AF65-F5344CB8AC3E}">
        <p14:creationId xmlns:p14="http://schemas.microsoft.com/office/powerpoint/2010/main" val="41195395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45</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zh-CN"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40" y="1268760"/>
            <a:ext cx="9181986" cy="3816424"/>
          </a:xfrm>
          <a:prstGeom prst="rect">
            <a:avLst/>
          </a:prstGeom>
        </p:spPr>
      </p:pic>
    </p:spTree>
    <p:extLst>
      <p:ext uri="{BB962C8B-B14F-4D97-AF65-F5344CB8AC3E}">
        <p14:creationId xmlns:p14="http://schemas.microsoft.com/office/powerpoint/2010/main" val="297726659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46</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zh-CN"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424" y="1196752"/>
            <a:ext cx="8324370" cy="4752975"/>
          </a:xfrm>
          <a:prstGeom prst="rect">
            <a:avLst/>
          </a:prstGeom>
        </p:spPr>
      </p:pic>
    </p:spTree>
    <p:extLst>
      <p:ext uri="{BB962C8B-B14F-4D97-AF65-F5344CB8AC3E}">
        <p14:creationId xmlns:p14="http://schemas.microsoft.com/office/powerpoint/2010/main" val="1047401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47</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40" y="1196752"/>
            <a:ext cx="7704856" cy="4933383"/>
          </a:xfrm>
          <a:prstGeom prst="rect">
            <a:avLst/>
          </a:prstGeom>
        </p:spPr>
      </p:pic>
    </p:spTree>
    <p:extLst>
      <p:ext uri="{BB962C8B-B14F-4D97-AF65-F5344CB8AC3E}">
        <p14:creationId xmlns:p14="http://schemas.microsoft.com/office/powerpoint/2010/main" val="12527694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48</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416" y="1203063"/>
            <a:ext cx="10369152" cy="4930036"/>
          </a:xfrm>
          <a:prstGeom prst="rect">
            <a:avLst/>
          </a:prstGeom>
        </p:spPr>
      </p:pic>
    </p:spTree>
    <p:extLst>
      <p:ext uri="{BB962C8B-B14F-4D97-AF65-F5344CB8AC3E}">
        <p14:creationId xmlns:p14="http://schemas.microsoft.com/office/powerpoint/2010/main" val="28947702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881" y="1200297"/>
            <a:ext cx="9570048" cy="4798231"/>
          </a:xfrm>
          <a:prstGeom prst="rect">
            <a:avLst/>
          </a:prstGeom>
        </p:spPr>
      </p:pic>
      <p:sp>
        <p:nvSpPr>
          <p:cNvPr id="2" name="灯片编号占位符 1"/>
          <p:cNvSpPr>
            <a:spLocks noGrp="1"/>
          </p:cNvSpPr>
          <p:nvPr>
            <p:ph type="sldNum" sz="quarter" idx="16"/>
          </p:nvPr>
        </p:nvSpPr>
        <p:spPr/>
        <p:txBody>
          <a:bodyPr/>
          <a:lstStyle/>
          <a:p>
            <a:fld id="{6C276BF9-DA2C-4EDA-B310-41054C53A8AE}" type="slidenum">
              <a:rPr lang="zh-CN" altLang="en-US" smtClean="0"/>
              <a:pPr/>
              <a:t>49</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smtClean="0"/>
              <a:t>递归算法</a:t>
            </a:r>
            <a:endParaRPr lang="zh-CN" altLang="en-US" dirty="0"/>
          </a:p>
        </p:txBody>
      </p:sp>
    </p:spTree>
    <p:extLst>
      <p:ext uri="{BB962C8B-B14F-4D97-AF65-F5344CB8AC3E}">
        <p14:creationId xmlns:p14="http://schemas.microsoft.com/office/powerpoint/2010/main" val="20342421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50</a:t>
            </a:fld>
            <a:endParaRPr lang="zh-CN" altLang="en-US" dirty="0"/>
          </a:p>
        </p:txBody>
      </p:sp>
      <p:sp>
        <p:nvSpPr>
          <p:cNvPr id="3" name="标题 2"/>
          <p:cNvSpPr>
            <a:spLocks noGrp="1"/>
          </p:cNvSpPr>
          <p:nvPr>
            <p:ph type="ctrTitle"/>
          </p:nvPr>
        </p:nvSpPr>
        <p:spPr/>
        <p:txBody>
          <a:bodyPr/>
          <a:lstStyle/>
          <a:p>
            <a:r>
              <a:rPr lang="zh-CN" altLang="en-US" dirty="0"/>
              <a:t>六、跳马问题</a:t>
            </a:r>
            <a:r>
              <a:rPr lang="en-US" altLang="zh-CN" dirty="0"/>
              <a:t/>
            </a:r>
            <a:br>
              <a:rPr lang="en-US" altLang="zh-CN" dirty="0"/>
            </a:br>
            <a:endParaRPr lang="zh-CN" altLang="en-US" dirty="0"/>
          </a:p>
        </p:txBody>
      </p:sp>
      <p:sp>
        <p:nvSpPr>
          <p:cNvPr id="4" name="文本占位符 3"/>
          <p:cNvSpPr>
            <a:spLocks noGrp="1"/>
          </p:cNvSpPr>
          <p:nvPr>
            <p:ph type="body" sz="quarter" idx="14"/>
          </p:nvPr>
        </p:nvSpPr>
        <p:spPr/>
        <p:txBody>
          <a:bodyPr/>
          <a:lstStyle/>
          <a:p>
            <a:r>
              <a:rPr lang="zh-CN" altLang="en-US" dirty="0" smtClean="0"/>
              <a:t>迭代算法</a:t>
            </a:r>
            <a:endParaRPr lang="zh-CN" altLang="en-US" dirty="0"/>
          </a:p>
        </p:txBody>
      </p:sp>
      <p:pic>
        <p:nvPicPr>
          <p:cNvPr id="8" name="图片 7"/>
          <p:cNvPicPr>
            <a:picLocks noChangeAspect="1"/>
          </p:cNvPicPr>
          <p:nvPr/>
        </p:nvPicPr>
        <p:blipFill>
          <a:blip r:embed="rId2"/>
          <a:stretch>
            <a:fillRect/>
          </a:stretch>
        </p:blipFill>
        <p:spPr>
          <a:xfrm>
            <a:off x="2279576" y="1054917"/>
            <a:ext cx="8856984" cy="5430175"/>
          </a:xfrm>
          <a:prstGeom prst="rect">
            <a:avLst/>
          </a:prstGeom>
        </p:spPr>
      </p:pic>
    </p:spTree>
    <p:extLst>
      <p:ext uri="{BB962C8B-B14F-4D97-AF65-F5344CB8AC3E}">
        <p14:creationId xmlns:p14="http://schemas.microsoft.com/office/powerpoint/2010/main" val="228314767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6"/>
          </p:nvPr>
        </p:nvSpPr>
        <p:spPr/>
        <p:txBody>
          <a:bodyPr/>
          <a:lstStyle/>
          <a:p>
            <a:fld id="{6C276BF9-DA2C-4EDA-B310-41054C53A8AE}" type="slidenum">
              <a:rPr lang="zh-CN" altLang="en-US" smtClean="0"/>
              <a:pPr/>
              <a:t>51</a:t>
            </a:fld>
            <a:endParaRPr lang="zh-CN" altLang="en-US" dirty="0"/>
          </a:p>
        </p:txBody>
      </p:sp>
      <p:sp>
        <p:nvSpPr>
          <p:cNvPr id="3" name="标题 2"/>
          <p:cNvSpPr>
            <a:spLocks noGrp="1"/>
          </p:cNvSpPr>
          <p:nvPr>
            <p:ph type="ctrTitle"/>
          </p:nvPr>
        </p:nvSpPr>
        <p:spPr/>
        <p:txBody>
          <a:bodyPr/>
          <a:lstStyle/>
          <a:p>
            <a:r>
              <a:rPr lang="zh-CN" altLang="en-US" dirty="0"/>
              <a:t>第六章 回溯法</a:t>
            </a:r>
          </a:p>
        </p:txBody>
      </p:sp>
      <p:sp>
        <p:nvSpPr>
          <p:cNvPr id="4" name="文本占位符 3"/>
          <p:cNvSpPr>
            <a:spLocks noGrp="1"/>
          </p:cNvSpPr>
          <p:nvPr>
            <p:ph type="body" sz="quarter" idx="14"/>
          </p:nvPr>
        </p:nvSpPr>
        <p:spPr>
          <a:xfrm>
            <a:off x="623392" y="1124744"/>
            <a:ext cx="11089232" cy="4752975"/>
          </a:xfrm>
        </p:spPr>
        <p:txBody>
          <a:bodyPr/>
          <a:lstStyle/>
          <a:p>
            <a:pPr lvl="0">
              <a:buClr>
                <a:srgbClr val="1F497D"/>
              </a:buClr>
            </a:pPr>
            <a:r>
              <a:rPr lang="zh-CN" altLang="en-US" dirty="0">
                <a:solidFill>
                  <a:prstClr val="black"/>
                </a:solidFill>
              </a:rPr>
              <a:t>小结</a:t>
            </a:r>
          </a:p>
          <a:p>
            <a:pPr lvl="1"/>
            <a:r>
              <a:rPr lang="zh-CN" altLang="en-US" dirty="0" smtClean="0"/>
              <a:t>一般</a:t>
            </a:r>
            <a:r>
              <a:rPr lang="zh-CN" altLang="en-US" dirty="0"/>
              <a:t>步骤</a:t>
            </a:r>
            <a:endParaRPr lang="en-US" altLang="zh-CN" dirty="0"/>
          </a:p>
          <a:p>
            <a:pPr lvl="1"/>
            <a:endParaRPr lang="zh-CN" altLang="en-US" dirty="0"/>
          </a:p>
        </p:txBody>
      </p:sp>
      <p:sp>
        <p:nvSpPr>
          <p:cNvPr id="5" name="圆角矩形 4"/>
          <p:cNvSpPr/>
          <p:nvPr/>
        </p:nvSpPr>
        <p:spPr>
          <a:xfrm>
            <a:off x="5492254" y="1700808"/>
            <a:ext cx="2088232" cy="864096"/>
          </a:xfrm>
          <a:prstGeom prst="roundRect">
            <a:avLst/>
          </a:prstGeom>
          <a:solidFill>
            <a:schemeClr val="tx2">
              <a:lumMod val="60000"/>
              <a:lumOff val="4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smtClean="0"/>
              <a:t>定义解向量形式</a:t>
            </a:r>
            <a:endParaRPr lang="zh-CN" altLang="en-US" sz="2000" dirty="0"/>
          </a:p>
        </p:txBody>
      </p:sp>
      <p:sp>
        <p:nvSpPr>
          <p:cNvPr id="6" name="圆角矩形 5"/>
          <p:cNvSpPr/>
          <p:nvPr/>
        </p:nvSpPr>
        <p:spPr>
          <a:xfrm>
            <a:off x="5492254" y="3141191"/>
            <a:ext cx="2088232" cy="864096"/>
          </a:xfrm>
          <a:prstGeom prst="roundRect">
            <a:avLst/>
          </a:prstGeom>
          <a:solidFill>
            <a:schemeClr val="tx2">
              <a:lumMod val="60000"/>
              <a:lumOff val="4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a:t>搜索解空间</a:t>
            </a:r>
            <a:r>
              <a:rPr lang="zh-CN" altLang="en-US" sz="2000" dirty="0" smtClean="0"/>
              <a:t>树</a:t>
            </a:r>
            <a:endParaRPr lang="zh-CN" altLang="en-US" sz="2000" dirty="0"/>
          </a:p>
        </p:txBody>
      </p:sp>
      <p:sp>
        <p:nvSpPr>
          <p:cNvPr id="7" name="下箭头 6"/>
          <p:cNvSpPr/>
          <p:nvPr/>
        </p:nvSpPr>
        <p:spPr>
          <a:xfrm>
            <a:off x="6356350" y="2564904"/>
            <a:ext cx="360040" cy="57628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884208" y="1820933"/>
                <a:ext cx="3227935" cy="461665"/>
              </a:xfrm>
              <a:prstGeom prst="rect">
                <a:avLst/>
              </a:prstGeom>
            </p:spPr>
            <p:txBody>
              <a:bodyPr wrap="none">
                <a:spAutoFit/>
              </a:bodyPr>
              <a:lstStyle/>
              <a:p>
                <a:pPr marL="742950" lvl="2" indent="-342900">
                  <a:buFont typeface="Wingdings" pitchFamily="2" charset="2"/>
                  <a:buChar char="n"/>
                </a:pPr>
                <a14:m>
                  <m:oMath xmlns:m="http://schemas.openxmlformats.org/officeDocument/2006/math">
                    <m:r>
                      <a:rPr lang="en-US" altLang="zh-CN" sz="2400" b="1" i="1">
                        <a:solidFill>
                          <a:srgbClr val="0070C0"/>
                        </a:solidFill>
                        <a:latin typeface="Cambria Math" panose="02040503050406030204" pitchFamily="18" charset="0"/>
                        <a:ea typeface="楷体_GB2312" pitchFamily="49" charset="-122"/>
                      </a:rPr>
                      <m:t>&lt;</m:t>
                    </m:r>
                    <m:sSub>
                      <m:sSubPr>
                        <m:ctrlPr>
                          <a:rPr lang="en-US" altLang="zh-CN" sz="2400" b="1" i="1">
                            <a:solidFill>
                              <a:srgbClr val="0070C0"/>
                            </a:solidFill>
                            <a:latin typeface="Cambria Math" panose="02040503050406030204" pitchFamily="18" charset="0"/>
                            <a:ea typeface="楷体_GB2312" pitchFamily="49" charset="-122"/>
                          </a:rPr>
                        </m:ctrlPr>
                      </m:sSubPr>
                      <m:e>
                        <m:r>
                          <a:rPr lang="en-US" altLang="zh-CN" sz="2400" b="1" i="1">
                            <a:solidFill>
                              <a:srgbClr val="0070C0"/>
                            </a:solidFill>
                            <a:latin typeface="Cambria Math" panose="02040503050406030204" pitchFamily="18" charset="0"/>
                            <a:ea typeface="楷体_GB2312" pitchFamily="49" charset="-122"/>
                          </a:rPr>
                          <m:t>𝒙</m:t>
                        </m:r>
                      </m:e>
                      <m:sub>
                        <m:r>
                          <a:rPr lang="en-US" altLang="zh-CN" sz="2400" b="1" i="1">
                            <a:solidFill>
                              <a:srgbClr val="0070C0"/>
                            </a:solidFill>
                            <a:latin typeface="Cambria Math" panose="02040503050406030204" pitchFamily="18" charset="0"/>
                            <a:ea typeface="楷体_GB2312" pitchFamily="49" charset="-122"/>
                          </a:rPr>
                          <m:t>𝟏</m:t>
                        </m:r>
                      </m:sub>
                    </m:sSub>
                    <m:r>
                      <a:rPr lang="en-US" altLang="zh-CN" sz="2400" b="1">
                        <a:solidFill>
                          <a:srgbClr val="0070C0"/>
                        </a:solidFill>
                        <a:latin typeface="Cambria Math" panose="02040503050406030204" pitchFamily="18" charset="0"/>
                        <a:ea typeface="楷体_GB2312" pitchFamily="49" charset="-122"/>
                      </a:rPr>
                      <m:t>,</m:t>
                    </m:r>
                    <m:sSub>
                      <m:sSubPr>
                        <m:ctrlPr>
                          <a:rPr lang="en-US" altLang="zh-CN" sz="2400" b="1" i="1">
                            <a:solidFill>
                              <a:srgbClr val="0070C0"/>
                            </a:solidFill>
                            <a:latin typeface="Cambria Math" panose="02040503050406030204" pitchFamily="18" charset="0"/>
                            <a:ea typeface="楷体_GB2312" pitchFamily="49" charset="-122"/>
                          </a:rPr>
                        </m:ctrlPr>
                      </m:sSubPr>
                      <m:e>
                        <m:r>
                          <a:rPr lang="en-US" altLang="zh-CN" sz="2400" b="1" i="1">
                            <a:solidFill>
                              <a:srgbClr val="0070C0"/>
                            </a:solidFill>
                            <a:latin typeface="Cambria Math" panose="02040503050406030204" pitchFamily="18" charset="0"/>
                            <a:ea typeface="楷体_GB2312" pitchFamily="49" charset="-122"/>
                          </a:rPr>
                          <m:t>𝒙</m:t>
                        </m:r>
                      </m:e>
                      <m:sub>
                        <m:r>
                          <a:rPr lang="en-US" altLang="zh-CN" sz="2400" b="1" i="1">
                            <a:solidFill>
                              <a:srgbClr val="0070C0"/>
                            </a:solidFill>
                            <a:latin typeface="Cambria Math" panose="02040503050406030204" pitchFamily="18" charset="0"/>
                            <a:ea typeface="楷体_GB2312" pitchFamily="49" charset="-122"/>
                          </a:rPr>
                          <m:t>𝟐</m:t>
                        </m:r>
                      </m:sub>
                    </m:sSub>
                    <m:r>
                      <a:rPr lang="en-US" altLang="zh-CN" sz="2400" b="1">
                        <a:solidFill>
                          <a:srgbClr val="0070C0"/>
                        </a:solidFill>
                        <a:latin typeface="Cambria Math" panose="02040503050406030204" pitchFamily="18" charset="0"/>
                        <a:ea typeface="楷体_GB2312" pitchFamily="49" charset="-122"/>
                      </a:rPr>
                      <m:t>,</m:t>
                    </m:r>
                  </m:oMath>
                </a14:m>
                <a:r>
                  <a:rPr lang="en-US" altLang="zh-CN" sz="2400" b="1" dirty="0">
                    <a:solidFill>
                      <a:srgbClr val="0070C0"/>
                    </a:solidFill>
                    <a:ea typeface="楷体_GB2312" pitchFamily="49" charset="-122"/>
                  </a:rPr>
                  <a:t> </a:t>
                </a:r>
                <a14:m>
                  <m:oMath xmlns:m="http://schemas.openxmlformats.org/officeDocument/2006/math">
                    <m:sSub>
                      <m:sSubPr>
                        <m:ctrlPr>
                          <a:rPr lang="en-US" altLang="zh-CN" sz="2400" b="1" i="1">
                            <a:solidFill>
                              <a:srgbClr val="0070C0"/>
                            </a:solidFill>
                            <a:latin typeface="Cambria Math" panose="02040503050406030204" pitchFamily="18" charset="0"/>
                            <a:ea typeface="楷体_GB2312" pitchFamily="49" charset="-122"/>
                          </a:rPr>
                        </m:ctrlPr>
                      </m:sSubPr>
                      <m:e>
                        <m:r>
                          <a:rPr lang="en-US" altLang="zh-CN" sz="2400" b="1" i="1">
                            <a:solidFill>
                              <a:srgbClr val="0070C0"/>
                            </a:solidFill>
                            <a:latin typeface="Cambria Math" panose="02040503050406030204" pitchFamily="18" charset="0"/>
                            <a:ea typeface="楷体_GB2312" pitchFamily="49" charset="-122"/>
                          </a:rPr>
                          <m:t>𝒙</m:t>
                        </m:r>
                      </m:e>
                      <m:sub>
                        <m:r>
                          <a:rPr lang="en-US" altLang="zh-CN" sz="2400" b="1" i="1">
                            <a:solidFill>
                              <a:srgbClr val="0070C0"/>
                            </a:solidFill>
                            <a:latin typeface="Cambria Math" panose="02040503050406030204" pitchFamily="18" charset="0"/>
                            <a:ea typeface="楷体_GB2312" pitchFamily="49" charset="-122"/>
                          </a:rPr>
                          <m:t>𝟑</m:t>
                        </m:r>
                      </m:sub>
                    </m:sSub>
                    <m:r>
                      <a:rPr lang="en-US" altLang="zh-CN" sz="2400" b="1">
                        <a:solidFill>
                          <a:srgbClr val="0070C0"/>
                        </a:solidFill>
                        <a:latin typeface="Cambria Math" panose="02040503050406030204" pitchFamily="18" charset="0"/>
                        <a:ea typeface="楷体_GB2312" pitchFamily="49" charset="-122"/>
                      </a:rPr>
                      <m:t>,</m:t>
                    </m:r>
                    <m:sSub>
                      <m:sSubPr>
                        <m:ctrlPr>
                          <a:rPr lang="en-US" altLang="zh-CN" sz="2400" b="1" i="1">
                            <a:solidFill>
                              <a:srgbClr val="0070C0"/>
                            </a:solidFill>
                            <a:latin typeface="Cambria Math" panose="02040503050406030204" pitchFamily="18" charset="0"/>
                            <a:ea typeface="楷体_GB2312" pitchFamily="49" charset="-122"/>
                          </a:rPr>
                        </m:ctrlPr>
                      </m:sSubPr>
                      <m:e>
                        <m:r>
                          <a:rPr lang="en-US" altLang="zh-CN" sz="2400" b="1" i="1">
                            <a:solidFill>
                              <a:srgbClr val="0070C0"/>
                            </a:solidFill>
                            <a:latin typeface="Cambria Math" panose="02040503050406030204" pitchFamily="18" charset="0"/>
                            <a:ea typeface="楷体_GB2312" pitchFamily="49" charset="-122"/>
                          </a:rPr>
                          <m:t>𝒙</m:t>
                        </m:r>
                      </m:e>
                      <m:sub>
                        <m:r>
                          <a:rPr lang="en-US" altLang="zh-CN" sz="2400" b="1" i="1">
                            <a:solidFill>
                              <a:srgbClr val="0070C0"/>
                            </a:solidFill>
                            <a:latin typeface="Cambria Math" panose="02040503050406030204" pitchFamily="18" charset="0"/>
                            <a:ea typeface="楷体_GB2312" pitchFamily="49" charset="-122"/>
                          </a:rPr>
                          <m:t>𝟒</m:t>
                        </m:r>
                      </m:sub>
                    </m:sSub>
                    <m:r>
                      <a:rPr lang="en-US" altLang="zh-CN" sz="2400" b="1">
                        <a:solidFill>
                          <a:srgbClr val="0070C0"/>
                        </a:solidFill>
                        <a:latin typeface="Cambria Math" panose="02040503050406030204" pitchFamily="18" charset="0"/>
                        <a:ea typeface="楷体_GB2312" pitchFamily="49" charset="-122"/>
                      </a:rPr>
                      <m:t>&gt;</m:t>
                    </m:r>
                  </m:oMath>
                </a14:m>
                <a:endParaRPr lang="en-US" altLang="zh-CN" sz="2400" b="1" dirty="0">
                  <a:solidFill>
                    <a:srgbClr val="0070C0"/>
                  </a:solidFill>
                  <a:latin typeface="楷体_GB2312" pitchFamily="49" charset="-122"/>
                  <a:ea typeface="楷体_GB2312"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884208" y="1820933"/>
                <a:ext cx="3227935" cy="461665"/>
              </a:xfrm>
              <a:prstGeom prst="rect">
                <a:avLst/>
              </a:prstGeom>
              <a:blipFill rotWithShape="0">
                <a:blip r:embed="rId2"/>
                <a:stretch>
                  <a:fillRect t="-5333" b="-26667"/>
                </a:stretch>
              </a:blipFill>
            </p:spPr>
            <p:txBody>
              <a:bodyPr/>
              <a:lstStyle/>
              <a:p>
                <a:r>
                  <a:rPr lang="zh-CN" altLang="en-US">
                    <a:noFill/>
                  </a:rPr>
                  <a:t> </a:t>
                </a:r>
              </a:p>
            </p:txBody>
          </p:sp>
        </mc:Fallback>
      </mc:AlternateContent>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1758" y="3052942"/>
            <a:ext cx="2903772" cy="2000238"/>
          </a:xfrm>
          <a:prstGeom prst="rect">
            <a:avLst/>
          </a:prstGeom>
        </p:spPr>
      </p:pic>
      <p:sp>
        <p:nvSpPr>
          <p:cNvPr id="10" name="圆角矩形 9"/>
          <p:cNvSpPr/>
          <p:nvPr/>
        </p:nvSpPr>
        <p:spPr>
          <a:xfrm>
            <a:off x="5492254" y="4542736"/>
            <a:ext cx="2088232" cy="864096"/>
          </a:xfrm>
          <a:prstGeom prst="roundRect">
            <a:avLst/>
          </a:prstGeom>
          <a:solidFill>
            <a:schemeClr val="tx2">
              <a:lumMod val="60000"/>
              <a:lumOff val="40000"/>
            </a:schemeClr>
          </a:solidFill>
          <a:ln>
            <a:solidFill>
              <a:schemeClr val="tx2">
                <a:lumMod val="75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dirty="0" smtClean="0"/>
              <a:t>找叶子节点路径</a:t>
            </a:r>
            <a:endParaRPr lang="zh-CN" altLang="en-US" sz="2000" dirty="0"/>
          </a:p>
        </p:txBody>
      </p:sp>
      <p:sp>
        <p:nvSpPr>
          <p:cNvPr id="11" name="下箭头 10"/>
          <p:cNvSpPr/>
          <p:nvPr/>
        </p:nvSpPr>
        <p:spPr>
          <a:xfrm>
            <a:off x="6333470" y="4007371"/>
            <a:ext cx="360040" cy="576287"/>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2" name="矩形 11"/>
          <p:cNvSpPr/>
          <p:nvPr/>
        </p:nvSpPr>
        <p:spPr>
          <a:xfrm>
            <a:off x="8070474" y="1727148"/>
            <a:ext cx="648072"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root</a:t>
            </a:r>
          </a:p>
        </p:txBody>
      </p:sp>
      <p:cxnSp>
        <p:nvCxnSpPr>
          <p:cNvPr id="13" name="直接箭头连接符 12"/>
          <p:cNvCxnSpPr>
            <a:stCxn id="12" idx="2"/>
            <a:endCxn id="14" idx="0"/>
          </p:cNvCxnSpPr>
          <p:nvPr/>
        </p:nvCxnSpPr>
        <p:spPr>
          <a:xfrm>
            <a:off x="8394510" y="2087188"/>
            <a:ext cx="1655477" cy="29769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9843775" y="2384884"/>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3</a:t>
            </a:r>
            <a:endParaRPr lang="zh-CN" altLang="en-US" dirty="0"/>
          </a:p>
        </p:txBody>
      </p:sp>
      <p:cxnSp>
        <p:nvCxnSpPr>
          <p:cNvPr id="15" name="直接箭头连接符 14"/>
          <p:cNvCxnSpPr>
            <a:stCxn id="14" idx="2"/>
            <a:endCxn id="16" idx="0"/>
          </p:cNvCxnSpPr>
          <p:nvPr/>
        </p:nvCxnSpPr>
        <p:spPr>
          <a:xfrm>
            <a:off x="10049987" y="2744924"/>
            <a:ext cx="710121" cy="59636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0553896" y="3341287"/>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1</a:t>
            </a:r>
            <a:endParaRPr lang="zh-CN" altLang="en-US" dirty="0"/>
          </a:p>
        </p:txBody>
      </p:sp>
      <p:cxnSp>
        <p:nvCxnSpPr>
          <p:cNvPr id="17" name="直接箭头连接符 16"/>
          <p:cNvCxnSpPr>
            <a:stCxn id="16" idx="2"/>
            <a:endCxn id="18" idx="0"/>
          </p:cNvCxnSpPr>
          <p:nvPr/>
        </p:nvCxnSpPr>
        <p:spPr>
          <a:xfrm>
            <a:off x="10760108" y="3701327"/>
            <a:ext cx="14189" cy="51166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0568085" y="4212988"/>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4</a:t>
            </a:r>
            <a:endParaRPr lang="zh-CN" altLang="en-US" dirty="0"/>
          </a:p>
        </p:txBody>
      </p:sp>
      <p:cxnSp>
        <p:nvCxnSpPr>
          <p:cNvPr id="19" name="直接箭头连接符 18"/>
          <p:cNvCxnSpPr>
            <a:endCxn id="20" idx="0"/>
          </p:cNvCxnSpPr>
          <p:nvPr/>
        </p:nvCxnSpPr>
        <p:spPr>
          <a:xfrm>
            <a:off x="10782366" y="4549901"/>
            <a:ext cx="137612" cy="51048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713766" y="5060384"/>
            <a:ext cx="412423" cy="360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smtClean="0"/>
              <a:t>2</a:t>
            </a:r>
            <a:endParaRPr lang="zh-CN" altLang="en-US" dirty="0"/>
          </a:p>
        </p:txBody>
      </p:sp>
      <p:cxnSp>
        <p:nvCxnSpPr>
          <p:cNvPr id="22" name="直接箭头连接符 21"/>
          <p:cNvCxnSpPr/>
          <p:nvPr/>
        </p:nvCxnSpPr>
        <p:spPr>
          <a:xfrm flipV="1">
            <a:off x="7669665" y="2802875"/>
            <a:ext cx="1832738" cy="2002267"/>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4268633" y="3646189"/>
            <a:ext cx="1151613" cy="7084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4047698" y="2016345"/>
            <a:ext cx="1151613" cy="7084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884208" y="5218198"/>
            <a:ext cx="4028667" cy="461665"/>
          </a:xfrm>
          <a:prstGeom prst="rect">
            <a:avLst/>
          </a:prstGeom>
        </p:spPr>
        <p:txBody>
          <a:bodyPr wrap="none">
            <a:spAutoFit/>
          </a:bodyPr>
          <a:lstStyle/>
          <a:p>
            <a:pPr marL="742950" lvl="2" indent="-342900">
              <a:buFont typeface="Wingdings" pitchFamily="2" charset="2"/>
              <a:buChar char="n"/>
            </a:pPr>
            <a:r>
              <a:rPr lang="zh-CN" altLang="en-US" sz="2400" b="1" dirty="0" smtClean="0">
                <a:solidFill>
                  <a:srgbClr val="0070C0"/>
                </a:solidFill>
                <a:latin typeface="楷体_GB2312" pitchFamily="49" charset="-122"/>
                <a:ea typeface="楷体_GB2312" pitchFamily="49" charset="-122"/>
              </a:rPr>
              <a:t>深度优先、回溯、减枝</a:t>
            </a:r>
            <a:endParaRPr lang="en-US" altLang="zh-CN" sz="2400" b="1" dirty="0">
              <a:solidFill>
                <a:srgbClr val="0070C0"/>
              </a:solidFill>
              <a:latin typeface="楷体_GB2312" pitchFamily="49" charset="-122"/>
              <a:ea typeface="楷体_GB2312" pitchFamily="49" charset="-122"/>
            </a:endParaRPr>
          </a:p>
        </p:txBody>
      </p:sp>
    </p:spTree>
    <p:extLst>
      <p:ext uri="{BB962C8B-B14F-4D97-AF65-F5344CB8AC3E}">
        <p14:creationId xmlns:p14="http://schemas.microsoft.com/office/powerpoint/2010/main" val="213898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10" grpId="0" animBg="1"/>
      <p:bldP spid="11" grpId="0" animBg="1"/>
      <p:bldP spid="12" grpId="0" animBg="1"/>
      <p:bldP spid="14" grpId="0" animBg="1"/>
      <p:bldP spid="16" grpId="0" animBg="1"/>
      <p:bldP spid="18" grpId="0" animBg="1"/>
      <p:bldP spid="20" grpId="0" animBg="1"/>
      <p:bldP spid="3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dirty="0" smtClean="0"/>
              <a:t>第六章 回溯法</a:t>
            </a:r>
            <a:endParaRPr lang="zh-CN" altLang="en-US" dirty="0"/>
          </a:p>
        </p:txBody>
      </p:sp>
      <p:sp>
        <p:nvSpPr>
          <p:cNvPr id="3" name="灯片编号占位符 2"/>
          <p:cNvSpPr>
            <a:spLocks noGrp="1"/>
          </p:cNvSpPr>
          <p:nvPr>
            <p:ph type="sldNum" sz="quarter" idx="4294967295"/>
          </p:nvPr>
        </p:nvSpPr>
        <p:spPr>
          <a:xfrm>
            <a:off x="10172700" y="6484941"/>
            <a:ext cx="495300" cy="365125"/>
          </a:xfrm>
        </p:spPr>
        <p:txBody>
          <a:bodyPr/>
          <a:lstStyle/>
          <a:p>
            <a:fld id="{6C276BF9-DA2C-4EDA-B310-41054C53A8AE}" type="slidenum">
              <a:rPr lang="zh-CN" altLang="en-US" smtClean="0"/>
              <a:pPr/>
              <a:t>52</a:t>
            </a:fld>
            <a:endParaRPr lang="zh-CN" altLang="en-US"/>
          </a:p>
        </p:txBody>
      </p:sp>
    </p:spTree>
    <p:extLst>
      <p:ext uri="{BB962C8B-B14F-4D97-AF65-F5344CB8AC3E}">
        <p14:creationId xmlns:p14="http://schemas.microsoft.com/office/powerpoint/2010/main" val="10006712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wht自定义">
      <a:majorFont>
        <a:latin typeface="Calibri"/>
        <a:ea typeface="微软雅黑 Light"/>
        <a:cs typeface=""/>
      </a:majorFont>
      <a:minorFont>
        <a:latin typeface="Calibri"/>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wht自定义">
      <a:majorFont>
        <a:latin typeface="Calibri"/>
        <a:ea typeface="微软雅黑 Light"/>
        <a:cs typeface=""/>
      </a:majorFont>
      <a:minorFont>
        <a:latin typeface="Calibri"/>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14647</TotalTime>
  <Words>2398</Words>
  <Application>Microsoft Office PowerPoint</Application>
  <PresentationFormat>宽屏</PresentationFormat>
  <Paragraphs>1006</Paragraphs>
  <Slides>52</Slides>
  <Notes>5</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52</vt:i4>
      </vt:variant>
    </vt:vector>
  </HeadingPairs>
  <TitlesOfParts>
    <vt:vector size="65" baseType="lpstr">
      <vt:lpstr>华文行楷</vt:lpstr>
      <vt:lpstr>华文细黑</vt:lpstr>
      <vt:lpstr>楷体_GB2312</vt:lpstr>
      <vt:lpstr>宋体</vt:lpstr>
      <vt:lpstr>微软雅黑 Light</vt:lpstr>
      <vt:lpstr>Arial</vt:lpstr>
      <vt:lpstr>Calibri</vt:lpstr>
      <vt:lpstr>Cambria Math</vt:lpstr>
      <vt:lpstr>Times New Roman</vt:lpstr>
      <vt:lpstr>Wingdings</vt:lpstr>
      <vt:lpstr>Office Theme</vt:lpstr>
      <vt:lpstr>Slide 2: Text Only</vt:lpstr>
      <vt:lpstr>位图图像</vt:lpstr>
      <vt:lpstr>计算机 算法设计与分析 Computer Algorithms Design &amp; Analysis 第六章 回溯法 </vt:lpstr>
      <vt:lpstr>第六章 回溯法</vt:lpstr>
      <vt:lpstr>一、基本概念</vt:lpstr>
      <vt:lpstr>一、基本概念</vt:lpstr>
      <vt:lpstr>一、基本概念</vt:lpstr>
      <vt:lpstr>一、基本概念</vt:lpstr>
      <vt:lpstr>一、基本概念</vt:lpstr>
      <vt:lpstr>一、基本概念</vt:lpstr>
      <vt:lpstr>一、基本概念</vt:lpstr>
      <vt:lpstr>一、基本概念</vt:lpstr>
      <vt:lpstr>一、基本概念</vt:lpstr>
      <vt:lpstr>一、基本概念</vt:lpstr>
      <vt:lpstr>一、基本概念</vt:lpstr>
      <vt:lpstr>一、基本概念</vt:lpstr>
      <vt:lpstr>二、再论0-1背包问题 </vt:lpstr>
      <vt:lpstr>二、再论0-1背包问题 </vt:lpstr>
      <vt:lpstr>二、再论0-1背包问题 </vt:lpstr>
      <vt:lpstr>二、再论0-1背包问题 </vt:lpstr>
      <vt:lpstr>二、再论0-1背包问题 </vt:lpstr>
      <vt:lpstr>二、再论0-1背包问题 </vt:lpstr>
      <vt:lpstr>二、再论0-1背包问题 </vt:lpstr>
      <vt:lpstr>二、再论0-1背包问题 </vt:lpstr>
      <vt:lpstr>三、装载问题 </vt:lpstr>
      <vt:lpstr>三、装载问题 </vt:lpstr>
      <vt:lpstr>三、装载问题 </vt:lpstr>
      <vt:lpstr>三、装载问题 </vt:lpstr>
      <vt:lpstr>三、装载问题 </vt:lpstr>
      <vt:lpstr>四、旅行售货员问题  </vt:lpstr>
      <vt:lpstr>四、旅行售货员问题  </vt:lpstr>
      <vt:lpstr>四、旅行售货员问题  </vt:lpstr>
      <vt:lpstr>四、旅行售货员问题  </vt:lpstr>
      <vt:lpstr>四、旅行售货员问题  </vt:lpstr>
      <vt:lpstr>四、旅行售货员问题  </vt:lpstr>
      <vt:lpstr>四、旅行售货员问题  </vt:lpstr>
      <vt:lpstr>五、图的着色问题 </vt:lpstr>
      <vt:lpstr>五、图的着色问题 </vt:lpstr>
      <vt:lpstr>五、图的着色问题 </vt:lpstr>
      <vt:lpstr>五、图的着色问题 </vt:lpstr>
      <vt:lpstr>五、图的着色问题 </vt:lpstr>
      <vt:lpstr>五、图的着色问题 </vt:lpstr>
      <vt:lpstr>五、图的着色问题 </vt:lpstr>
      <vt:lpstr>五、图的着色问题 </vt:lpstr>
      <vt:lpstr>六、跳马问题(自学作业，编程作业：给出伪代码，实现) </vt:lpstr>
      <vt:lpstr>六、跳马问题 </vt:lpstr>
      <vt:lpstr>六、跳马问题 </vt:lpstr>
      <vt:lpstr>六、跳马问题 </vt:lpstr>
      <vt:lpstr>六、跳马问题 </vt:lpstr>
      <vt:lpstr>六、跳马问题 </vt:lpstr>
      <vt:lpstr>六、跳马问题 </vt:lpstr>
      <vt:lpstr>六、跳马问题 </vt:lpstr>
      <vt:lpstr>第六章 回溯法</vt:lpstr>
      <vt:lpstr>第六章 回溯法</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wendy.gallagher</dc:creator>
  <cp:lastModifiedBy>XU</cp:lastModifiedBy>
  <cp:revision>2060</cp:revision>
  <dcterms:created xsi:type="dcterms:W3CDTF">2011-10-31T13:04:17Z</dcterms:created>
  <dcterms:modified xsi:type="dcterms:W3CDTF">2024-04-17T09:14:43Z</dcterms:modified>
</cp:coreProperties>
</file>